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406" r:id="rId3"/>
    <p:sldId id="360" r:id="rId4"/>
    <p:sldId id="417" r:id="rId5"/>
    <p:sldId id="528" r:id="rId6"/>
    <p:sldId id="507" r:id="rId7"/>
    <p:sldId id="508" r:id="rId8"/>
    <p:sldId id="529" r:id="rId9"/>
    <p:sldId id="494" r:id="rId10"/>
    <p:sldId id="509" r:id="rId11"/>
    <p:sldId id="511" r:id="rId12"/>
    <p:sldId id="512" r:id="rId13"/>
    <p:sldId id="530" r:id="rId14"/>
    <p:sldId id="514" r:id="rId15"/>
    <p:sldId id="515" r:id="rId16"/>
    <p:sldId id="531" r:id="rId17"/>
    <p:sldId id="516" r:id="rId18"/>
    <p:sldId id="517" r:id="rId19"/>
    <p:sldId id="532" r:id="rId20"/>
    <p:sldId id="518" r:id="rId21"/>
    <p:sldId id="519" r:id="rId22"/>
    <p:sldId id="520" r:id="rId23"/>
    <p:sldId id="521" r:id="rId24"/>
    <p:sldId id="522" r:id="rId25"/>
    <p:sldId id="524" r:id="rId26"/>
    <p:sldId id="525" r:id="rId27"/>
    <p:sldId id="526" r:id="rId28"/>
    <p:sldId id="527" r:id="rId29"/>
  </p:sldIdLst>
  <p:sldSz cx="12192000" cy="6858000"/>
  <p:notesSz cx="6858000" cy="9144000"/>
  <p:custDataLst>
    <p:tags r:id="rId4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79.xml"/><Relationship Id="rId44" Type="http://schemas.openxmlformats.org/officeDocument/2006/relationships/customXml" Target="../customXml/item10.xml"/><Relationship Id="rId43" Type="http://schemas.openxmlformats.org/officeDocument/2006/relationships/customXml" Target="../customXml/item9.xml"/><Relationship Id="rId42" Type="http://schemas.openxmlformats.org/officeDocument/2006/relationships/customXml" Target="../customXml/item8.xml"/><Relationship Id="rId41" Type="http://schemas.openxmlformats.org/officeDocument/2006/relationships/customXml" Target="../customXml/item7.xml"/><Relationship Id="rId40" Type="http://schemas.openxmlformats.org/officeDocument/2006/relationships/customXml" Target="../customXml/item6.xml"/><Relationship Id="rId4" Type="http://schemas.openxmlformats.org/officeDocument/2006/relationships/slide" Target="slides/slide2.xml"/><Relationship Id="rId39" Type="http://schemas.openxmlformats.org/officeDocument/2006/relationships/customXml" Target="../customXml/item5.xml"/><Relationship Id="rId38" Type="http://schemas.openxmlformats.org/officeDocument/2006/relationships/customXml" Target="../customXml/item4.xml"/><Relationship Id="rId37" Type="http://schemas.openxmlformats.org/officeDocument/2006/relationships/customXml" Target="../customXml/item3.xml"/><Relationship Id="rId36" Type="http://schemas.openxmlformats.org/officeDocument/2006/relationships/customXml" Target="../customXml/item2.xml"/><Relationship Id="rId35" Type="http://schemas.openxmlformats.org/officeDocument/2006/relationships/customXml" Target="../customXml/item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image" Target="../media/image12.pn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4.xml"/><Relationship Id="rId4" Type="http://schemas.openxmlformats.org/officeDocument/2006/relationships/image" Target="../media/image13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14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内核级诊断工具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Linux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追踪机制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观测事件源介绍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341120"/>
            <a:ext cx="920877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内置了多种类型的事件源，用于追踪系统及软件的执行情况。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5375910" y="1988820"/>
            <a:ext cx="6704330" cy="361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22935" y="1778318"/>
            <a:ext cx="4684395" cy="45332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tracepoint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在内核关键函数上硬编码的静态追踪点，用于观测系统运行情况。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kprobe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的内核态动态追踪机制，可追踪任意内核函数，不需要事先在内核代码中埋点。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uprobe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的用户态动态追踪机制，可追踪任意用户态程序函数。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usdt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用户级静态追踪，是用户空间版本的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traceport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，但需要应用程序在代码中加入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usdt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探针代码，如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mysql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libc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已有内置。</a:t>
            </a:r>
            <a:endParaRPr lang="zh-CN" altLang="en-US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PMC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硬件事件：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的性能监控计数器PMC产生，包含了各种硬件性能情况。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软件事件：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与硬件事件有关，一些内核运行机制触发，如缺页中断、上下文切换。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追踪机制介绍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156335"/>
            <a:ext cx="920877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基于前面的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tracepoint/kprobe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等事件源，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开发了一些追踪机制，如下：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055370" y="2204720"/>
            <a:ext cx="8826500" cy="28714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早期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tracepoint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函数追踪机制，后不断扩展支持了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kprobe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uprobe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等，与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类似，通过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tracefs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向用户空间提供使用接口。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perf_events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基于事件的性能分析机制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，用于跟踪与分析系统性能，通过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perf_event_open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系统调用对用户空间开放接口。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在BPF的基础上扩展而来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事件追踪机制，通过在内核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虚拟机上执行自定义的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字节码，以实现各种各样的诊断工具。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055370" y="5300980"/>
            <a:ext cx="944562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实际上，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有这么多动态追踪机制，是因为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还在高速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演化。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内核级诊断工具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156335"/>
            <a:ext cx="920877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基于前面的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ftrace/perf_events/eBPF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等机制，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生态演化出了多种诊断工具，如下：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103630" y="2026920"/>
          <a:ext cx="9933305" cy="44081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76020"/>
                <a:gridCol w="6073775"/>
                <a:gridCol w="1516380"/>
                <a:gridCol w="1167130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前端命令行工具</a:t>
                      </a: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描述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追踪机制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观测事件源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</a:tr>
              <a:tr h="829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trace-cmd</a:t>
                      </a:r>
                      <a:endParaRPr lang="en-US" altLang="zh-CN" sz="16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基于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机制封装的诊断工具，默认使用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需要手动操作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/sys/kernel/debug/tracing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目录，此工具大大简化了对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机制的使用。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ftrace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tracepoint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kprobe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uprobe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pmc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 anchor="ctr" anchorCtr="0"/>
                </a:tc>
              </a:tr>
              <a:tr h="829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perf-tools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与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trace-cmd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类似，也是对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操作的封装，同时也封装了部分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perf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命令的功能。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perf_events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  <a:p>
                      <a:pPr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 vMerge="1"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perf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  <a:p>
                      <a:pPr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最初是对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perf_events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机制的命令封装，后来又逐步支持了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ftrace(perf 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子命令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与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eBPF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perf_events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ftrace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eBPF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 vMerge="1">
                  <a:tcPr/>
                </a:tc>
              </a:tr>
              <a:tr h="645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bcc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对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eBPF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机制封装的各种场景的诊断命令工具，如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syscount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统计系统调用、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biolatency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统计磁盘延时等。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eBPF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 vMerge="1"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bpftrace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也是对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eBPF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机制封装的工具，提供一种新的脚本语法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(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类似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AWK)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，以快速自定义新的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eBPF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</a:rPr>
                        <a:t>诊断工具。</a:t>
                      </a:r>
                      <a:endParaRPr lang="zh-CN" altLang="en-US" sz="1600" b="1">
                        <a:solidFill>
                          <a:schemeClr val="tx1"/>
                        </a:solidFill>
                        <a:ea typeface="OPlusSans 3.0" panose="00000500000000000000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ea typeface="OPlusSans 3.0" panose="00000500000000000000" charset="-122"/>
                          <a:sym typeface="+mn-ea"/>
                        </a:rPr>
                        <a:t>eBPF</a:t>
                      </a:r>
                      <a:endParaRPr lang="en-US" altLang="zh-CN" sz="1600" b="1">
                        <a:solidFill>
                          <a:schemeClr val="tx1"/>
                        </a:solidFill>
                        <a:ea typeface="OPlusSans 3.0" panose="00000500000000000000" charset="-122"/>
                        <a:sym typeface="+mn-ea"/>
                      </a:endParaRPr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ftrace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使用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55370" y="1156335"/>
            <a:ext cx="920877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默认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的使用，基于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tracefs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，在/sys/kernel/debug/tracing目录中进行操作，如下：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3" name="图片 10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3343" y="2132965"/>
            <a:ext cx="8867775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55370" y="1156335"/>
            <a:ext cx="920877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挂载后，/sys/kernel/debug/tracing目录下有很多文件，通过读写这些文件，以使用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功能。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2166620"/>
            <a:ext cx="10675620" cy="3249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839470" y="1916748"/>
            <a:ext cx="2160270" cy="1578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函数追踪：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以追踪do_sys_open函数为例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5" name="图片 10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32175" y="260985"/>
            <a:ext cx="8572500" cy="606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839470" y="1916748"/>
            <a:ext cx="2160270" cy="1578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kprobe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追踪：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以追踪do_sys_open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at2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函数为例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4" name="图片 12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22270" y="1193165"/>
            <a:ext cx="9013825" cy="50901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trace-cmd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命令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trace-cmd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124268"/>
            <a:ext cx="9208770" cy="1578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从前面可以看到，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使用挺麻烦的，而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trace-cmd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封装了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操作，以简化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trace-cmd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做函数追踪，如下：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9" name="图片 10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73505" y="2780983"/>
            <a:ext cx="8572500" cy="3457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trace-cmd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341120"/>
            <a:ext cx="920877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trace-cmd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追踪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tracepoint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0" name="图片 10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7715" y="2132965"/>
            <a:ext cx="10668000" cy="4057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perf-tools</a:t>
            </a:r>
            <a:r>
              <a:rPr kumimoji="0" lang="zh-CN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工具集</a:t>
            </a:r>
            <a:endParaRPr kumimoji="0" lang="zh-CN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101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perf-tools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125855"/>
            <a:ext cx="1020699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perf-tools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也是基于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开发的工具集，提供了各种场景化的诊断工具。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950" y="1628775"/>
            <a:ext cx="7789545" cy="43980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perf-tools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225" y="1043940"/>
            <a:ext cx="4897120" cy="21691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perf-tools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封装了一些工具，如：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opensnoop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可追踪文件打开的调用。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syscount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可统计系统调用次数。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3" name="图片 11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51538" y="692785"/>
            <a:ext cx="5972175" cy="5886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970915" y="3429000"/>
            <a:ext cx="4897120" cy="21691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其它工具，可到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perf-tools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github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页面查看。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perf</a:t>
            </a:r>
            <a:r>
              <a:rPr kumimoji="0" lang="zh-CN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命令</a:t>
            </a:r>
            <a:endParaRPr kumimoji="0" lang="zh-CN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860" y="1268730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命令是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主推的性能分析工具，它提供了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采样分析、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PMC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硬件性能分析等功能，也支持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和少量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支持。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4" name="图片 11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4425" y="3429000"/>
            <a:ext cx="8572500" cy="1924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983615" y="2348865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record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子命令用于剖析采样分析，采样数据保存在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perf.data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860" y="2101215"/>
            <a:ext cx="3101340" cy="10737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report --stdio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查看性能数据。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68775" y="1557020"/>
            <a:ext cx="7581900" cy="26289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911860" y="4869180"/>
            <a:ext cx="3446780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script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文本输出数据，以方便其它工具处理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39920" y="4578350"/>
            <a:ext cx="5759450" cy="147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268730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可以发现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输出的文本看起来并不直观，好在性能优化大师Brendan Gregg发明了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火焰图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，并开发了一套火焰图生成工具。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91678" y="2635885"/>
            <a:ext cx="6867525" cy="1924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999740" y="4940300"/>
            <a:ext cx="736536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工具下载地址：https://github.com/brendangregg/FlameGraph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24585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浏览器打开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svg文件，在火焰图中，它将多次采集的相同线程栈聚合在一起显示，因此，图中越宽的栈表示此栈在运行过程中，被抓取到的次数越多，也就是占用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较多的代码。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7" name="图片 116"/>
          <p:cNvPicPr/>
          <p:nvPr/>
        </p:nvPicPr>
        <p:blipFill>
          <a:blip r:embed="rId3"/>
          <a:stretch>
            <a:fillRect/>
          </a:stretch>
        </p:blipFill>
        <p:spPr>
          <a:xfrm>
            <a:off x="1274445" y="2061210"/>
            <a:ext cx="9337040" cy="43256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24585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list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子命令用于查询事件，如下：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8" name="图片 11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1588" y="1917065"/>
            <a:ext cx="7667625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24585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子命令用于统计事件数量，如下：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9" name="图片 11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515" y="1988503"/>
            <a:ext cx="8972550" cy="3457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24585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record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也可用于静态追踪与动态追踪，如下：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0" name="图片 11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9560" y="2060893"/>
            <a:ext cx="5372100" cy="3457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24585"/>
            <a:ext cx="10387965" cy="897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用于跟踪系统调用，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对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封装，用于函数追踪，如下：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2" name="图片 12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1917065"/>
            <a:ext cx="7970520" cy="44919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412875"/>
            <a:ext cx="10387965" cy="41046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内核提供了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tracepoint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kprobe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uprobe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等观测事件源，用于提供观测数据来源。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基于这些事件源，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内核提供了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perf_events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等观测机制，以实现问题诊断、性能分析等需求。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perf_events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等机制，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生态又演化出了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trace-cmd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等命令行前端观测工具。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相比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系工具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(trace-cmd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perf-tools)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，额外提供了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采样、事件统计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能力。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可以发现，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perf_events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的追踪功能，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自定义能力不足，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只能提供调用时间、进程、函数名、参数等固定观测形式，而下篇的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则在自定义能力上更灵活强大。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TABLE_ENDDRAG_ORIGIN_RECT" val="782*339"/>
  <p:tag name="TABLE_ENDDRAG_RECT" val="121*116*782*339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lusSans 3.0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OPlusSans 3.0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69.xml><?xml version="1.0" encoding="utf-8"?>
<ds:datastoreItem xmlns:ds="http://schemas.openxmlformats.org/officeDocument/2006/customXml" ds:itemID="{f7bc79f2-c455-434b-bca9-875aecb91bf3}">
  <ds:schemaRefs/>
</ds:datastoreItem>
</file>

<file path=customXml/itemProps70.xml><?xml version="1.0" encoding="utf-8"?>
<ds:datastoreItem xmlns:ds="http://schemas.openxmlformats.org/officeDocument/2006/customXml" ds:itemID="{3c132078-98b1-4deb-b4fd-a1bec46831f1}">
  <ds:schemaRefs/>
</ds:datastoreItem>
</file>

<file path=customXml/itemProps71.xml><?xml version="1.0" encoding="utf-8"?>
<ds:datastoreItem xmlns:ds="http://schemas.openxmlformats.org/officeDocument/2006/customXml" ds:itemID="{c5c661d3-4756-4449-af8a-01387bd7a269}">
  <ds:schemaRefs/>
</ds:datastoreItem>
</file>

<file path=customXml/itemProps72.xml><?xml version="1.0" encoding="utf-8"?>
<ds:datastoreItem xmlns:ds="http://schemas.openxmlformats.org/officeDocument/2006/customXml" ds:itemID="{58dabdbb-c60f-4057-89a4-b5f24a98f472}">
  <ds:schemaRefs/>
</ds:datastoreItem>
</file>

<file path=customXml/itemProps73.xml><?xml version="1.0" encoding="utf-8"?>
<ds:datastoreItem xmlns:ds="http://schemas.openxmlformats.org/officeDocument/2006/customXml" ds:itemID="{6ad86b82-52b5-47a8-ba6d-e9bbe075a083}">
  <ds:schemaRefs/>
</ds:datastoreItem>
</file>

<file path=customXml/itemProps74.xml><?xml version="1.0" encoding="utf-8"?>
<ds:datastoreItem xmlns:ds="http://schemas.openxmlformats.org/officeDocument/2006/customXml" ds:itemID="{8fd2a99b-51ca-42d4-8a98-ac38bf31ee8f}">
  <ds:schemaRefs/>
</ds:datastoreItem>
</file>

<file path=customXml/itemProps75.xml><?xml version="1.0" encoding="utf-8"?>
<ds:datastoreItem xmlns:ds="http://schemas.openxmlformats.org/officeDocument/2006/customXml" ds:itemID="{667e9340-f440-47f7-819a-cdc7dab5fa96}">
  <ds:schemaRefs/>
</ds:datastoreItem>
</file>

<file path=customXml/itemProps76.xml><?xml version="1.0" encoding="utf-8"?>
<ds:datastoreItem xmlns:ds="http://schemas.openxmlformats.org/officeDocument/2006/customXml" ds:itemID="{ae649005-3b55-4298-8017-458659bde268}">
  <ds:schemaRefs/>
</ds:datastoreItem>
</file>

<file path=customXml/itemProps77.xml><?xml version="1.0" encoding="utf-8"?>
<ds:datastoreItem xmlns:ds="http://schemas.openxmlformats.org/officeDocument/2006/customXml" ds:itemID="{eb8fafd0-aa01-4764-b4e6-708160bc6a19}">
  <ds:schemaRefs/>
</ds:datastoreItem>
</file>

<file path=customXml/itemProps78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2608</Words>
  <Application>WPS 演示</Application>
  <PresentationFormat/>
  <Paragraphs>199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1352</cp:revision>
  <dcterms:created xsi:type="dcterms:W3CDTF">2019-02-26T11:09:00Z</dcterms:created>
  <dcterms:modified xsi:type="dcterms:W3CDTF">2024-09-25T02:33:34Z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