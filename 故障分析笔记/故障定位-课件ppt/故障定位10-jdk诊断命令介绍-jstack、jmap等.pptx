
<file path=[Content_Types].xml><?xml version="1.0" encoding="utf-8"?>
<Types xmlns="http://schemas.openxmlformats.org/package/2006/content-types">
  <Default Extension="xml" ContentType="application/xml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406" r:id="rId3"/>
    <p:sldId id="360" r:id="rId4"/>
    <p:sldId id="470" r:id="rId5"/>
    <p:sldId id="507" r:id="rId6"/>
    <p:sldId id="508" r:id="rId7"/>
    <p:sldId id="509" r:id="rId8"/>
    <p:sldId id="510" r:id="rId9"/>
    <p:sldId id="511" r:id="rId10"/>
    <p:sldId id="512" r:id="rId11"/>
    <p:sldId id="513" r:id="rId12"/>
    <p:sldId id="521" r:id="rId13"/>
    <p:sldId id="515" r:id="rId14"/>
    <p:sldId id="517" r:id="rId15"/>
    <p:sldId id="519" r:id="rId16"/>
    <p:sldId id="520" r:id="rId17"/>
    <p:sldId id="522" r:id="rId18"/>
    <p:sldId id="523" r:id="rId19"/>
    <p:sldId id="525" r:id="rId20"/>
    <p:sldId id="526" r:id="rId21"/>
  </p:sldIdLst>
  <p:sldSz cx="12192000" cy="6858000"/>
  <p:notesSz cx="6858000" cy="9144000"/>
  <p:custDataLst>
    <p:tags r:id="rId3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BDDAB3"/>
    <a:srgbClr val="161E3B"/>
    <a:srgbClr val="FBDF43"/>
    <a:srgbClr val="FDED42"/>
    <a:srgbClr val="F04238"/>
    <a:srgbClr val="FFB35A"/>
    <a:srgbClr val="19DEA6"/>
    <a:srgbClr val="FFC07A"/>
    <a:srgbClr val="3F9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69.xml"/><Relationship Id="rId38" Type="http://schemas.openxmlformats.org/officeDocument/2006/relationships/customXml" Target="../customXml/item11.xml"/><Relationship Id="rId37" Type="http://schemas.openxmlformats.org/officeDocument/2006/relationships/customXml" Target="../customXml/item10.xml"/><Relationship Id="rId36" Type="http://schemas.openxmlformats.org/officeDocument/2006/relationships/customXml" Target="../customXml/item9.xml"/><Relationship Id="rId35" Type="http://schemas.openxmlformats.org/officeDocument/2006/relationships/customXml" Target="../customXml/item8.xml"/><Relationship Id="rId34" Type="http://schemas.openxmlformats.org/officeDocument/2006/relationships/customXml" Target="../customXml/item7.xml"/><Relationship Id="rId33" Type="http://schemas.openxmlformats.org/officeDocument/2006/relationships/customXml" Target="../customXml/item6.xml"/><Relationship Id="rId32" Type="http://schemas.openxmlformats.org/officeDocument/2006/relationships/customXml" Target="../customXml/item5.xml"/><Relationship Id="rId31" Type="http://schemas.openxmlformats.org/officeDocument/2006/relationships/customXml" Target="../customXml/item4.xml"/><Relationship Id="rId30" Type="http://schemas.openxmlformats.org/officeDocument/2006/relationships/customXml" Target="../customXml/item3.xml"/><Relationship Id="rId3" Type="http://schemas.openxmlformats.org/officeDocument/2006/relationships/slide" Target="slides/slide1.xml"/><Relationship Id="rId29" Type="http://schemas.openxmlformats.org/officeDocument/2006/relationships/customXml" Target="../customXml/item2.xml"/><Relationship Id="rId28" Type="http://schemas.openxmlformats.org/officeDocument/2006/relationships/customXml" Target="../customXml/item1.xml"/><Relationship Id="rId27" Type="http://schemas.openxmlformats.org/officeDocument/2006/relationships/customXmlProps" Target="../customXml/itemProps58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3" Type="http://schemas.openxmlformats.org/officeDocument/2006/relationships/image" Target="../media/image5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.xml"/><Relationship Id="rId3" Type="http://schemas.openxmlformats.org/officeDocument/2006/relationships/image" Target="../media/image6.png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Relationship Id="rId3" Type="http://schemas.openxmlformats.org/officeDocument/2006/relationships/image" Target="../media/image8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31.xml"/><Relationship Id="rId5" Type="http://schemas.openxmlformats.org/officeDocument/2006/relationships/image" Target="../media/image12.png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.bin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0.xml"/><Relationship Id="rId3" Type="http://schemas.openxmlformats.org/officeDocument/2006/relationships/image" Target="../media/image15.png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tags" Target="../tags/tag47.xml"/><Relationship Id="rId4" Type="http://schemas.openxmlformats.org/officeDocument/2006/relationships/image" Target="../media/image17.png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52.xml"/><Relationship Id="rId6" Type="http://schemas.openxmlformats.org/officeDocument/2006/relationships/image" Target="../media/image18.png"/><Relationship Id="rId5" Type="http://schemas.openxmlformats.org/officeDocument/2006/relationships/tags" Target="../tags/tag51.xml"/><Relationship Id="rId4" Type="http://schemas.openxmlformats.org/officeDocument/2006/relationships/image" Target="../media/image17.png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jdk</a:t>
            </a: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诊断命令介绍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79883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jdk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诊断命令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C9F754DE-2CAD-44b6-B708-469DEB6407EB-1" descr="C:/Users/meng/AppData/Local/Temp/wpp.eaHcbI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030" y="502603"/>
            <a:ext cx="5581650" cy="5972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4645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jps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9" name="图片 118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95550" y="2132965"/>
            <a:ext cx="5093970" cy="3366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055370" y="1515745"/>
            <a:ext cx="1056957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jps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用来查询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进程号。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737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jstack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1" name="图片 120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95550" y="2061210"/>
            <a:ext cx="4512310" cy="32429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055370" y="1515745"/>
            <a:ext cx="1056957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jstack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用来获取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线程栈，这可用于查看当前各个线程都在做什么。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064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jstack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93140" y="1412875"/>
            <a:ext cx="9899650" cy="4842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477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jstat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2" name="图片 12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15415" y="2204403"/>
            <a:ext cx="8667750" cy="2581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055370" y="1515745"/>
            <a:ext cx="1056957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jstat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用来查看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jvm gc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情况。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978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jstat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515745"/>
            <a:ext cx="1056957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jstat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用来查看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jvm gc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、类加载、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JIT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编译情况。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23" name="图片 122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62125" y="1963420"/>
            <a:ext cx="8667750" cy="4381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105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jmap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1860" y="3131185"/>
            <a:ext cx="3823335" cy="716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jmap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可用来查看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堆当前使用情况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31" name="图片 130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48300" y="97155"/>
            <a:ext cx="5772150" cy="66243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794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jmap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515745"/>
            <a:ext cx="1056957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jmap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命令用来分析对象占用，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如下查看各对象分布。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25" name="图片 124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3298" y="2204403"/>
            <a:ext cx="10467975" cy="3800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1684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jmap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83615" y="4579303"/>
            <a:ext cx="10569575" cy="716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此文件是二进制文件，无法直接查看，一般需要配合mat(Memory Analysis Tool)等堆可视化工具来进行分析。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983615" y="5531485"/>
            <a:ext cx="1056957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注：此命令可能会导致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jvm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长时间暂停，建议摘除流量后，再操作。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OPlusSans 3.0" panose="00000500000000000000" charset="-122"/>
            </a:endParaRPr>
          </a:p>
        </p:txBody>
      </p:sp>
      <p:pic>
        <p:nvPicPr>
          <p:cNvPr id="102" name="图片 101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55278" y="2563495"/>
            <a:ext cx="4772025" cy="198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055370" y="1187450"/>
            <a:ext cx="10569575" cy="13411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jmap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命令也可将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堆转储为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hprof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文件，用于堆内存占用分析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也可添加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JVM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选项</a:t>
            </a:r>
            <a:r>
              <a:rPr lang="zh-CN" altLang="en-US" sz="1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-XX:+HeapDumpOnOutOfMemoryError -XX:HeapDumpPath=/home/work/logs/applogs/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，使得进程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OOM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时自动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dump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堆。</a:t>
            </a:r>
            <a:endParaRPr lang="zh-CN" altLang="en-US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生成的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hprof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文件较大，建议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gzip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压缩后再下载到本地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95325" y="332105"/>
            <a:ext cx="10640060" cy="9613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83615" y="1196340"/>
            <a:ext cx="9249410" cy="7061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5000"/>
              </a:lnSpc>
              <a:buClrTx/>
              <a:buSzTx/>
              <a:buFontTx/>
              <a:buNone/>
            </a:pPr>
            <a:r>
              <a:rPr kumimoji="0" lang="zh-CN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第一步：找</a:t>
            </a:r>
            <a:r>
              <a:rPr kumimoji="0" lang="en-US" altLang="zh-CN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GC Root</a:t>
            </a:r>
            <a:endParaRPr kumimoji="0" lang="en-US" altLang="zh-CN" sz="28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对象 5"/>
          <p:cNvGraphicFramePr/>
          <p:nvPr>
            <p:custDataLst>
              <p:tags r:id="rId3"/>
            </p:custDataLst>
          </p:nvPr>
        </p:nvGraphicFramePr>
        <p:xfrm>
          <a:off x="1127125" y="1916430"/>
          <a:ext cx="9196705" cy="4545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4" imgW="9429750" imgH="5419725" progId="Paint.Picture">
                  <p:embed/>
                </p:oleObj>
              </mc:Choice>
              <mc:Fallback>
                <p:oleObj name="" r:id="rId4" imgW="9429750" imgH="5419725" progId="Paint.Picture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27125" y="1916430"/>
                        <a:ext cx="9196705" cy="4545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95325" y="332105"/>
            <a:ext cx="10640060" cy="8820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83615" y="1196340"/>
            <a:ext cx="9249410" cy="7061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5000"/>
              </a:lnSpc>
              <a:buClrTx/>
              <a:buSzTx/>
              <a:buFontTx/>
              <a:buNone/>
            </a:pPr>
            <a:r>
              <a:rPr kumimoji="0" lang="zh-CN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第二步：若</a:t>
            </a:r>
            <a:r>
              <a:rPr kumimoji="0" lang="en-US" altLang="zh-CN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GC Root</a:t>
            </a:r>
            <a:r>
              <a:rPr kumimoji="0" lang="zh-CN" altLang="en-US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是线程，查看线程栈</a:t>
            </a:r>
            <a:endParaRPr kumimoji="0" lang="en-US" altLang="zh-CN" sz="28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3615" y="1902460"/>
            <a:ext cx="9153525" cy="43053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95325" y="332105"/>
            <a:ext cx="10640060" cy="9213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3615" y="1988820"/>
            <a:ext cx="8785225" cy="420878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983615" y="1268095"/>
            <a:ext cx="10209530" cy="7061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5000"/>
              </a:lnSpc>
              <a:buClrTx/>
              <a:buSzTx/>
              <a:buFontTx/>
              <a:buNone/>
            </a:pPr>
            <a:r>
              <a:rPr kumimoji="0" lang="zh-CN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第三步：展开线程栈，这个</a:t>
            </a:r>
            <a:r>
              <a:rPr kumimoji="0" lang="en-US" altLang="zh-CN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kumimoji="0" lang="zh-CN" altLang="en-US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查询了大量数量导致堆占用高！</a:t>
            </a:r>
            <a:endParaRPr kumimoji="0" lang="zh-CN" altLang="en-US" sz="28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88595"/>
            <a:ext cx="10640060" cy="99123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jinfo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228725"/>
            <a:ext cx="1056957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jinfo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命令用于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查看或设置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jvm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配置项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，以及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查看系统属性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27" name="图片 126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15415" y="1680845"/>
            <a:ext cx="9656445" cy="45396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085"/>
            <a:ext cx="10640060" cy="107124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jcmd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83615" y="1053148"/>
            <a:ext cx="10569575" cy="716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从JDK7开始，jdk提供了一个方便扩展的诊断命令jcmd，用来取代之前比较分散的jdk基础命令，如jps、jstack、jmap、jinfo等，并且jdk添加新的诊断功能，也会通过jcmd提供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28" name="图片 127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43660" y="2996883"/>
            <a:ext cx="3067050" cy="1666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" name="图片 129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735955" y="1739265"/>
            <a:ext cx="4267200" cy="4895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085"/>
            <a:ext cx="10640060" cy="105791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jcmd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83615" y="1053148"/>
            <a:ext cx="10569575" cy="716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从JDK7开始，jdk提供了一个方便扩展的诊断命令jcmd，用来取代之前比较分散的jdk基础命令，如jps、jstack、jmap、jinfo等，并且jdk添加新的诊断功能，也会通过jcmd提供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28" name="图片 127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43660" y="2996883"/>
            <a:ext cx="3067050" cy="1666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" name="图片 129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384290" y="1739265"/>
            <a:ext cx="4267200" cy="489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839470" y="5013008"/>
            <a:ext cx="5490845" cy="716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传递给jcmd的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进程id是0时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，jcmd会在本机所有java进程中执行子命令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724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jcmd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965200" y="1555115"/>
          <a:ext cx="9227820" cy="40189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935220"/>
                <a:gridCol w="1755140"/>
                <a:gridCol w="2537460"/>
              </a:tblGrid>
              <a:tr h="45593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jcmd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子命令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传统命令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描述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47879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jcmd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jps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查看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java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943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jcmd 0 Thread.print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jstack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获取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java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线程栈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10058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jcmd 0 GC.heap_info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jcmd 0 GC.class_histogram 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jcmd 0 GC.heap_dump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jmap -heap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jmap -histo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jmap -dump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查看或转储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java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堆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10058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jcmd 0 VM.flags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jcmd 0 VM.system_properties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jcmd 0 VM.command_line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jinfo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查看或设置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jvm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配置及系统属性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7815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jcmd 0 PerfCounter.print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jstat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查看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gc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等数据。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521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jcmd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978535" y="2204720"/>
          <a:ext cx="9124315" cy="367411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922010"/>
                <a:gridCol w="3202305"/>
              </a:tblGrid>
              <a:tr h="3962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jcmd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子命令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描述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1625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jcmd 0 VM.native_memory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查看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jvm native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内存分配。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0576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jcmd 0 GC.run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触发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GC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7404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jcmd 0 GC.rotate_log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强制滚动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GC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日志。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16154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JFR.configure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JFR.stop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JFR.start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JFR.dump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JFR.check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JFR</a:t>
                      </a: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相关配置与操作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978535" y="1566545"/>
            <a:ext cx="1056957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后面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jdk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提供的一些新的工具，都是通过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jcmd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提供的，而不是开发新命令。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TABLE_ENDDRAG_ORIGIN_RECT" val="726*316"/>
  <p:tag name="TABLE_ENDDRAG_RECT" val="76*122*726*316"/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TABLE_ENDDRAG_ORIGIN_RECT" val="718*254"/>
  <p:tag name="TABLE_ENDDRAG_RECT" val="80*125*718*254"/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item1.xml><?xml version="1.0" encoding="utf-8"?>
<s:customData xmlns="http://www.wps.cn/officeDocument/2013/wpsCustomData" xmlns:s="http://www.wps.cn/officeDocument/2013/wpsCustomData">
  <extobjs>
    <extobj name="C9F754DE-2CAD-44b6-B708-469DEB6407EB-1">
      <extobjdata type="C9F754DE-2CAD-44b6-B708-469DEB6407EB" data="ewoJIkZpbGVJZCIgOiAiMzI3NzQzMzc0MDI2IiwKCSJHcm91cElkIiA6ICI0Mzg4NTUzOTgiLAoJIkltYWdlIiA6ICJpVkJPUncwS0dnb0FBQUFOU1VoRVVnQUFBa29BQUFKekNBWUFBQUR3Vmp6OEFBQUFBWE5TUjBJQXJzNGM2UUFBSUFCSlJFRlVlSnpzM1hsODQzV2RQL0RYOThqZEp1bDlIM1BBY01neElNaU40Q0QzdVNPd2dIancwOTk2L05aMVlWMVhSUlpGZ1VWYzBYVlhWMTFGWlFGQkFaRkRoUUZFbEdzWVpvWVo3dW4wYnRNMnpaMXY4cjErZjZUNVR0STJNMjJuYlpMbTlYdzg4cGg4dnpuNmJ0cEpYdjJjZ3BKU1RCQVJFUkhSREdLeEN5QWlJaUlxVlF4S1JFUkVSQVV3S0JFUkVSRVZ3S0JFUkVSRVZBQ0RFaEVSRVZFQkRFcEVSRVJFQlRBb0VSRVJFUlhBb0VSRVJFUlVBSU1TRVJFUlVRRU1Ta1JFUkVRRk1DZ1JFUkVSRmNDZ1JFUkVSRlFBZ3hJUkVSRlJBUXhLUkVSRVJBVXdLQkVSRVJFVndLQkVSRVJFVkFDREVoRVJFVkVCREVwRVJFUkVCVEFvRVJFUkVSWEFvRVJFUkVSVUFJTVNFUkVSVVFFTVNrUkVSRVFGTUNnUkVSRVJGY0NnUkVSRVJGUUFneElSRVJGUkFReEtSRVJFUkFVd0tCRVJFUkVWd0tCRVJFUkVWQUNERWhFUkVWRUJERXBFUkVSRUJUQW9FUkVSRVJYQW9FUkVSRVJVQUlNU0VSRVJVUUVNU2tSRVJFUUZNQ2dSRVJFUkZjQ2dSRVJFUkZRQWd4SVJFUkZSQVF4S1JFUkVSQVV3S0JFUkVSRVZ3S0JFUkVSRVZBQ0RFaEVSRVZFQmNyRUxJQ0lpV2l5bWFSYTdoS0lUQktIWUphd29ERXBFUkZTMmNvTlI5bm9saHlWQkVHQ2FabDVZWW5EYVB3eEtSRVJVZG5KRDBmVEw5UHRVZ3VuQktQY3kyMzFvN2hpVWlJaW9yT1NHSXNNd0lFQ0FKRXNRQlJHeUxFTVVLM2Y0cldFWTBEUU5obWxBMTNRWU1DQUlndldhTUN6Tm42Q2tsTXFKM0VSRVZOYXk0U2g3c2R2dGNEcWN4UzZyWkNtS2dyU2FoaWlLMW9WaGFYNFlsSWlJcUN6a2hpVFROT0YydVNGSlVySExLbm1hcGlHcEpLMldKWWFsK2FuYzlra2lJaW9idVYxdHVxNHpKTTJETE10d3U5elFkZDBLbVpVMGZtdC9NU2dSRVZGSm14NlNISFlIUTlJOFNaSUV1OTJlRjVab2JoaVVpSWlvNUZrRHR3VUJEb2VqMk9XVUphZkRDVW1VMktvMFR3eEtSRVJVMG5KYmxCd09COGZYTEpBZ0NMRFpiQXhLODhTZ1JFUkVKU3QzdlNURE1DQ0o3SExiSDZJbzVuVzlNU3p0RzRNU0VSR1Z0TnpaYmh5YnRIOWtXYzZiT1VqN3hxQkVSRVFsTDl0VnhHNjMvWlBkNG9RaGFlNFlsSWlJcUtTeG0yaHg4ZldjSHdZbElpSXFlV3dGV1R4OExlZUhRWW1JaUVvV1A5Q1hGbC9mZldOUUlpSWlJaXFBUVltSWlJaW9BQVlsSWlJaW9nSVlsSWlJaUlnS1lGQWlJaUlpS29CQmlZaUlpS2dBQmlVaUlxSWNxcXJpU3pmY2hDcysra204OE5MbVlwZERSY2FnUkVSRWxHTjRaQlE3ZHI2QmVEeUJaNTk3dnRqbFVKSEp4UzZBaUlpb2xIUzB0K0hDODg3Rzd0NCtYSExSZWNVdWg0cE1VRklLbCtVa0lxS1NsTjNwWGxWVnBOTnBORFkwRnJ1a3NoY1lDOEJ1dDhObXMwRVVSWWdpTzVmMmhxOE9FUkVSVVFFTVNrUkVSRVFGY0l3U0VSSFJOSmRlZFExU3FSU3UrNGZQNE9RVGo3Zk9QL0RiUi9Delg5eU50dFlXL09jZHQrSGRYYnZ4NndjZnhzN1gzMFEwRmtOdGJRMk9PWG85THIza1F2ajl2aG5QbTFRVS9QSEpwL0hzbi8rS2tVQUF5YVNDR3I4UEJ4KzBEaCs3K205UjQvY3Y1N2RKYzhDZ1JFUkV0QURQL2ZWRmZQdTczNGRoR0tqeDE4QW15d2dFeHZESVkzL0FYMTk0Q2QrODhTdG9hVzZ5N2g4WUc4ZVhiN2dKZ2JGeGlLS0F4b1lHMkdRYnhzWW5FSGoyT1Z4dzdwa01TaVdJUVltSWlHaWVRcUV3N3ZqK0QzSGUyV2ZpUTVkY2lLb3FEd3pEeEY5ZmVBbmYrNjhmSVJpY3hMZS8rMSs0N1p2L2FqM21mKzY4QzRHeGNiUzN0ZUtHTDM4QmpRMzFBQUJGU2VIcFovK01xcXFxWW4wN3RCY01Ta1JFdE9nTTNZQ3FxZEIxSFlaaHdEUk5tQ1pnR2daTW1EQk5FNFpwQWtibXVtNU8zY2N3TXZlYnVxNGJPalJkaDZacVNLZFNKVFByTFo1STRJSnp6OExIcnI3Q09pZUtBazQ4L2xqRTQzRjgvNGMvd1Z0dnY0T2RiN3lKUXc1YUJ3QjRkMWNQQU9DVWs0NjNRaElBT0owT25IWEdCNWIzRzZBNVkxQWlJcUk1eVEwL21xcEIxVFdvcWdwZDFhRHBldWEycWV1bXVUZ3J6MlNYQjlBMERacXFMc3B6TGdaQkVMRHhrZ3RtdlczRDZhZmlaNys4Ry9GNEF0dTI3N1NDVW4xZEhRSmo0M2oreGMwNDU2d3pVTTBXcExMQW9FUkVSREFNQTZsVUNrb3FoWFFxQlZYVm9HdVpNS1NwR2pSTkszYUpKYVd1cmhZK3IzZlcyMFJSUkd0TE05NStaeGZHeHNldDh4c3Z1UUJmdi9sYjJOV3pHNS80OU9leDRiUlQ4TUVOcDZHem8zMjV5cVlGWUZBaUlxb2dobTVBU1NsUVVpbWtrb29WamhZN0NBbUNBRm1XSWNzeVJGR0VJQWdRQlFFUUJRaklYQmVtemtNQVJFR0FLRXFaK3dqWWM5dFUxNXlxWjRKYnFYRFk3WHU5M2UxMkE4aTgzbGxIcno4QzMvemFWL0RUTy84WGI3M3pMaDUrOVBkNCtOSGY0N0QzSElLUGYrUktyTzd1V3RLYWFXRVlsSWlJVmlCZDE2RW9VMEZJU1NHbFpNS1JydXNMZms0ci9FZ1NaSnR0S2doSnNObHNrR1ViWkZuS0MwZUxZZnJLM0tWaVgxMkxrNU1oQUVDMXR6cnYvQ0VIcmNOdE45K0l0OTUrQjcvLzQxTjQrdG5uc1AyMW5makNsLzRWdDk1MEE5YXM3bDZ5bW1saEdKU0lpTXFZcW1sSUtRclNxVFNTaXBJSlIrbFVYa3ZHWE5udGRqZ2NEamdjZHRqc2R0Z2tHYkpOaGpRVmppUkpXb0x2b0R3Rkp5ZWhhVHBrZWVackVnNUhNREE0Q0FCWVd5RDRISGpBV2h4NHdGcGN1dkVpZlBtR216QTJQb0g3SC9ndC92bmF2MS9TdW1uK0dKU0lpTXBJU2traEZvOGhGbzhqRVUvTXU0VklFQVE0SEE3WUhYYTRITTdNZGFjRERyczkwOVZGYzZJb0tmeHgwOU00KzRNelo2djkrcUhmd1RCTU9KME9ISDNVa1h0OW5xYkdCaHozdm1QdzhDT1BJekEydnRmN1VuRXdLQkVSbGJCa01vbDRQSUY0TElaRU1qbm5ZQ1NLSWh4Mk94eE9KNXhPSnh5T1RHdVJmUjlqYTJqdWZ2elRYd0FBempqOVZNaXlqS1NpNEtHSEg4VkREejhLQVBqUUpSZkNNelZXQ1FCdXZmMjdPT3VESDhCaGh4NXNkVTBHQW1ONGVmTVdBTURhMWF1VytUdWd1V0JRSWlJcUVhWnBab0pSTEk1WVBJNWtNZ25EbUZzWG1zUHBnTWZsaHJ2S0E3Zkx4VUMweE5wYVc3RHV3TFg0d1k5K2l2KzU4eTU0dmRVSWhVTFF0RXlRZmY4cEorS1NDOC9MZTh6MjEzYmlMOCsvQ0tmVGdmcTZPcVRUYVl5TlQ4QTBUYlMzdGVLS3kvK21HTjhLN1FPREVoRlJrUmltaVVROGJuV2pKWlBKT2EwL0pFa1MzRzQzUEc0M1hCNDNYRTdub2cyZXBueDdlMTMvL3RPZnhBRnIxK0R4UHp5Sm9lRVJPT3dPSEh4UU44NDY0M1NjZE1KeE0rNy9zYXV2d0RQUFBvZit3U0dNakk3Q1cxMk5nOVlkZ05OT09RbW5uWG95N0hiYlVuNHJ0RUFNU2tSRXkwalRkVVRDWVVUQ0VjVGpjZXdyRmdrQUhDNG4zSzQ5d2NodTR3ZnFVbFBWekF3N2w5Tlo4RDZDSU9DY016ZmduRE0zek9rNVAzRGFLZmpBYWFjc1NuMjBmQmlVaUlpV1dEcWRSaVFTUlRnVVFsSlI5bnBmV1pMZzhyaFI1ZmJBNVhiQjVYSnhrUFV5bXdnR1lSaVpDTnVjczZrdFZTWUdKU0tpSmFBa0ZZUWlZVVFqVWFSU3FWbnZJd2hDWm15UjJ3TzMydzIzMndVYlc0dUtidk1yV3dFQXRUVit0REFvVlR3R0pTS2lSUktMeHhFSlJ4Q0pSQXF1ZEMyS0lxcXJxK0R6K2xCVlhjV3hSU1ZnY0dnWVBxOFhWVlVldkxPckI3Kzg1ejRBd05sbmJtQnJIakVvRVJFdGxHRVlpTWZpQ0lYRGlNYWlCUmQ1bEVRUjFWNHZmRDR2cXFxcStPRmJZbDdkdWgwLyt1a3ZVT1h4SUJxTEFRRFdIYmdXRjUxL2JwRXJvMUxBb0VSRU5FL0paQkxCaVNEQ2tVakI2ZnV5TE1NN0ZZNDhIczh5VjBqejBkTGNoTHE2V29SQ0liUTBOK0hrRTQvRHhvc3Y0Q3cwQWdBSVNrclo5MXhVSXFJS3ArczZRdUV3SmllQ1VBcU1PYkxiYktqMmVlSDMrZUJ5dVphNXdwVnArbDV2alEyTnhTNnA3QVhHQXJEYjdiRFpiQkJGa2QyLys4QVdKU0tpdlVna0VwaVlDQ0lTaWN5NnhwSEQ0WURYNTRYUDY0VnpMMVBKaWFnOE1TZ1JFVTFqNkFZbVF5RUVKeWFRbW1YSGVra1U0ZlA3VVZkWEM0ZkRVWVFLaVdpNU1DZ1JFVTJKeCtPWUNBWVJqVVJuYlQxeXVWeW9xNnVGMStlRHlBSFpSQldCUVltSUtwcXU2NWdNVGlJWURDS3Rxak51RnlVUk5UNC9hdXZyNE9EK2FVUVZoMEdKaUNxU3Fxb0lqQVlRQ29kbmJUMXl1OTJvcmF1RnordmxkUDRpbXY3YUc0YkJ3Y2Y3WWZvc1RmNXU3eHVERWhGVmxGUTZqVUFnZ0hBb1BPTTJVUlRoci9HanZxNE9kclllbFJSQkVDQUlBdEpxR2s0SEI4MHZsS3FwMW10SmM4T2dSRVFWUVZFVWpBWUNpRWFpTTI3enVOMm9yYXVEMTF2TkQ1QVNKZ2dDVkZWbFVOb1BtcWJ4ZDN5ZUdKU0lhRVZMSnBNWUhRMGdOclhpY2k2dno0dW14a2JPWEN0eDJSWVFRUkNRVENaUjVlSHE1Z3RobWlhVXBKTDNldEsrTVNnUjBZb1VpOGN4TmhwQVBKR1ljWnZQNTBOVFV5TzcxOHFFSUFqV3dvaWFwaUVhamNMcjlSYTdyTElUaVVTZzZScnNkanRFVVdSUW1pTUdKU0phVWFMUktBS2pBU1FWSmUrOElBancrM3hvYkdxRXpjYXRLY3FGSUFnd1RkTUtTNUlrSVJhUHdlRjB3R0ZuUytCY3BkTnB4QlB4R1NHSllXbmZHSlNJYUVXSWhDTUlqSTFCbVNVZzFkVFVvTEd4QWJMTXQ3eHlsTzBteWdZbFNaSVFDb1hRMk5ESUQvbzVNRTBUazZGSjY3WExCaVcrZG5QRHZkNklxS3lGUWlFRUFtTklUMXRCV3hSRjFOVDQwZGpZQ0VtU2lsUWRMUWJUTkdHYUpnekRnS1pwMERRTnFxcEMxM1Y0UEI3NGZmNWlsMWl5d3VFd1l2RVlKRW1DeldhRExNdVFaWmxoYVI3NDV4VVJsYVZFSW9HQmdjRlpBMUp0WFMwYTZ4c2dTbHh2WnlYSWZwaG5XNVJ5ejhmamNTU1RTVGdjRHRqdGRqZ2R6b3B1T2RRMERVcEtnWnBXb2FRVUdJWmhoU05abHRtaXRBQnNVU0tpc3FKcEdnYUhobVpNOHhjbEVRMTE5YWl0cTJVTDBncVZiVlV5REFPNnJzKzRHSVpodFQ3TnRvam9TcGM3bXkyM216TDNraDBVejVBMGQ1VWJ1NG1vckppbWlmR3hjUVRHeHZJK0JDVkpRa045SmlCeHhlYVZMUnNBc3Rkelo4TkprcFFYbExJcUlURGxocDdaWHBmc3Y5bnpERW56dzZCRVJDVXZHbzFpYUdnWWFzNWViQUtBMnZvNk5EVTJNaUJWa095SGZYWW1YSFpMazJ4clV6WVlWVUpBbWk1M0psczJFT1cySUxHN2JXRVlsSWlvWktWVkZZTURnNGpINDNubjNXNDMydHJidUVsdGhjb05CTG5CcVJKYms3Sm1hMVdhSG80WWtoYUdRWW1JU281cG1oZ05CREF4UHBIM1lTZkxNbHBiV3VEMWNiSEJTamM5R0FDbzZOYWtyTmxDRVFQUy9tRlFJcUtTRWdsSE1EUThERTNUckhNQ2dMcjZPalN5bTQybW1SNElzbDF5bGF6U3YvL0Z4cUJFUkNVaG5VNWpZR0FRaVdsYmpuZzhIclMydGJLYmplYUVJWUVXRzRNU0VSV1ZZUmdZSFIxRmNDS0kzQTRUV1piUjJ0b0tyN2U2YUxVUkVURW9FVkhSeEJNSjlQZjE1M2V6Q1VLbW02MmhnZDFzUkZSMERFcEV0T3dNMDhUSThBaUN3V0RlZVkvSGc3YTJWdGpaelVaRUpZSkJpWWlXVlRLWlJGOWZmOTZhU0pJb29xMjluZDFzUkZSeUdKU0lhRm1ZcG9uUjBWR01qMC9rbmErdXJrWkhlenYzWlNPaWtzU2dSRVJMTHBWS29hK3ZINmxVeWpvblNSSmFXbHZnOS9tS1dCa1IwZDR4S0JIUmtob2JHMGRnZERSdlJwdkg3VVpIWjBkRjcvSk9ST1dCNzFKRXRDUTBYVWZ2N2w0a2swbnJuQ2dJYUdwcFJsMXRiUkVySXlLYU93WWxJbHAwaVVRQ3ZiMTkwSFhkT3VkME9kSFYyUW1ielZiRXlvaUk1b2RCaVlnVzFXZ2dnTEhBbUhVc0FHaHNha0pEUTMzeGlpSWlXaUFHSlNKYUZMcXVvN2UzTDI4TEVsbVcwZDNkRGFmVFVjVEtpSWdXamtHSmlQWmJNcG5FN3QyOWVWMXRIbzhIWFoyZG5QWlBSR1dOUVltSTlzdjQrQVJHUmtieXpqVTFOcUtoc2FGSUZSRVJMUjRHSlNKYUVGM1gwZDgvZ0Znc1pwMFRKUkhkWFYxd3U5MUZySXlJYVBFd0tCSFJ2S1hUYWZUMDdNN2Joc1RwY3FLN3E0dHJJeEhSaXNKM05DS2FsMlF5aVo2ZTNUQU13enBYVzF1TGx0WVdDRVdzaTRob0tUQW9FZEdjaFVOaDlBOE1XTWVpS0tLZG05a1MwUXJHb0VSRWN6SThNb0tKbkExdDdYWTd1cnU3WUxmYmkxZ1ZFZEhTWWxBaW9yMHlUUk45dlgySTVnemE5cmpkNk9ydWdpaHk2ajhScld3TVNrUlVrSzdyMk5YVGc1U1Nzczc1ZlQ2MGQ3UVhzU29pb3VYRG9FUkVzMUpTS2V6dTJRMU4wNnh6WEIrSmlDb05neElSelJDTHg5RzN1eGVHYVFMSTdOZlczdEVCbjg5YjNNS0lpSllaZ3hJUjVaaytzMDBTUlhSMWN4RkpJcXBNREVwRVpBa0dneGdhR3JhT1pWbkc2dFdyT0xPTmlDb1dneElSQVFER3hzWXhPanBxSFR1ZFRxeGExUTFKa29wWUZSRlJjVEVvRVJHR2gwY3dNYkZualNSTy95Y2l5bUJRSXFwd1E0TkRDRTVPV3NmVjNtcDBkblp5T3hJaUlqQW9FVlcwL29FQmhFTmg2OWpyODZLem82T0lGUkVSbFJZR0phSUtaQUxvNysxREpCcTF6bkVoU1ZvSnpLa2xMYWg0QkdGbHRVY3pLQkZWb09raHFhYW1CbTF0clVXc2lHaGhjb05SOWpyRFV2RUlnZ0RUTlBQQ1Vya0hKd1lsb2dyVDN6L0FrRVJsTHpjVVRiOU12dzh0dmVuQktQY3kyMzNLQ1lNU1VRVVpHaHBHT0x4blRGSnRiUzFhVzF1S1dCSFIvT1dHSXNNd0lFQ0FKRXNRQlJHeUxITzJaaEVaaGdGTjAyQ1lCblJOaHdFRGdpQllQNU55REVzTVNrUVZZblEwZ0dBd2FCM1gxZGVocGJtNWlCVVJ6VjgySEdVdmRyc2RUb2V6MkdYUkZGRVU5eXhRNndBVVJVRmFUY00wVFlpaUNGRVV5eTRzTVNnUlZZQ0o4UW1NalkxWngzNi9ueUdKeWs1dVNBSUFqOXZEQlZGTG5OUHBoR3lUb1NpSzlYTXJ0N0RFOWttaUZXNXljaExESXlQV2NiVzNHdTN0YlVXc2lHaitjcnZhRE1PQTIrVm1TQ29Uc2lURDdYSkQxM1VZaGpGakxGbXBZMUFpV3NGQzRUQUdCNGVzWTQvYmpjN096aUpXUkRSL3VTRkoxM1hZYlhhT1F5b3oyUzY1Y2d4TC9FMGpXcUdpa1NnRytnZXNZNmZMaWE3dUxxNjRUV1VwRzVSRVVZVFR5VEZKNWNqbGRFRVVSU3NvbFFzR0phSVZLQmFQbzdldnp6cDJPQnhZM2IyS2Y0VlRXY3B0VWJJR0NsTlpzdHZzYkZFaW91SktKQkxvM2QxckhkdHNOcXhldlFxaXhQL3VWSDV5MTBzeURBT1N5SEZKNVd4NmkxSTVoQ1crY3hLdElFcFN3ZTZlM2RhYmp5UkpXTDFtTlFlOVVsbkxIY1ROMytYeUpzdXk5Yk1zaDVBRU1DZ1JyUmlxcG1IWDdoNFl1U0ZwOVNyWVpLNENRdVV2MjFWVFR0UEthYWJzRmlmbEVwSUFCaVdpRmNFd0RPenUyUTFEbjFxblJCQ3dxcnNiRG9lanlKVVI3Yjl5NnFhaGZTdTNueWVERXRFSzBOZlhqMVFxWlIxM3JlcUcwOFdaUWJSeWxGc3JCQlZXYmo5TEJpV2lNaGNZRFNBV2kxbkhuWjJkOExqZFJheUlhUEdVMHdjcXpWODUvSHdabElqS1dDUWFSU0JuYTVMbTVpWjR2ZFZGcklpSWFHVmhVQ0lxVTZsVUN2MTkvZGF4dDdvYTlmWDFSYXlJaUdqbFlWQWlLa09HYnFBblp4a0FoOE9COXM2T0lsZEZSTFR5TUNnUmxSblROTkd6ZXpjMFRRTUFpSktJN2xYZEVEbHRtb2hvMFRFb0VaV1pnWUZCSkpOSjY3aTdxNHRySlJFUkxSRUdKYUl5RXB3SUlod09XOGZOelUxd2M0WWJFZEdTWVZBaUtoT0paQkpEdzhQV3NkZm41ZUJ0b2lXZ3FpcStkTU5OdU9Lam44UUxMMjB1ZGpuNzdaMTNkK0hDRDEyRkN6OTBGU1pEb1dLWFUzWVlsSWpLZ0twcDJMMTd0M1hzY0RqUTBkNWV4SXFJVnE3aGtWSHMyUGtHNHZFRW5uM3UrV0tYUTBYR2dRMUVKYzR3emZ6dFNhWUdiM1BQSzZLbDBkSGVoZ3ZQT3h1N2UvdHd5VVhuN2RkempZMVA0UGtYWG9LbnlvUFRUejE1a1NxazVjU2dSRlRpK3FkdFQ4TEIyMFJMU3hBRWZQd2pWeTdLYzMzM1AvOGIyN2J2d0lYbm43TW96MGZMajExdlJDVnNmR0lDMFdqVU9tNXVhZWJnYlNLaVpjU2dSRlNpVXVrMFJrZEdyV092ejR2NnVyb2lWa1JFVkhuWWZrOVVna3dBL2IxOWVTdHZjL0EyMGZLNTlLcHJrRXFsY04wL2ZBWW5uM2g4M20zajR4UDQ3U09QNDlWdHJ5RVFHQU1FQWZWMXRUaHEvUkg0K05WWDVEMCs2NkdISDhWRER6OEtBRGh3N1JyY2R2T04xbTJEUThQNC9STlBZZHYyMXpBeUVrQmFWZUgzK1hERTRZZmk4ZzlkZ3FiR2hvSjF2dmpTSzNqeTZUL2hyYmZmUVNRYWhjdnBRa3R6RTg0ODQzUnNPUDNVZlg2Zm80RXgvTk9YYmtBNEhFRlhad2UrZWVOWFVGWGxtZGRydGRJeEtCR1ZvTkdSVVNoVGI3S0NJS0NydTR1RHQ0bEt3T1l0VzNITHQ3NkRkRnFGM1c1RFEzMDlJdEVvK2djR0VSZ2J0NEpTYzFNalVxa1VncE9UU0tkVmVOeHVWRmRYQVFEcTYvZTBESStOVCtDem4vOENETU9FSkVtb3I2dUZiaGdZSDUvQXBxZWZ4VXN2YjhHM2IvMDZHcWVGcFdReWlXL2Q4WDI4dlBsVkFJQWtTZkQ3ZkloRW8zanJuWGNoU2RJK2cxSTBGc09OMy9nM2hNTVJ0RFEzNGNici81a2hhUllNU2tRbEpwbE1Zbng4M0RwdWFXbUIzV1lyWWtWRUJBQzZydU83Ly9uZlNLZFZuSFRDY2ZqczMxMERsOHNGQUFnR0o3SHBtV2V0KzM3Mzlwc0JBTmQvN1daczI3NERHejd3Zml0RTVkSTBEUzNOemJoczQwVTQ5cGlqNFhJNkFRQzdlbmJqaHB0dVJTUVN4YjMzUDRqLzkrbFBXSTh4VFJPMy9mdC9ZUE9XcmJEYjdmam9oLzhXcDcvL1pMaWNUaGlHaVYwOVBkaXlkZnRldjVkMFdzVk5OOStPd2FGaDFOWFc0bXRmL1JmVStQMzcvUnF0UkF4S1JDWEVNQXowOXZaWngxVWVEMnByYTRwWUVkRytHYVlKUTllaDZ6cDB3NEN1YVRBTUE1cXV3OUIwR0tZQkU1a1BlSmdtQU1HNm5ucyswOUc4NTV4Z0l2Tjh1ZzVOVlpGV1ZUUTJOQmJ0KzV3SVRpSVV5cXlNZjg1WloxZ2hDUUJxYTJ1dzhlSUw1djJjZGJVMStNNXQzNFRkbnYvSDBPcFYzVGovbkxOdzF6MzN6UWc5ZjNuK1JXemVzaFdDSU9Bci8veVBPT0x3OTFpM2lhS0F0V3RXWSsyYTFRVy9wbUdZdVAyTzcrT050OTVHZFhVVnZ2YlZMNkt4Z1l2WEZzS2dSRlJDaG9lRzh6YTc3ZWpzS0hKRlZFbDB3NENtcXRBMERicHVRTmMxR0xvQmRlcGZYYytlMS9NdVM4a3dqRXpvMGpSb3FycWtYMnRmL0Q0ZlpGbUNwdW5ZOVBTZmNOQ0JheUZKMG40OXA5MXVuL1c4cnV2dys3d0FnT0RrWkNZNFRuVy8vK0hKcHdFQTd6dm02THlRTkZjLy90a3Y4UHlMTDhQbGN1SEdyM3dSN1cydEM2eStNakFvRVpXSWFEU2F0NzFBUjN2N2ZyOEpFeG1tQ1YzVHBvS0dCbFZUb2FvcU5FMkhwbVdPTlZXRHJ1dlc1QUdhbmQxdXcwWG5uNFA3SDNnWVQyeDZCdHUyNzhEWloyN0FCOTUvQ254VG9XWWgwbWtWTDd5MEdUdGZmd01EUThNWUdSbkYrTVFFREdPcWpjMDBZUmlHOVg3d3hwdHZBUUNPUHVxSWVYK3Qzeno0T3p6eTJCOWd0OXR3L2I5Y2h6V3J1eGRjZDZWZ1VDSXFBYnF1bzM5Z3dEcjIrLzJvcnE0dVlrVlVEblREZ0pwS0k2MnFTS2ZUVU5QcFRQQ1pDa0hhVkJmWWNwQWthZHBGaENUSkVDVVJraUFDZ2dBQm1ja0pFQVFBcG5VOTk3eGdJdSs4Ymhvd3AxcVUxS25XMW1MNjhCV1hvYVdsR1hmZisyc0V4c1p4NXkvdndTL3Z2ZytublhvU3JyN3lNdmk4OHd0TWI3M3pMbTY1N1E1TUJJTUFBSi9QaTdhV0ZoeDZ5RUhRZFFOLyt2TmY4dTZmVHFlaEtKbUpIZ3NaVS9UN0o1NENBS3p1N3NhNkE5Yk8rL0dWaUVHSnFBVDA5L1ZiVzVUSWtvU1cxcFlpVjBTbFFwMEtRZWwwR3FsVXlncEY2WFRhK3AxWkxLSW9RcFpseUxLY0NUdWlDRW1XSVV0U0p2REljdVpjVGlBU1JSR2l1SFJMOG1XNzNyS3ZReW5ZY05xcE9PMlVrL0RpeTF2dyt6OCtpUzFidCtPSlRjOWcrMnM3Y2NmdE4xc0RzdmRGVVZLNDZaYmJFUTVIY016UjYzSE5SNjlDUzNPVGRmdVdyZHRuQkNVNVoxWCtSQ0k1NzlyLzhlOC9aWTFQK3Zmdi9SZXUvZHhuSUlxY1ViczNERXBFUlJhY0NDSVdqMXZIblYyZGtKYndnNGRLaTJFWVU2MUI2b3d3cEtiVFdJek9zRXo0a1dDVGJaa1FaSk5oczlreXg3Wk1FSkpsZVVrRHowb2pTUktPZjk5N2Nmejczb3RYWHQyR20yNjVIYU9CTVd4NitsbWNlOVlaYzNxT2JhL3RRRGdjZ1NnS3VQWnpuODRiSEE1a051ZWRUaFJGdERRM1pUYnVmZjBObkhyeUNmT3FlOTJCYTNIZFAzd1d0M3pyTy9qelg1NkgyKzNDWi83dk5mTjZqa3JEb0VSVVJHbFZ4ZkRJaUhWY1YxZkhMVXBXc0xTcUlwVlVrRkNTVUpJS2tzbWtOWGgvb2V4MmUrWmlzOEh1Y0VDV0phdFZ5R2F6Y1p6Yk1qanF5TVBSMmRHR250MTlHQnNiejd2Tk1UVllPeGFMelhoY0pKTFpua2lXWlRnY2pyemJETVBBazAvOWFkYXZkK0x4eCtMK0J4N0dVOC84R1JlZWR6YmE1dGtDL2I1ampzWW5QLzRSL09ESFA4TWZubmdLVlI0UFBuTFY1Zk42amtyQ29FUlVKQ2FBdnQ1ZWF3Q3QzVzVIYzA2ek81VXYwelNSU3FXaEtFa2tFMGtrRlFVcFJZRytnUEZDc2lUQmxnMUREanNjMmV0MmUxNDNEQzI5L29GQlBQandvN2pnM0xQUWxUTWpkZHYySGVnZkdBSUFyRm05S3U4eDJWVzFOMi9aaW1Cd0VyVzFOWWhFb3ZCNnE5SGEyZ3dnTTVqN3JudnV3eFdYYllRa1NZaEVvdmpoVCs1RVgvOEFablBSK2VkaTB6Ti9SakE0aVMvZjhBMzgzLy96RVJ4ejlGR1FaUW1HWWVMMU45N0UxdTA3Y01WbGYxUHdlem43ekEwWUc1L0FyeDk4R0w5NTZIZndlTndMV3Q2Z0V2Qi9HVkdSakkwR3JFR1pBTkRaMmNIVnQ4dVFvUnRJS2trb1NnckpSQUpLS29XVW9zeTV5MHdVUmF0RlNMYmI0SEE0TXExRFUyR0l2eE9sd3pBTVBMSHBHVHl4NlJsNHZkWHdlYjJJeGVMV2JOVVRqejhXSjUzd3ZyekhiRGo5L1hqazhUOGlGQXJqbWs5OURuNmZGNDBORGJqMUd6ZmdrSVBXNGZERERzVzI3VHR3L3dNUDQ1SEhuMENWeDQyeDhRbFVWWG53c2F1dndBOS8vTE1aZFZSWFYrR3IvL0pQK1ByTjM4SkVNSWhidm5VSDdIYWJWVTlTVVhEb0lRZnQ4L3Y1OEJXWFlud2lpR2VlZlE2LytOOWZ3ZU4yNCt3ek55ek9pN1dDTUNnUkZVRXFuVVpnYk13NmJteHFoSE9PQTBDcHVOTHBOQktKQkdLeE9CS0p4THdHR050c05yaWNUcmhjTGpoY1RyaWNUdGk0Nm5wSnl4MjMxZGpZZ0NzdjM0Z1hYbm9GbzRFQWhrZEdVVnRiZzJPT1hvK3p6OXlBbzQ0OGZFYXdYZFhkaWE5ODhWcmNmZSt2MFQ4NGhGUXFqVFZyOXJRNlhmL0Y2L0RRN3g3Rk04LytCYU9CekQ1dnA1NThJcTY2Zk9Pc1k1UnluL2Q3Mzc0RnYzdnM5M2oreGMwWUdoNUdPQkpCWFcwdGpqL29tRG1Oa3hJRUFYLy82VThpRkFwaDYvWWQrT0ZQN29UYjdaNzN1S2VWVGxCU0NoZk9JRnBtNzc2N0M4bGtac2FLMCtuQTJyV2NwbHVxbEtTQ2VDS09lRHlPZUR3eDV3VVdIUTRIbkU0bjNHNDNuRTRIWEU0WFJJbURwZWRyK3F5MzVWcVorK0xMUGd6RE1ISERsLzRKUjYyZi8zcEZWRmhnTEFDNzNRNmJ6YmJrc3lZWEExdVVpSlpaS0JTeVFwSWdDT2pzNmlweVJaUmxtQ2FTaVFRUzhRVGk4VGdTeWVRKzF5RVNSUkVPaHdNdWx3c3VseE11cHdzT3A0TmRabVZzSWhpMEZudmt1RUZpVUNKYVJvWmhZSGg0enl5M3BxWkdibmhiUkladUlCNlBJeGFQSVo1SVFFa3ErM3lNTEVsd2U5endWRlhCNC9iQTZYVHM4ekZVWGphL3NoVUFVRnZqejF2WGlDb1RneExSTWdxTUJxeXVHNXZOaHJxNnVpSlhWSG1TeVNRaWtRZ2kwU2hTT1lQcEM3SGI3WEM3M2FpcThzRHRkaGZjbTR2SzErRFFNSHhrSDRDMUFBQWdBRWxFUVZSZUw2cXFQSGhuVnc5K2VjOTlBREl6dzlneVNBeEtSTXNrbFU1amZHTENPbTV2YitPYjhETFFkUjN4V0J6aFNBU3hXR3lmWTR5Y0xpYzhiZzg4SGc4OFZSNHUvbGtCWHQyNkhULzY2UzlRNWZFZ09yWGUwYm9EMStLaTg4OHRjbVZVQ2hpVWlKYkpRTTZhS0Y2dkZ4NlBwNGpWckd5cFZBclJhQXlSU0FTSlJLTGcvUVJCZ052bHluU2xlVEl0UnFVK3NKUVdYMHR6RStycWFoRUtoZERTM0lTVFR6d09HeSsrQUhZN3U4V0pzOTZJbGtVb0hMYUNraUFJT0hEZGdiQnhzY0JGWTVvbVl2RTRvcEVvb3RFb1ZGVXRlRitiellicTZtcDR2ZFh3ZUR4czFTdHh4WnIxUmt1SHM5NklLSTlobWhnZUdyYU9HeHJxR1pJV2dhWnBpRVNqaUVhaWlNZGlNTXpDZi9PNTNXNTR2VjVVVjFmTjJDcUNpR2h2K0c1TnRNUnlCM0RMc295R2hvWWlWMVMrRE4zQVpEaUUwT1NlSlJabUkwb2lxcXVxNFBYNlVGWGw0WDVuUkxSZ0RFcEVTeWlWVG1OOGZNOG1tYTJ0TGV6cW1TZkROQkdOUkJHYW5MUUcyczdHNFhDZ3Vyb0tYcStYR3dzVDBhSmhVQ0phUXJrRHVEMGVEN3hlYnhHcktTK3hXQXlUa3lGRW85R0NpejdhYkRiNC9UN1UxTlJ3Mmo0UkxRa0dKYUlsRWc2SDk2ekFEYUN0dmEyNEJaVUJKYWxnTWhSQ0tCUXFPSTFmRkVYNGZUNzRhMnZnZHJtV3VVSmFidE5iWUEzREtQbkJ2MVRZOUQ5NnlxR0ZuVUdKYUFrWXBvbWhuQUhjZGZYMVhJRzdBRlZWRVpvTVlUSVUydXNHczlYZWF0VFUxTUJiWGIyTTFWR3BFQVFCZ2lBZ3JhYmhkSEFENlhLVlZ0UFd6N0pjTUNnUkxZRzhBZHlTaE1aR0R1Q2VMaHFMSVRnUlJEUWFMWGdmajlzTmYyME5mRjR2V3hFSWdpQkFWVlVHcFRLbXFtcFpoU1NBUVlsbzBhWFNhVXprRE9CdWJtbm1oL3dVWGRjeEdaekVSREJZY0swanA4TUJmMDBOL0g0ZlpDNmpRTmpUbWlRSUFoUkZRWlducXV3K2JDbXozcG1pS0JCRnNheGFsZmd1UkxUSVJvWkhrRjNSeCtseXd1LzNGN1dlVXBCSUpEQStNWUZJT0RMcjdaSWt3Vi9qUjQzZkQ2ZVRyUVdVVHhBRWEyRkNUZE1RalVZNU1hSU1SU0lSR0lZQldaYXRzRlFPR0pTSUZwR1NWUEs2a3RyYjJvdFlUWEVaaG9ISlVBakJpU0JTcWRrM24zVzczYWl2cTBPMXQ3cHMzalJwZVFtQ0FOTTByYkFrU1JMaWlUaGNMaGRzSFBkWE50THBOT0tKT094MmUxNUlLb2YvOXd4S1JJdG9lSFRFdXU3emV1RjBWdDRxMEpxdVkyeHNESlBCeVZtbjlVdWlDTC9majlyNk9qZzRwWi9tSU50Tmt3MUt1cTRqRkE2aG9aNWovOHBGS0JTQ0pFbVFKSWxkYjBTVktwRklJQjZMVzhlTnpVMUZyR2I1cGROcEJBSmpDSWZETUdmWlRzVGhkS0Mrcmc0K3Z4OWltYnhCVXVuSTdYNlRaUm1xcW1Kd2FCQWVqd2QrSDd1M1MxVTRIRVlzSG9Na1NYbDd1NVZMU0FJWWxJZ1d6ZER3bnVVQWF2eitpbWt0VVpJS0FvRUFJclBNWGhNRUFUNnZGM1gxZFhCeHpTTmFvT3lIYXJaRktmZDhQQjVITXBtRXcrR0EzVzZIMCtIa0pJQWkwalFOU2txQm1sYWhwQlJyVEZMMndoWWxvZ29WalVhaEpCWHJ1S2tDV3BPaTBTakd4c2FSU0NSbTNDWktJdXBxYTFIZjBBQ0pNLzVvRWVTR3BkeHpvaWhDMTNVa2swbkU0M0dZcG1sZGFIbmx6azdNaGxxNzNXNTF1WlZqU0FJWWxJZ1d4ZWpJcUhXOXRxNTJSZjlGRzQxR01Ub2FnS0lvTTI2elRXMzY2Ni94YzBrRVduVFpEK0RzOWR6dU9FbVNZQmpHakpERXdMVDBja1BQYkQrWDdML1o4K1VVa2dBR0phTDlGZzZIb1V6TjZoSUVBVTJOalVXdWFHbkU0bkdNRG84Z09VdEFjamdjYUdoc2dNL25RM205QlZLNXlYN1labWZDWmJjME1VM1RDa29BQTFJeDVNNWt5d2FpM0RGSjVkYVNsTVdnUkxTZlJuSmFrK3JxNnZMR1VLd0V5V1FTdzBQRFNFenRXNWZMN1hham9hRWUxZHhXaEpaUjdnZHlibkJpYTFMeHpOYXFORDBjbFdOSUFoaVVpUGJMNU9Ta3RjSzBLSXBvYkZnNTA1V1ZwSUtSa1JIRTR2RVp0N2xjTHJTME5NUHRkaGVoTXFLWkg4d0EySnBVQW1ZTFJlVWFrTElZbElqMncraG93THBlWDE4UFVTci9jVG1hcG1Gb2VIaldWYlNkVGdlYW1wdFJYVlZWaE1xSVpwcitnWnp0a3FQaVdXbXZQNE1TMFFJRko0TFFOQTFBWmhIRit2cTZJbGUwZjB6VFJHQnNET05qNHpQK0luYzRIR2hxYW9MWHl5NDJLbTByN1VPYWlvOUJpV2dCVE5QRWFHQlBhMUpEWTBOWnovSUtoeU1ZSGg2MmdsK1d6V1pEVTNNVC9ENWZrU29qSWlvdUJpV2lCWmlZbUlDdTZ3QXlHN3JXMVpWbmE1S2lLQmdjR0p3eGswMldaVFEyTmFLbXBvYXoySWlvb2pFb0VjMlRZUmdJakkxWngwMk5qV1hYM0s5cEdrWkdSaEVLaGZMT2k2S0lob1lHMU5mWGxkMzNSRVMwRkJpVWlPWXBHQXpDMERPYnZjcXlqSnJhbWlKWE5EOFR3U0JHUjBabmJGanI5L3ZSM05JTWVZVXRiMEJFdEQ4WWxJam13UVF3UGo1aEhUYzJOSlJOeTBzcWxVTC93RURlVml0QVpxcC9XMXNybkU1bmtTb2pJaXBkREVwRTh4QU9oNjBCejZJa2xrMXIwdWpvS01iR3h2UE8yV3cydExTMGNDWWJFZEZlTUNnUnpjTjRUdGlvcnkzOWNUeUpSQUw5L1FQV29wakExRFlyVFUxbHY1d0JFZEZ5WUZBaW1xTjRQRzV0QkNzSUF1cEtPR2dZdW9HaDRlRVpnN1hkYmpmYU85cGh0OW1LVkJrUlVYbGhVQ0thbzRtY3NVbCt2NjlrOTNRTGg4SVlHaDYybGk4QU1rc1lOTGMwbzhidkwySmxSRVRsaDBHSmFBNVVWVVVrR3JXTzYwdHdUemRkMXpFNE1KaFhKd0JVZTZ2UjN0Wldzc0dPaUtpVU1TZ1J6Y0hZK0o2eFNkVlZWWERZN1VXc1pxWmtNb25lM3I2OGxiVmxTVUpiZXh1cXF6bFltNGhvb1JpVWlQYkIwQTFNQmlldDQvcjYraUpXTTlOWVlDeHZPeFVBcUttcFFVdExjMWx2cTBKRVZBb1lsSWoyWVNJNFlXMFM2M1E2NGFueUZMbWlERTNUME5mYmgwUXlhWjJ6Mld6bzdPeUF5K1VxWW1WRVJDc0hneExSWGt4ZllMSlVwdFJIbzFIMER3eFlLNFFEbVpXMVc5dGFJWmI0a2dWRVJPV0VRWWxvTDBLaGtEVjdUSlpsK0lvOGE4dzBUUXdQanlBWURGcm5CRUZBZTFzYmZINWZFU3NqSWxxWkdKU0k5bUppV210U01kdHFVdWswK25yN2tFcWxySE1PaHdPZG5SMXdPQnhGckl5SWFPVmlVQ0lxSUI3YnM4Q2tLSXFvcmEwdFdpMlRvUkNHQjRkZ1RJMlZBZ0NmejR1MjluWjJ0UkVSTFNFR0phSUN4bk9XQktpdHFTbktERExETURBd09JaElPR0tkRXdRQmJXMnQ4SFB4U0NLaUpjZWdSRFFMVlZVUmpjV3M0L3FHNVY4U1FGVlY5UFRzUmpxZHRzN1o3WFowZFhXeXE0MklhSmt3S0JITkluZmRKRzkxTldSNWVmK3JLRWtGUFQwOTBJMDlzOXA4UGkvYTJ0cTROaElSMFRKaVVDS2FSZTZzc3ByYW1tWDkydEZvRkgxOS9kYmFUUURRMHR4YzBwdndFaEd0VkF4S1JOUEVvakZvVTBzQ1NLSzRyRnVBVEV3RU1UdzhiQjBMZ29ET3pnNXVRMEpFVkNRTVNrVFRUSVpDMXZYYXV1VnJ4UmtjSE1MazVKNHVQMG1Tc0txN0cwNlhjOWxxSUNLaWZBeEtSRGwwWFVja0hMYU9hNWVoMjgwd0RQVDE5U09XTTNqYzRYQmcxYXJ1WlI4YlJVUkUrZmd1VEpRakZBb2pPekxJNC9IQVpyTXQ2ZGZUZFIwOVBidXQ5Wm9Bd09OMm82dTdpNE8yaVloS0FJTVNVWTdKbkVIYy9wcWxYYWNvbFVxaHAyYzNORTJ6enRYVTFLQ3RyWFZKdnk0UkVjMGRneExSbEdReUNXVnFleEJSRk9IM0xkM2VhWXFpb0dkWC92VC9scFlXMU5VVmIvVnZJaUthaVVHSmFFcnVJRzZmM3dkaGliWUdVUlFGdTNwNllFeUZKRkVRME1HWmJVUkVKWWxCaVFpQWFab0lUKzRKU2pVMVN6T0lPNVZLWlVLU25nbEpraVJoMWFwdU9KMmMyVWEwR0hMWEg2T0ZXYW8vRXNzVmd4SVJnSEFrWW5XRDJlMTJ1RjJ1UmY4YXFWUUt1M2JsaDZTMWE5Y3MrWUJ4b3BVc054aGxyek1zTFp3Z0NEQk5NeThzVlhwd1lsQWlBdkxXTDFxS2NVTHBkQnE3ZHZWQXp5NWtLVWxZczJZMVF4TFJBdVdHb3VtWDZmZWhmWnNlakhJdnM5Mm5rakFvVWNYVE5BM3hXQndBSUFEdyt4ZDN0bHM2bmNhNzcrN0tDMG1yVjYrQzNXNWYxSzlEVkNseVE1RmhHQkFnUUpJbGlJSUlXWmE1dE1aK01Bd0RtcWJCTUEzb21nNERCZ1JCc0Y3VFNneExERXBVOFlLNUcrQjZ2WkFrYWRHZVcxWFZ2SkFrU2lKV3IxNEZoOE94YUYrRHFKSmt3MUgyWXJmYjRYUndqTjlpRVVWeHp4OXhqc3prazdTYWhtbWFFRVVSb2loV1hGaGlVS0tLRjV5WXNLNHY1aUR1NlNGSkVrV3NXc1dRUkxSUXVTRUpBRHh1ejZMK1lVTXpPWjFPeURZWmlxTHNtYWxiWVdHSjdaTlUwZUx4dUxVQnJpaUpxS3F1V3BUbjFUUU43NzY3eTFwTU1odVNPTHVOYUdGeXU5b013NERiNVdaSVdpYXlKTVB0Y2tQWGRSaUdNV01zMkVySG9FUVZMUktKV3RkOWk3VEE1UFNRSkdaREVqZTNKVnFRM0pDazZ6cnNOanZISVMyemJKZGNKWVlsL3FaUlJRdmxMakxwM2YrZ1pCZ0dkdTNxZ2FxcUFES0xTYTVhMWMyUVJMU2Zza0ZKRkVXMnpCYUp5K21DS0lwV1VLb1VERXBVc1JMSlpONGc2Nm9xejM0L1oyOXZIOUxwTklETTdKRHVWZDF3TGNHYVRFU1ZKTGRGaWJORmk4dHVzN05GaWFoU1JNSVI2N3JQNjkzdjUrdnI2ME04SHJlT096bzc0SGE3OS90NWlTcFo3bnBKaG1GQUVqa3VxWmltdHloVlFsaGlVS0tLRlY3RWJyZlJrZEc4OFU1dDdXM3djdTgyb2tXUk80aWJBN2lMUzVabDYyZFJDU0VKWUZDaUNxVW9DdFNjd2RiN005dHRNaFRDMlBpNGRkeFFYNCthUlY2MGtxalNaYnQ2S21sYWVpbktibkZTS1NFSllGQ2lDclZZM1c2eFdBeURBNFBXc2RkYmphYm1wdjJxallqeVZWSTNUem1vdEo4SGd4SlZwSEJrVDFEeStoWVdsQlFsaGQ3ZVB1dlk3WEtobzdOenYyc2pvcGtxclJXamxGWGF6NEpCaVNwT09wMUdLcFVDTU5YdFZqWC9iamROMDlEVDAyTzlXVGdjRG5TdjZnWTdCWWdXVnlWOUlKZWpTdmo1TUNoUnhRbUZ3OVoxcjljNzd6RVBwbWxpOSs3ZGVadmNybHJWelFYd2lJaFdJTDZ6VThYSkhaL2s5YzUvWnRyUThEQVVKZE1pSlFEbzd1NkdMSFBiUkNLaWxZaEJpU3FLcXFwUUZBVkFadlpHOVR5bjhJZENJVXdHSjYzamx0Wld1TGpxTmhIUmlzV2dSQlVsdkIvZGJrcFN5WnZoNXZmNVVGdGJzNmoxRVJGUmFXRlFvb3FTdXlqa2ZHYTc2YnFPM2IyOXlBNWJkTHFjYUd0dlcrVHFpSWlvMURBb1VjWFFkUjJKUkFMQVZMZmJQR2E3OWZYMVE1dGFvRktTSkhSM2QzUGhPeUtpQ3NDZ1JCVWptdE9hNVBhNDV6eExiV0ppSW04UHQvYU9kc2pjUm9Gb3hWSlZGVis2NFNaYzhkRlA0b1dYTmhlN0hDb3lCaVdxR05GWXpMbysxMEhjU2lxRmtaRlI2N2l1dG5aZUxWRkVWSDZHUjBheFkrY2JpTWNUZVBhNTU0dGREaFVaNXpSVHhZaEY5N1FvelNYc21LYUp2dDYrdkVVbG0xdWFsNncrSWlvTkhlMXR1UEM4czdHN3R3K1hYSFRlZmozWDJQZ0Vubi9oSlhpcVBEajkxSk1YcVVJZ25ramc1YzFiTURBNGpDc3YzN2hvejBzek1TaFJSVWdrRXRBTkEwQm05MnVIdzdIUHg0d01qeUNkVGdNQVJFRkFWMWNueHlVUlZRQkJFUER4ajF5NUtNLzEzZi84YjJ6YnZnTVhubi9Pb2p4ZjFpT1AvUUYzM1hNLzFxenVabEJhWXV4Nm80b1FpK1owdTgxaGtjbFlQSTZKWU5BNmJtMXRoZDF1WDVMYWlJaW9kREVvVVVXWXovZ2tYZGZSbjdQWmJiVzNHdjRhLzVMVlJrUkVwVXRRVXNySzM5R09LcHF1NjNqOTlUZXM0ME1PT1hpdk05NTZlblpiczl4c05oc09PR0F0OTNFaktoTERNR0FZQmxSVlJUcWRSbU5ENDdKODNVdXZ1Z2FwVkFyWC9jTm5jUEtKeCtmZE5qNCtnZDgrOGpoZTNmWWFBb0V4UUJCUVgxZUxvOVlmZ1k5ZmZVWGU0MmR6NE5vMXVPM21HNjNqd2FGaC9QNkpwN0J0KzJzWUdRa2dyYXJ3KzN3NDR2QkRjZm1ITGtGVFk0TjEzNi9mL0MyOC9NcXJCZXUrNzY2ZndtNjM3YyszdmsrQnNRRHNkanRzTmh0RVVWeng3NDhjbzBRclhqUm5FTGVueXJQWC85U2hVQ2h2S1lET3pvNFYveVpBUkhPM2VjdFczUEt0N3lDZFZtRzMyOUJRWDQ5SU5JcitnVUVFeHNhdG9OVGMxSWhVS29YZzVDVFNhUlVldHh2VjFabEpKUFgxZGRiempZMVA0TE9mL3dJTXc0UWtTYWl2cTRWdUdCZ2ZuOENtcDUvRlN5OXZ3YmR2L1RvYXA4SlNiVTBObXBzYUVZdkhFWXZGSWNzeTZ1dHFyZWNUUlk2alhHd01TclRpNVkxUDJzdHNOOE13TUR3MGJCMzdhL3h3dVZ4TFdoc1JsUTlkMS9IZC8veHZwTk1xVGpyaE9IejI3NjZ4M2lPQ3dVbHNldVpaNjc3ZnZmMW1BTUQxWDdzWjI3YnZ3SVlQdk44S1ViazBUVU5MY3pNdTIzZ1JqajNtYUxpY21iMGpkL1hzeGcwMzNZcElKSXA3NzM4US8rL1Rud0FBZk9idnJnRUEvT3JYRCtLdWUrNUhWMmM3dm4zclRVdjZmVmM2QmlWYThTS3hQUzFLVlhzWm56UTZNbXJOakpNa0NhM05MVXRlRzlGeU1Rd0RNQUVUSmt4ejVxWFFiVEF6UzJYazNtYmtuamROd0RSaG1FWm1peC9UelB0WHlOeDF6M25BV25JRHBnbFQyUHRqZE1PQW9ldFFOUTNxTW5hOXpXWWlPSWxRS0xOZjVEbG5uWkgzaDFSdGJRMDJYbnpCdkorenJyWUczN250bXpPNnkxYXY2c2I1NTV5RnUrNjVEMXUyYnQrL3dtbS9NQ2pSaXBaS3BXRG9tZkFqU2lLY0JaWUZVQlFsYjVaYlMzTXpSSWxkYnJROGRNT0FPVFVXeHpDTVRCZ3hqS256bVJCaTZEcE13NFJ1Nkh2T0cwWW1vQmdtREYzUDNHL2FlU3VVbEtuc2E2SnBHalJWTFdvdGZwOFBzaXhCMDNSc2V2cFBPT2pBdFpEMmM1WCtRck5wZFYySGYyby95dURrSkV6VDVQSWtSY0tnUkN0YVBKNndybGQ3Q25lN0RRd09XdGRkTGhkbnVkRzhtRk10SDdxbVdSL3FobUZBMDNVWW1nNU4xNkZyV3VZK3VtNWRNdUdtdklOTUpiSGJiYmpvL0hOdy93TVA0NGxOejJEYjloMDQrOHdOK01EN1Q0RnZIcHRzVDVkT3EzamhwYzNZK2ZvYkdCZ2F4c2pJS01ZbkptQVltZCtOYkhEZTMxQkdDOE9nUkN0YUltZGd0dHZqbWZVK2s4RkpLRW5GT203dmFGL3l1cWkwcWFvNjFZS2hRZFUxNktxV09kYjFURXRQTnZSTS9Wc09yVGFpSUZndEVzTFU5ZHdMQkVEQXpQUFdiWUl3NDNicnZDaEN6QndnMitaaHRYNElBZ0J6ejIyei9Xdk9QRzltbnQ1cVlWTlZGZXJVeHRURjlPRXJMa05MU3pQdXZ2ZlhDSXlONDg1ZjNvTmYzbjBmVGp2MUpGeDk1V1h3ZWVjWG1ONTY1MTNjY3RzZFZvdTJ6K2RGVzBzTERqM2tJT2k2Z1QvOStTOUw4VzNRUERBbzBZcVd1MzZTeCtPZWNidWhHeGdaM2JPWFcyTkRBeHhjV0hKRjBuVjlUd0RTZFdpcWhyU2FoajRWaUxMbmRWMHZkcWtRQkFHaUlFQ1VKRWlTWkYwWEpSR1NJRUtRUkVpU0JGbk1uQk5GQ2FJb1pPNmJjMTBRUllobDNsMHpmWG1BVXJEaHRGTngyaWtuNGNXWHQrRDNmM3dTVzdadXh4T2Juc0gyMTNiaWp0dHZ0Z1prNzR1aXBIRFRMYmNqSEk3Z21LUFg0NXFQWG9XVzVpYnI5aTFidHpNb2xRQUdKVnF4MHFtMDlhRW5paUtjczd4NURZK09XUGV4Mld4b3lGbXZoTXFEcnV0UTB5clNtZ3BOVlpGVzFUM0JSOU9ncXVxeWhaL3NtakxaY0NOSlVpYlVpRk9CUnhLdGNDT0praFY0c3ZmTlBwWktueVJKT1A1OTc4WHg3M3N2WG5sMUcyNjY1WGFNQnNhdzZlbG5jZTVaWjh6cE9iYTl0Z1BoY0FTaUtPRGF6MzE2eGl6YjRad051YWw0R0pSb3hZb245b3hQOHN6UzdhWWtGVXdHSjYzajlvNTJEcFlzTVpxdVEwdXJtZFlFVFlXYVRtZTZZRlJ0NnQrbEdkeHJzOWtnU3hKc05oc2tXWVpza3lGTGNxYWxKaHQwcG9LTm1CTjBxRElkZGVUaDZPeG9ROC91UG95TmplZmRsbTJoanVXMGJtZEZJcGtadWJQdFAya1lCcDU4Nms4RnYyYjJlYU94ZU1INzBPSmdVS0lWSzNmaHlObTYzUWFHOWd6Zzl2djk4TGhuM29lV1RxYTFSNXRxQlVwUHRRU3BVTk9ac1NpYXBpM3EyQjlwS3ZqSXNqeDF5UnpiWkJ0a201d0pSRk5kWFVTejZSOFl4SU1QUDRvTHpqMExYWjBkMXZsdDIzZWdmMkFJQUxCbTlhcTh4MlJYMWQ2OFpTdUN3VW5VMXRZZ0VvbkM2NjFHYTJzemdNeGc3cnZ1dVE5WFhMWVJraVFoRW9uaWh6KzVFMzM5QXdWcmFXek1MSk1RQ0l4aDYvWWRPT0t3UXhHTHhlRjJ1N25vNUNKYk1VR3BQem1CVjBOOWVEczJoTGVqbzVoVW1iSXB4N3RUbDBMaUFBYjNjanVWaEdyQmdUYXhHdTJTSDJ2a09qUUlIa2lpQ05sdWc5MlcyVkxCYnRzVGZHeXlEYklzUVpaWHpGc2RGWkZoR0hoaTB6TjRZdE16OEhxcjRmTjZFWXZGTVJrS0FRQk9QUDVZbkhUQysvSWVzK0gwOStPUngvK0lVQ2lNYXo3MU9maDlYalEyTk9EV2I5eUFRdzVhaDhNUE94VGJ0dS9BL1E4OGpFY2Vmd0pWSGpmR3hpZFFWZVhCeDY2K0FqLzg4YzltcmVYbzlZZWpycllXRThFZ3Z2cTFtMUhqOXlNYWkrTHVPMys4NUZ1WVZKcXlmL2RJR3hydUczZ0Jqd3h2Z1lIU24zbENSQXNYTlZONFEwL2hEWDBjbTlMdjR2eVdvL0NoanVNZ0MxenppcFpHN2haR2pZME51UEx5alhqaHBWY3dHZ2hnZUdRVXRiVTFPT2JvOVRqN3pBMDQ2c2pEWjNUZnIrcnV4RmUrZUMzdXZ2Zlg2QjhjUWlxVnhwbzFlMXFkcnYvaWRYam9kNC9pbVdmL2d0RkFacCszVTA4K0VWZGR2bkd2WTVUc2RqdSs5dFV2NGlkMzNvVzMzMzRYOFVRQ2ExYXZnc1QxM3haZFdXK0syNXNZeDNmZWZnekRTcWpZcFJCUmtYUzU2L0dwMVdlZzIxTmY3RkpvQ1JSclU5eUxML3N3RE1QRURWLzZKeHkxL29obCtacmxvdEkyeFMzYjcwNHhWSHo3clVjWWtvZ3FYRzlpSFAvKzlpUFF6T0pQNjZlVllTSVl0Qlo3Yk02WnJrK1ZxV3lEMHIxOWY4Vm9LbExzTW9pb0JJeW1JdmhWL3d2RkxvTldpTTJ2YkFVQTFOYjQ4OVkxb3NwVWxrSHByZGdJSGgvZFd1d3lpS2lFUER5OEdXL0dob3RkQnBXaHdhRmh4S2FtMmIrenF3ZS92T2MrQU1EWloyN2draUZVbm9PNUh4dDVsY08yaVNpUENXQlRZQWZXVmJVVXV4UXFNNjl1M1k0Zi9mUVhxUEo0ck5YODF4MjRGaGVkZjI2Uks2TlNVSlpCYVNnNXVlODdFVkhGR2VSN0F5MUFTM01UNnVwcUVRcUYwTkxjaEpOUFBBNGJMNzZBMCt3SlFKa0dwVEdPVFNLaVdRd2xnOFV1Z2NyUVVldVB3RS8rNjQ1aWwwRWxxaXpIS0NYMDB0Z1lrWWhLQzk4YmlHaXhsV1ZRSWlJaUlsb09ERXBFUkVSRUJUQW9FUkVSRVJYQW9FUkVSQ1ZyK2pwR2htRVVxUklDWnI3K2xiRE9GSU1TRVJHVlBFRVFJQWdDMGlvSDdCZFRXazFiUDR0S3dhQkVSRVJsUVJBRXFLcGE3RElxbXFxcUZSV1NBQVlsSWlJcWNka1dERUVRb0NnS1RKTjdNeFNEYVpwUUZDWHY1MUVKR0pTSWlLaWtDWUlBVVJRaGlpSU13MEEwR2kxMlNSVXBFb25BTUF6clo4R2dSRVJFVkdUWkQrTnNXSklrQ2ZGRW5GMXd5eXlkVGlPZWlFT1NwTHlRVkFsaGlVR0ppSWhLV3JhYkp4dVVSRkZFS0J3cWRsa1ZKUlFLUVpLa3ZLQlVDU0VKWUZBaUlxSXlrTnY5SnNzeWRGM0g0TkFnQTlNU0M0ZkRHQndhaEdFYWtHVzU0cnJkZ0RMZEZKZUlpQ3BIOWtNNTI2S1VlejRlanlPWlRNTGhjTUJ1dDhQcGNFS1crZEcyVUpxbVFVa3BVTk1xbEpRQ3c4Z0VwT3lsRWx1VStOdEVSRVFsTHpjczVaNFRSUkc2cmlPWlRDSWVqOE0wVGV0Qzg1TTdteTBiU3UxMnU5WGxWb2toQ1dCUUlpS2lNcEg5QU05ZXorMk9reVFKaG1ITUNFa01UUHVXRzNwbWUxMnovMmJQVjFKSUFoaVVpSWlvakdRL3JFM1RoQ0FJMW5SMTB6U3RvQVF3SUMzRTlCbUd1WUdwMHRaT3lzV2dSQVU1UlJzVVkrRlRjQzlzZXkvT2FEa2NBRENZQ09MbW5ROHVWbWt6SEZuVGpXTnExd0FBZnQ3eko2VDJvKzZsOXY3R1EvQzVkZWRZeHk5TXZJMWJkajVVeElveUxtNC9CaDlzT1FJQVlBTDQ5emNld2R2UjRlSVdSVFNMM0EvMDNPREUxcVNGbTYxVmFYbzRxc1NRQkRBb0xkaUpEZXZ3c2RXblFSWkUzTmYzUEI0WmVtVlJuLy9mai9vSXVqME5BSUMzb3NQNDUxZnZtdlYrMzFyL1lheXBhZ0lBdkJzYnhYVmJmckhmWDFzV0pIejJ3RFBSNGE3SFY3ZmZpN2lXbXZkelZNbE9YTnAxUE55U0F3Q1EwQmErUDlNWERyNFFIdG1PSGVFQi9LcnZyN1BlNTREcVpwelR1aDRBY0UvdlgvWXJLRW1DaUVhSEZ5MnVHblI1R3REbHFZZG1HdmlQdHg1ZjhITm1IVm5UamM4Y2VGYmV1UU9yVzlIdXFzVkFNcmpmejc5UUIzdmJjTldxVXlBaTgwYW9tVHBVUXl0YVBVVDdNdjJESFFCYmt4YkJiS0dvVWdOU0ZvUFNBbmhrQi83K3dMTmhGek12M3pWclRzZldVQzhHRWhORnJteHgvTXVoRitHb21sVUFnQnNQdXhRM2JQc1Y0dnI4d3RKVjNTZGJJUW5JQkpuVG1nN0ZVNk03NWwzUGUvenRxSlpkZVlGTkZrUm81dHgyRVhkS05paDZKamkxdW1yUTRxcUJXN0xETFR0UUpUdmh0M3RRWS9QQWIvZWcwZWxGbmFQYUNneFpKb0M3ZTUvRFJHcmhLd0lmNmUvQ3Z4eHlFV1FoTThaaUloMURuYjBLTlhZUHZuN0U1YmgrMjcxRitSMnFjMVRqbnc2K0lPOTdsZ1VKMXg1OFBxNTc1UmNsM1RwSE5QMERQZHNsUnd2SDF5OGZnOUlDMU5pcnJKQUVBQUtBUm9kM3hRU2xCL3BmeEh0OEhiQ0xNdFpVTmVHR3d6YmlodTMzSWFuUHJWWG9QYjRPcXdzbnFpbHdTVGJJZ29TUHJUNE5XeWQ3RVV6SEZsemJ3ZDQyWE5aMUFoUTlQYWZ1S3IvTmplOGY4My93OU9nTy9LYi9CVnpROWw2Y09WWGJmQjFidXdhUERiKzZvTWUrcis0QVhIdndlYkFKbWFuTnIwejI0SllkRCtKVEIzd1FwelVkQ3IvTmpac092d3pYYjdzWC9jdjRlK1NTN0xqKzBFdFFZL2NBQUhiSHg2QWFPZzZvYmthN3F4YWZXM2NPYm52OUlmRHZjeW9YL0pDbnhjYWd0QUJEaVNEZWpZMWFYVjVqcVFoMlJnYUtYTlhpZVMzY2orKzgrUWl1bTJwbE9LQzZCVjgrOUdMY3VQMStxS2ErMThmNmJHNTgvcUJ6cmJhSk8zYzlqV2FYSHhzN2prTzE3TVRuMXAyREc3ZmZCMk9CSDcwSFZMZmdDSDhYVEFCZG5nYjB4c2YyZXYvejJvNkdXN0xqbk5iMTJCbWUvV2VrNkNvbTFUaEM2Y3dsbUk1aEloWEZlQ3FHOFZRRUU2a1lKdEpSNkhOc3dacnVvdlpqOE9HY2JxMHRrN3R4Njg2SG9KbzZ2dmZXWTlCTkF4dWFENFBQNXNZM2p2aGJmTy9OeC9CUzhOMEZmYTM1c0lzeXZuVG94ZWlhNnVJTnF3bDhjOGNETUdIaTIwZGRqV3JaaGVQckQ4REhWcCtHLzluMTFKTFhRMFJVaWhpVUZzQ0FpYTlzdXdlbk43MEhzaURocWRFZFZ0Zk9TdkhYOGJkeDU2NW44TEhWN3djQUhPcnJ3SFVIbjQ5YmR6NVVNT1RZQkFuL2ZNaUZxTFZYQWNnRWdpZEhYNE5kbEhGYzNRRm9kOWZoY0g4bnJsbHpPbjcwN3BNTHF1c1B3MXR4YWVmeDhNZ09YTnA1UEc1Ny9iY0Y3K3NRYlZiclVXOThETStOdjRuRC9KM1c3ZGR1K1RrR0VrR2tsMmdzamxPeTRkTUhuSW1UR3c2eXpqMDM5aWErOCtZalZyZWhDZUQ3Yi84ZXVtbmd6SllqVUMwNzhhVkRMOFlqUTYvZ1o3dWVnYmFQWUxwUWRsSEc5ZS81Rzd6SDF3RUFVQXdWMzl6eEFNWlNFUURBYlRzZnhsY1Ayd2haRUhGKzI5RlFEUjIvMlAybkphbUZpS2lVY1F1VEJWSjBGWThPYmNGdkIxOUdWRXNXdTV3bDhkdkJsL0hrNkd2VzhiRjFhL0dwQXo4NDYzMGxRY1FYRHJrUUIzdmJBQURCZEF4M3ZQa29BQ0J0YUxqOWpkOVpnZVNjMXZXNHRQUDRCZFdrR0NyK01MSVZBSEI4L1lGb2RkVVV2Ty9aclVlaVNuWUNBTzd1L2N1TTI4ZVU2SktGcEFPcW0vSHRvejZTRjVMdTY1SDN4b2NBQUNBQVNVUkJWUHNydnZYR3c3T09yZnJCTzMvRVQzYzliYlZhbmR0NkZQNXQvWlY3L2Y0V3FscDI0V3VIWFdxRkpNM1VjY3VPQi9GV3pneTM3ZUUrZk8rdHg2eElmRW5Ic2ZqRW1nK0FuUnBFVkdrWWxHaXZmdkQySDZ3UDBMaVd3ck9CTjJiY3h5N0srT0loRitHOXRhc0JaTUxNTjNiOEJtRTFZZDFuZDN3TTM4MzU0UDNicmhOeFpmZEpDNnJwMGFFdE1HQkNBSEJ4KzdHejNxZGFkbUpqeDNFQU1yTUJYNWg0ZTBGZmE3N3Nvb3lQcmpvVnR4eDVKVnFjZmdCQVFrL2gzMTUvQ1AvYis5eGVIL3Zid1pkeC9iWjdyVEZjcXp5TnVPUG9qK0thTmFmRGEzTXRTbjJ0cmhyODIvb3JzYzdiQ2lBVFltL2U4U0MyaG5wbjNQZFBnZGZ4Mys4OFlmM016bWxkank4ZmVnbGNrbjFSYWlFaUtnY01TclJYbW1uZzFwMFA0ZlhJSUw3dzZpK3hiZG9IYW8zZGc1c092OXdLU2FxcDQ5WWREMkpYTEREanVaNGJleE4zN25yYU90N1ljUnl1UGVpOHZJSHhjekdlaXVMRmlYY0FBS2MySFdJTlJNNTFXZGNKOE1pWldYYy83MW1lTHFNVDY5ZmhQOTc3Y1Z6WWZvdzFIdW5ONkJBK3Yvbm4rT3Y0M0lMYTY1RkIvT01yUDhmMmNCK0F6T3l6ODFxUHdnK08rUVF1Nnp3QlR0RzI0UHFPcXpzQXQ2My9NSnFuQXB5aVp3THRLNU05QlIveitQQ3IrTUhiZjdUQzB0RzFxL09XcENBaVd1azRSb24yS1ppTzRVdGI3NTV4L2doL0Z6NS8wTG53MmR3QU1xMFR0KzU4Q0svTzBqcVI5ZERneXhBRkFWZXZPaFVBY0ZMRFFlajJOT0RiYnp5Q252ak1jRlhJNDBPdjRyaTZBMkNhSnRaVU5lZmQ1cEpzT0tYeFlBREFxNkhlR2VGdXNSM3FhOGVWM1NkYjNZNUE1clc0cC9jNVBEVHc4cndIcm9mVkJMNjY3VmY0WVBNUitQQ3FrMUVsTytHUzdMaTg2d1NjM1hva05vMitoazBqcjgxNTNTV2JJT0hxVmFmZ3ZMYWpyWFBCZEF3M3ZmWWI2elYzUzNaNFpLYzFSaW5YSDBhMklxb2w4US9yem9GZGxOSHFxc0V0UjE2SmUzcWZ3d1A5THk1NFlENFJVVGxnVUZxZ2hTNzBlS1MvQ3ljMHJNTWh2bmJVMktzZ0NnS0NxUmhland6aWlaRnRlQ015dEdRMW4xaS9EdGNlZkw0MXprUXpEZHowMnE5bjdYYlpHNWRreDlXclRzR1pMVWRhenhYVkZIemp0ZC9nemVqTStqYzBIWVpqNjlmaWUyOCtocWltNElHQmx4QlZGZnpkQVdkQUVrUzB1K3Z3Yit1dndzT0RMK05YdlgrZDAycmdXME85dVBmL3MzZmY4WTFkZGRyQW4xdlVMTWx5YjJON2JFOUxNcE9RWGdnaGhRUUlwSk5RUTlpRkY5aUZoWVdsQmtLeVFIWkQyM2NYRnZLeXRBUVNsckFRVWtodm0yVFN5eVRUbXozamJybkp0dXFWcnU2OTd4K3k3a2kyN0hHUnJmWjhQeDkveHJxU3JlUHhqUFg0bk4vNW5kNFg4T2pRZGt6RVFtaDMxWnIzUlRRVi8vRGFiL0NodFdmamNlK09SWDF0aTNGQ1JTdXVhVDNMclBWSkhkdHpJL3V3MWxsakZzTXYxWmUyM1lFUHRaMk44K3FPQTVEWVZYaGw4K200c3ZsMEhBd000YW5oWGRnNnVtL09wcUFiM1kzNC9LYUxzY1pSWlY3ckNnN2psajMzbWoyaFdzdHE4UFhOaWY1T04yeS9DeU1ad3RLTFl3Zmdpd1h4OWVPdVFJV2xETElnNHRxMmMvQzIybVB3WDUyUHIraS9XeUtpWEdKUVdpVjFOZzgrdS9HZE9LRmk3YXo3bWh5VmFISlU0aDMxVy9EQTREYmMxcFg5cmRpYjNFMzQvS2FMeldCakFQakovb2NXSFpMT3JUc09IMjEvTzZxbmQ3WUJRRzk0RExmc3ZnZGVaV3JXNDgrdjM0eS8zL2hPaUJEdzd5ZC9ERGZzK0NPOHlpU2VHTjZKWVdVS1h6cjJFbmltWDNpdmJENGQ1OVlkaHovM3ZvVEh2VHVQdXVQcnJnd0Yya2wrTllMLzZueGlVVi9iUXAxZnZ4bVhyVG5WN0p5ZU5CcjE0N1pEVCtQRnNRTjRUOU5KYVRNNFMvVS92Uy9oeC9zZndwUGVuZmhZeDdsWW56Sjd0c0hkaUEzdVJrekd3bmhwUmcyV1U3Ymh3MnZmaG5jM25aaldTUEtKNFozNHhjRW4wdG84Zkc3VHU4MTZxdSsrNVFQNDV2YTdNSmFoc2VaKy95RCthZHR2OFpWakx6Tm56OXFjdGZqWHQzd1l6NC91d3g5Nm5zZGdaR0xaWHpNUlVUNWhVRm9GeldYVitNN3g3ODlZU3pQVEpVMG5JNjVuZDB0NG5jMkQ2emRma1ZZTDlKdXVwN0IxOUVoaDlxZlhYMmoyMDVucDFvT1BvVDg4amh1M1hJMlRLdHZTN250MlpDLyszOEhITXM0Q1hiN21WRnpYY2E3NVFyMWpzaGZEeXFSNS84NnBYbnpwalR2d3hVM3Z4V1pQTXdDZ3l1ckNwOVpmQ0x0a3hUMzlyOHo2bkM3WmpySU14Y1RPbEM3Z05UWTNIRko2TFU5VWo2Y1ZseTlIaDZzK0xTUUY0Z3J1N24wSkR3NitzV0xiK1hkTjllRXJiOXlKa3l2YmNYWHJtV1pRZVhIc1FGcElFaUhnd29ZVDhKRzJ0NlVWZ0VlMEdIN1IrUVNlSHRrejYzTi9iL2U5K042SkgwR056WTA2bXdmZlBlRUR1UDdOLzhaa2hyK3ZpVmdJMzlyeFIzeWc5YTE0WCtzWkVDRkFRR0lKOWEyMW0vRDA4RzdjMC85cTBUUmZKU0ppVUZwaERzbUtHN2U4THkwa2pVYjkrRXZmSzNoem9odStXQkJsa2hYSGVwcHhSZk5wMk9odXhPWE5weUdXcFdNam5KSU4zOXB5bFZsSEJBQjM5NzJNQjJhY1RiZldXWnRXWTVNcUdVeisxUHNpanE5b2hTeUlpR2d4L0tyclNUeVY0VWlTTXNtS3oyMjZHR2RXYnpDdlBUVzhDejg5OE1pc2FwYnhhQURmMm5FWExtOCtEUjlhZXphc29vemRVLzI0ci8vVmpHUDUwTnF6elRQZDV2Si9UNzV1MXJYWGZJZndMN3Yva25idHV2YTNMNm85UUhkb0ZJOTdkK0QzM1Z2eDFwcU5zSW95L2pyd09oNFllQjNoR1YzTEh4cDhBdzhOdnJIZ3o3MVEyeVlPWTl2RVlXenh0T0RLbHRQTlJwREpzUExCdFdmUGFpbXcxeitBLzlqM0VFYWlzMmY4Z01SUkt2Kzg4MCs0NWNRUHdTMDcwR0N2d0UzSFg0TnZidi9Ecks4TEFEUkR4My8zUElmWGZGMzR4MDN2TVo5UGhJQUw2cmZnZ3ZvdGVHT2lHLzk1NEdGTXhFTFovUXNnSWxwbERFb3I3T01kNTZQV1ZtN2Vmbk9pRzkvYmMxL2ErVmt4UFo2WUdSZzdnTC90T0IrWHJqa0Z0bVhzYmtwSzlEYTZETTFsMWVhMUo0ZDM0Yzd1cmJNZUc5WGphYk5DRmtHQ0pLUnZpdHpySDhCdkR6Mk5VNnJYNFdjSEhzbTRQSE5peFZwOGVzTkY1czRxQThCZitsN0c3N3UzemxueWF3QzR0LzlWdkRoMkFOZTJuWVBiRHoyOUtnWENGelljdjZqSHZ6TGVpY2U5TzZCb0tyNno2MjZNS0ZNTFB0WWwyM1pOOVdIWFZKOTV1OHJxd3FmWFgyVHU5QU1TdTlydTZINFdEdysrY2RTL3pZR0lEN2ZzdmhmZk9lRURrQVVSYmM1YWZPTW8zZGdQQklid2o2L2ZqcXRiejhCVkxXZVl4N01BaVdNa0dKS0lxQmd3S0syZ0txc0w1OWR2Tm04UEsxTzRaYys5Yzg1aUdBQitjK2gvMGVpb05MZmJMOGZmcmI4b3JTYnFWVjhYYmozd2FNYkhmbnZubjlKdWYzN2p4V2xqVDNwZ2NOdXMyU2dnY2RiZHg5ZWRqek5TWnBIQ1dndy8yZjhRWHA3ZXlwL0tLZHRtRlNBUEsxUDR0MzBQelBzMVBlSGRrUllRQU9EU05hZWt6WWI5NTRGSFpnV1lpUXpueTJWYUxrd05pRFB2ajZaODM0NTJkTXBxRzQ4RjhiT0RqK0tyeDE0R0lMRWs5K3RELzd1b1EzejMrZ2Z3NjY0bjhlbjFGd0VBUkVHRVRiSkFqYys5bkJnM05OelY4d0tlSHQ2RDY5clB4VmsxR3hDS1IvR1Q2V2FqUkVTRmprRnBCVjNZY0h6YXJNeWQzVnNYdE5SelovZldaUWVscTFwT1Q1c3gyZXNmd0kvMi9qWHJNelcxdG5KYzFud3EzdGx3UWxvTjFQN0FJSDZ5LytHTXhiMG5WN2JqeThkZWlqdTd0eTU2ZWVwd2FCU0hVMEpLbVdURjV6ZGVuUGFZVjhlN0Z0UXQvVk12LzJMVzQvNXUvVVhtc1NlWjdwOUpBQlkxK3hjM3RMVE8zSTMyQ3B4VnUzSEJINS8wNE1BYmFiT1NRQ0ljM2QzM01yWlA5Smg5bUJicmthSHQ2SERWd3lySytPbUJSeGRjYytWVkp2R0R2ZmRoVTNrVDNMS0RzMGxFVkRRWWxGWlE2cmxpWVMyR2x4YllkTEFuTklxSldHaEJ4ZCtabkZXekVkZTJ2ZDI4M1JzZXc3L3Mva3RXait0WTQ2akNOYTFuNG0yMXg2U0Z3YkFXeFIySHQrTFJvVGN6UnJKMzFHL0IzMjk0SnlSQnhDZlh2UU14UFk0bnZEdVhQSTRMRzA2QWZVYmh0bFdTMFdxdFFXOTRiTW1mZDZFMnVCdngvUk0vc3VESDM5Zi9LbTQvL0l4NXU5VlpnNCttZks4VzZpbnZybGxCQ1VER1pkWEYrdm5CeDVjY3FQZXpUUUFSRlJrR3BSVzAzbjFrSzNkbllHaFJPNko4c2VDU2d0SUdkeU8rc09rOTVvYncwYWdmMzluNTV6bjc3Q3lWVTdiaG5McGp6UjF0T2d3OE03d0hkM1EvbTNFMlFZU0FEN2U5RGU5ck9jTzh0bnVxSHkrTTdsL3lHS3lpakN1YVR3TUFEQ21UUjdhNG4vQUJlQ3dPM0xEOWo0dHFZbGxNN0pJRlg5ejAzbFY1cm0wVGgvSG8wUFpWZVM0aW90WEdvTFJDSEpJMTdiaUp3Y2prUEkrZVRjdHdjT3JSZUN4bCtNYm1LODBsc0VBOGdtL3YvRFBHTTlUbkxOZUJ3QkFlR1h3VDcyNDZFYytQN3NOZFBTL00yVU9uMFY2Qkx4N3pYbXh3TjVyWFhobnZ4SS8yL25YT1F1R0Z1THo1VkZSYW5aaFN3M2h1WkMrdW1UNW90OTd1Z1FnQk54MS9OVzdZZmxkYUIydEJPTkpUU01maS80N25zMk95Qi92OVE3T3VPMlhiVVhmcUFjQnZEeitEclNONzU3ei93MjF2d3dYMVd4WTBGb3NnNC9UcTlRdDY3SEp4bVkySWlobUQwZ3BKbmxxZkZOR3lPNk9UU1pYTmxkWmMwSzlHc3RZN0tKUGtqcXI1anRKNFo4TmI4UEYxNTZYVjhUd3l0QjIvN0h4aVdmVlNsVllucnBnK0VQZmh3VGZUUXM5dFhmK0xqNis3QUI1TEdXNDYvaHA4N2MzZm13Zk5wdFpScVZudVY3VnRvanRqVzRNNlcvbUNnbEl3cnN3YmFoVXRPeTBqaUlobzRSaVVWb2d3NC9iTXJmWkhJd296UDhQUkhRNk80RkJ3R0JjMW5BQWdVVWQwdzVhcmNPT08vOGxxZlZLU29xbHpocVQxcmdaOGZOMzVhYnZSd2xvVXR4NThETTluV0c1YjY2eGQxRTZ5ejJ4NEo4b2tLd0x4Q1A0NjhCcmV1K1prODc1blJ2YkNJc3E0cnYzdHFMRzVjZU9XOStFYjB6MkIwb05TOXY5TzhrVWdIc0dIbnY5eDFqOXZoZFdKNzV6d2ZyUGxSVmlMTGF2R2pJZ28zeTN1MVpzV0xCaFgwbTVYV0JaWGI1VGFWWGt4Zm43dzhiUmpTVGE1bS9DVll5OUxtMmxhU2RVMk43Nnc2VDM0d1VuWHBvV2svZjVCZlBIMTMyWU1TV2RXYjhDUFR2b29Qci94NGdXTjgvejZ6VGkxYWgwQTRNKzlMMmRzaW5oUC95dDRaTHB1WnEyekZwL2ZsTmdabDJ5OEdZcEhpLzRvVjBWWHMvcG1FU1Zjdi9rS015UWwra245R1oxQmI0Ni9VaUtpbGNPZ3RFTENXZ3pobE9XMjFNTHVvM0hMRHRUYVBFdDZYaDBHZnJEblB2U2xIQ0Z4YWxVSFBydnhYVXY2ZkF0VmF5dkh4enZPeDYybmZnTG4xaDFueHAxazA4TnZiUDlEeHNOV3o2L2ZqQzhmZXlsa1FjVDU5WnZ4NGJhM3pmczhhNTIxK05UNkN3RUEvUkhmdk8wRmZ0bjVCSFpNOW1KU0Radm53aVVMNURQMVZhSzVsVWxXM0hUOE5XZ3Rxd0VBUkhVVk4rKyttN3ZjaUtqb2NlbHRCUjBJZUhIaWRNUEhKa2NsT2x4MU9CUTgraTZzOCtxUFc5YjhUMWlMNGVaZGQrTUhKMTFyenFCY1VMOEZVMm9Zdnp2ODdESSs4MnpyWFBXNHZQazB2TFZtWTlyeW9nSGdtWkU5K04zaFp6SVcrd29BUHRwK0xxNmMzclVHSkdhZDd1NTdlYzduY3NwMlhIL2NGYkNMRmhnQWZuYmdrWGwzRXVvdzhNTzk5OE1sMitCVnBpQUpJdXJzaVFDYUtiU1ZnZ3ZxTjZQUlVZay85cnk0NEYyWWRzbUNHNCsvR3V0YzlRQVNuZVQvZGZlOTJEM1Z2NUpESlNMS0M1eFJXa0d2enVoSWZlMEMrdVY0TEdWcFcraVhhaVRxeDcvc3ZpZXROdW5LNXROeGFSWk90RS91dkRxL2ZqTitkTkpIY2M2TVhrcjcvSVA0MnB1L3g0LzNQNVF4SkZWWlhianArR3ZTUXRMT3FWNzg4NjQvelhza2lDUUlxTGE1QUFBUERMeU9mUXVZelFqR0ZYaVZ4QmxuVFk1S3lOUGo3QXV0ZkkrbGZITnFWUWMrcytGZHVMcmxUUHpmazYvRGhnWE1jdHBGQzI3Y2NqVTJ1WnNBSkJwbWZuL1BmZGlSc3J4TFJGVE1HSlJXME5QRHU5TjJLcDFVMllicjJ1Y09TeTdaam05c3ZqTHRBTnZsT0JnWXduL3NmeWl0RnVkdk84N0hPYlhITHVueldVVVpYejdtVW54NmV1bnIrZEg5R0ZhT0hMVDZ1dThRYnRoeEY2N2YvdDg0R0ppOVRSNEF6cTdkaEIrZjhqZDRTOHJSS285NWQrRGJPLzk4MUYxZGZqV0NsOGM2Y1REZ3hlOVNtall1VkdyTjFPRThPNEprSVJhN0lXQ21ZOHJYbU8wUldzcXE4YjBUUDRMcjJzOU5PNk10VlhJbUtmbjNwaG9hdnJmblBteWJPTHlzY1JBUkZSSXV2YTJnc0JiRG5kMWI4WC9XWFdCZXU3TDVkR3h3TitLKy9sZXgzeitJaUJaRHRjMk5VNm82Y0hYTG1haTBPdEVUR29WRmxHZWRBcjhVTDQ0ZHdKM2R6NXJkbndVQW45OTBNZnhxT0szbysyaHFiRzVjZjl5VjZIRFZBUUFxTEdXWVZNUDRkZGRUT0x0MkUvN1M5OHE4bmJDYkhKWDQ1THAzNE1US052TmFUSS9qOWtOUDQrR2hOeGM4anI4T3ZvNkphRER0R0pDRjJwTFNLWDMzalBQaXNtRnRXUTNPcXBsOUhJbG5pWVg1TTdXa0hHNnNHWXN2UmIremV5dGU5eDNDUDJ4OE41b2NsUkFoNE1ybTAzQmFWUWQrY3VCaEhBd2NLY3AyU0ZiY3VPVnFIRk9lbUVtSzZYSGNzdWRldkRuUnZmd3ZoSWlvZ0RBb3JiQUhCN2RoVTNrVHpxazl4cnkyeGRPQ0xaNldqSThQYXpIOFlPLzkrTXIwNGFiWjhKZStWOUJvcnpUUGZwTUZFVjgvN2dyY3NPTXVkQVdIai9yeHgzcWFjV1h6YWVaTTE1UWFoaXdtWmlGZTlYWGhWVi9YbkIrYlhFcTh1T2trYzlrTFNCeXI4bTk3SDFqME1TTkxMUjYyQ0pKNWZ0NlFNb214UlJ3V3UxRG4xMi9PZUpEd1loM3ZhVVV3SHNHVUdrRkVpNkZNdHVIOHVzMDR6dE1NSURHekU1cXhxM0toOXZvSDhNVnR2OFcxYmVmZ2tqV25RQURRUEQyN2RHL2ZxL2hEei9Od1RNOGtyWGNsbHVhaXVvcC8zWDBQZGt3dTdmdzRJcUpDeHFDVUJmcFJmcnYvOTMwUHdCY040TkxtVStmZC90NGJIc01QOXR3L1o0ZnI1Zmg1NStPb3M1ZmpoT2tsTDd0a3diZTJ2QS9Ydi9uZkdGSm1kdzEzVzQ0MHpQeWI5blBOOS9mNUIvSER2ZmViRFJ6bjRyR1U0ZkxtMC9DZXBoUFRtazJxaG9aNytsN0JuM3RmV2xaWDdwbDgwYUFaK3JRTW4vZU1tZzF3U0ZZQXdITWorN0wydkN2aHVvNjNteUVsazUyVHZjdHExaG5UNC9qTm9mL0ZxK05kK1B5bWkxRmpjME9FZ0t0YVRzZXAxWWt3bWR6ZHB1Z3FidDUxTnd1M2lhaGtNU2d0VVdxOVNLYkRTVk1aQUc0Ly9BeWVITjZGZHpRY2p4TXIxcUxHVmc2TEtNRVhDNkUvUEk1blJ2YmdwYkdEaXpvUGJqRTBROGNQOXR5UDc1MzRZVFJQTCtFa08xZGZ2LzIvMDRxdVJRaHB4NDBrUFRDNERiY2ZlbnJlNDFVNlhIVzRwT2tVbkZOM0RPUVp0Uzl2VHZiZ2w1MVBMRGtJMXRzcjhLN0d0OHg1LytQZUhRQ0FjK3FPMUdEdG1lcEhYM2djbDYwNTFiejJ6TWllSlQzLzBUdzArQWFlRzUwZHdpcXNUbngxRVRPRUEySGZuRUVwRUZkdys2R25senpHVkR1bmV2R0YxMi9ISjllL0ErZldIUWZnU0VBQ2dJZ1d3M2QzM1kyOS9vR3NQQjhSVVNGaVVGcWkxQlByd3dzOGNMWXZQTDdnRjdrdmJ2dnRnaDczNVRmdVdORGpBQ0NrUmZHNTEyODc2dVBlM1hSaVdrRjVUSS9qWndjZnhiTnpuRVBtbEcwNHAvWllYRkMvT1dQQTZneDZjZWZocll1cWljcWt3MVdIdjF0LzBhSSs1cGRkVDJLTm84cmM0YlZ0NGpBRzVqbHlaVGxHb3Y2TW9hSnV1a0hqUXIwNTBRMjN4UUZKRUNGQUFHQkEwVlFjQ283Z01lLzJySjZ0RnRLaStJLzlEK0dOaVc1OGV2MkY1cXdia0RqRExWTXpUeUtpVXNLZ3RBUUNFaDJvazBaU2RuNFZneEhGRHgwR1JBaVlpSVZ3OCs2N1ovVi9ja28ybkZxOURtZldiTUFwVlIwWmQwN3REd3ppbnI1WDhQS01OZ21yeVNGWjhiZnJ6ak52LzAvdmkxbjkvTHBoUUptZVVZelBjWFpjUkl2aDBla3U0ZnNEUjYreGVucGtENTVlb1ZtdnVUd3pzZ2Y3L1lQNDhyR1htdjJTbWh5VitORkoxK0wzM2MvaHZ2NVhpNzZUT1JVSFl3a2JIV2p4aENVY3MxV29HSlNXb0tXc0ppMFlIQTRkdllsa0lYbk4xNFZiRHp5S2o3U2RneHQyM0RWcnFleWExclB3L3RhejBvcXprM1FZZUhXOEUvZjF2NWExSlp0UHZ2eUxKVGZnL0QvcjM0RzY2UzdueVRDUVRaMUI3MUhQVkF2RUZmeTg4L0dzUHU5SzhDcVQrTnFidjhkMTdXODNseXBsUWNMSDJzL0ZLVlVkK003T1AyZTFyb3dvRzFLRFVmSjlocVdWSlFnQ0RNTklDMHZGSEp3WWxKYmdyYlZIdG9BYkFMWVg0VzZnSjRkMzRlWHh6bGxuMWdHSlJwb2ZXbnQyMnJXUjZCU2U4TzdFRTk2ZFdWMGFBbzVlQXphZlAvZStoTTJlRnRoRUdiZGxxYmFubUdtR2p0c09QWTA5VS8zNDNNYUw0WlJ0QUJMTGdReEpsRTlTUTlITXQ1bVBvZXlZR1l4UzN6STlwbGd3S0MxU25jMkRTNXFPZExmZU9kbUw4UlhZYXA0UE1vVWtBT2dPamVLNTBiMDR2bUl0WGhqZGorZEc5K1Z0d2E5WG1jUU4yLytBR25zNXB0VHdVUi8vODg3SEMyTDJaNlc5UE42SjdqZCtoNjhjZXhuMlR2WFBlN1FNMFdwTERVVzZya09BQUVtV0lBb2laRm1HS0xLWDhrclNkUjN4ZUJ5Nm9VT0xhOUNoUXhBRTgrKzkyTUtTb0VTVmdvdmNIM3o1UDFmbGVUN1JjVDcyK2dldzF6OEEzVEJ3UXNWYWZLempYRlJiRThkb0dBQysvdWJ2Y1dDT0x0VEZ6QzVhRU5Qank5cW1UdmxQRnNRbE5mZk1wYnZPK0Z5dWgwQXJLQm1Pa205V3F4VjJtLzNvSDBnclJsRVV4TlFZUkZFMDM0b3BMSEZHYVI3cjNBMjRaSjZ6MGY3UzkzSkpoaVFBWmdFekZiZENDMGxVM0ZKREVnQTR5NXlRcE14SDhORHFzZHZ0a0MweUZFVXh2emZGRkpZNFA3a0VPZ3o4cWZjbDNObTlOZGRESVNJcUNhbExiYnF1bzh4UnhwQ1VSMlJKUnBtakRKcW1RZGYxV2ZWaWhZd3pTdk40d3JzVHNpQ2h1YXdLQWdTTXh3TFlQdEdEeDd3NzBGT0FoNm9TRVJXaTFKQ2thUnBzVmh2cmtQS1FLSXF3V3EySXhXSkZWYlBFb0RTUHA0WjM0YW5oWGJrZUJoRlJ5VXNHSlZFVVliZXpKaWxmT2V5T1JLRzNycy9hRVZlb0dNbUppQ2l2cGM0b1dhM1dvMzhBNVpUVllpMnE1VGNHSlNJaXlsdXAvWkowWFlja3NpNHAzNG1pYUFZbG9QRDdXVEVvRVJGUlhrc3Q0bVlCZC82VFpkbjhmaFY2U0FJWWxJaUlxQUFrbDNHS29lYWwyQ1dQT0NtR2tBUXdLQkVSVVo0cmxpV2NVbEpNM3pNR0pTSWl5bnZGTkVOUkNvcnArOFdnUkVSRWVhdFlYbXhMV2FGL0R3c3lLSGtzWmJrZUFoSGxJZjVzSUtKc0s4aWd0TlpaaytzaEVGRWU0czhHSXNxMmdneEtiWTdhWEErQmlQSVFmellRVWJZVlpGQTZyKzVZeUFKN2FSRFJFYklnNHZ5NjQzSTlEQ0lxTWdVWmxKcnNsYmlpNmRSY0Q0T0k4c2pWeldlZzBWNlI2MkVRVVpFcHlLQUVBSmV2T1lVL0ZJa0lBTEMyckFhWE5aMlM2MkVRVVJFcTJLQmtFU1I4c3VPQ1hBK0RpSEpNaElDLzc3Z0lJdGl4bWJKRFZWVjg0NmFiOGVHLytSUmVmdlgxWEErSGNxeGdneElBSE9kZWd6dFAveXd1YnpxRlB5U0pTb3dJQVpjMm5vemZuZjRadEhHM0cyWFJrSGNZdS9mc1F5Z1V4dGJuWDhyMWNDakg1RndQWUxsa1FjU0hXdDZLdDlWc3d2YkpYaHdJRHVKZ1lCZ1RhaWpYUXlPaUxLdTBPTEhCWFk4TnJpYWNXTkdLRmtkMXJvZEVSYWlsZVEwdXYrUmlkUGYwNHFvckxzbjFjQ2pIQkNXcUZIYkxUS0k1N04yN0Q1cW1BUURhMjl2Z2REck4rNVNJZ3M2dUx2UDJoZzNyWWJQWlZuMk14VWpUTk1SaU1VU2pVU2lLZ21nc2hsZzBobGdzbHBVT3ZaSWt3V0tSWWJWWUlWc3NzRnF0c01neUxGWUxMQllMWkl1Rjg4dEZKSGtLdmFxcWlNVmlxS3V0eS9XUWFBRkdSa2NTL3pjdEZvaWlDRkVzM0FXc2dwOVJJcHFMdTl5TnlZbEpBRUFvRkU0TFNuYUhIWlVWRlppWVROdy9NRENJam83Mm5JeXoyRWlTQklmREFZZkRNZXMrVlZVUmpVWVQ0VWxKL0JtTlJxR3E2b0kvdjZacDBEUU5paEtkOHpHaUpFS1daTWl5REVtV1lKRVNmOG9XaS9tK0pNdXd5RElraWExR2lHaHVERXBVdEp4T1owcFFDZ0ZJYjBaWTMxQ1B5YWtwR0lhQmNEZ01meUNBY3JjN0J5TXRIUlpMWXRiSGxlRyttS29pcnFxSlAyTXFvckhZa2R1cUNrM1hGL3c4dXFZanBpVm1zUlpDRk1WRWFFb05WcFpFa0pJbEdiSkZoaWlLa0NRSmtpUVY5Ry9IUkxRNERFcFV0Tndwb1NjVUNzRXdEQWpDa1VVWldaWlJXMU9Ea2RGUkFJQjN5QXUzeTVYMkdGbzlWb3NGVm9zRmM1M1dsbHgrU2I3RllqR29NUlZxUEc1ZVcrclNucTdyaU1aaXdBS0RGUUJJb2doSmxzM1pLMUVTSVlzU3hPbWdKY3BTNG5iSy9hSWtRV0xJS2dqdnYvWVRpRWFqK1BJWFBvdHp6ajdMdkg3UC9RL2k5anYrZ0RWTmpiajF4ei9FaXkrL2h2disraEM2ZTNwaHNWcndsdU8zNExvUHZ4OTFkWWxmekxZKy95SWVlT2d4OVBUMXd6QjByT3RveHdldnZoSW5ITDk1MW5QRzR4cTJQdjhpbm4veFpYUWRPb3dwZndBV2k0elc1bWE4ODhMemNkRTd6cHYxTWQrOTVVZDRiZHViZU5kRkYrQXpuL280WG5qcEZUejR5T000M04wRFZWWFIxTmlJODk1K05pNTl6N3NneTN6Slh3cityVkhSa2lVSk5xczE4UUlJSUJRTXdlVk9uOHVvcWEzQnVNOW4xdFg0ZkQ1VVY3TkFPQitKb2dpYnpUWnZMWm11NlZEaktqUk5RMXlOUTlYaWlNZmppS3R4YVBFNDFIaml6N2ltUVYvRURGVW1tcTVEVzBTd1NpVktJaVJSU2l3QmlvbndKSmd6Vm9uN0JFbE1oTEdVOTBVeEViWkVRZUNTWVI2NCs5Ni80bmUvL3lNODVlWFFkQTBSdjRLdHo3K0kzWHYyNHQrK2Z6UHVmK0JoM0hQL2czQTRIQkJGQWFGUUZMdjM3TU5OTjM4UC8zekQxL0dXR1dIcDU3KzZEWTgvK1RRQXdPMTJvYUcrRG1QalBoem83TUtCemk3MDlRL2c0eC83eUp6aitjMXZmNC83SG5nWVZxc0Y1VzQzb3RFWXVudDZjZnNkdlhodDI1dTQ2UnRmaGRWcVdkRy9rMkxFb0VSRnplbDJJVHJ1QXdBRVE3T0RraWlLYUdob3dNREFBQUJnZUhnRWxSV1ZFQ1grMWwrSVJFbUVUVnA0VWI2cXFvakhOY1RqS3VLYUJrMmRucDNTNHREVVJLQmE3TExmUXVpYW5naDFpNmpOeWtRVUJETmdpYUlBVVpUUzNrL09jZ21DWUw1QlFOcHRBWE5jbjc0djQvV1UrMHAxR1hKMGJCeDMzL3RYM1BTTnIrRGtrOTRDWFRmdzlMUFA0VC8vM3kvaG01akVMVC80ZHh6bzdNSzFIN29HVjExK0NTUkp3b0dEbmJqbGgvOEIzOFFrN3Z6RG4yWUZKUzJ1NGQwWHZRUHZ2ZmdpdExZMEEwak1NdjNxdHQvaDRjZWV4UDBQUG9KTExuNm5PVnVWNnRYWDMwQW9GTWJuUHZOSm5IZk8yWkJsR2RGb0ZQZmMveUQrOEQ5L3dhN2RlM0hYbi82QzZ6N3lnVlg1K3lrbURFcFUxRnhPSjN6Sm9CUU1BcWlmOVpqS3lncU1qWTBoR28xQzEzVU1Edytqc2FseGxVZEt1WkNzbVFMc1IzMnNydW1JYS9IRW43b0dQYTRkK1ZPTFE5TjBhRFArMUhYZDNIbTVFblREQUthTDIvT05LQWhBY2hsYkFHREFYTmFlODgvRURmTlB3SUJ1R0RBMEhYRk5nNnFxZWJQckxSYUw0V1BYZmhBbm4vUVdBSUFvQ3JqZ3ZIT3dmZWN1UFAzczh6alEyWVd6empnTjExeDF1Zmt4R3plc3h3ZXZ1UXEzL3VJM09IQ3dFNUZJSkczVHd5Zis1bHE0WE02MDU1RmxDUi8vMkVmdzlMUFBJNklvMkw1emQ4WWxPSjl2QXQvODZqL2g5Tk5PTnEvWmJEWjg4SnFyTUREb3hiUFB2WUNISG5rY0g3em1TbGl0MW16L2RSUTFCaVVxYWk3bmtSa2tSVkdnYTNyRzJhS21wa1ljUHR3TkFCajMrVkJaUXZ6bHdBQUFJQUJKUkVGVVdRbTc0K2d2bmxRNlJFbUVWVnJhQzh5c2NEVWpWT202TWIwTlhvTXgvYjZtNnpBTXc5d2VieGhHWGdhaXVlaUdBV1NoSFVUeTYwOHNvUzV2Qmk2YkJFSEFPek1FbHVPM0hJZW5uMzBlQUhEWkplK2VkZjh4bXphWTc0K04rOURTdk1hOFBUTWtKVVZqTVZSVlZXSmdjQWpqdm9tTWoxbmIycElXa2xKZGVkbDc4T3h6THlDaUtEalllUWlianp0bTdpK01abUZRb3FJbVNpSWNEZ2Npa1FnQUlCQUt3bE5lUHV0eFRxY1RicGNMZ1dBUUFORGIyNHNOR3pld3NKdXlJaEd5Uk1DU25mb1FUZE5taDZqays1b08zWmgrWHplZ3BieWYvQmdEUnZwdEkvRytvZXVKR1J4ZGh3NEQwQk16T2pSYmRWVmx4cG1acXNwSzgvMldOV3RtM1o4YWhxSVphdHo2K2dmdzBpdXY0WEIzRDRhOEkvQU9EeU1janBqM3grUHhqT1BwYUY4NzUxalhwTXlRajQ2TnovazR5b3hCaVlxZTArazBnMUlvbURrb0FVRFRtaVljUE5nSlhkY1JVMVVNZWIxb2F1UVNIT1dmWEJSeUp3SVcwc0pVWXRKb09taXQ0UE9hT3g1aitUT2pOTmVtZ3RSZGpaa2VrMWJUbFJKQ2RkM0F6MzkxR3g1OS9LbkU1NUVrTks5cHdwYmpqa1Y5WFMxZWZPVTFqTTBUY3VaYlRyUFpiSkFreWV4QlJvdkRvRVJGeitWMFlteHNEQUFRRE01OXRJM0ZZa0ZqWXdNR0JnWUJBTDV4SDhyZGJyaGNtYnIrRUpVVzh3VitsWXUzMHpwenkwdmJaVmdJN24vd1lUejYrRk93Mld6NDdLYy9nYlBPT0MxdGg5cUJ6cTU1ZzlKOHJURUNnYUFaa01yTDJTdHVzVXB6dXdLVkZHZktWSGNzRmtOOG50K29LaXNyMDVwTzl2WDFROWV5dStPSmlHaW1aN2ErQUFCNHo3c3V4TG5udkhYV052NGg3L0M4SHo4eU9qYm5mYnYyN0RYZlg5ZmV0b3hSbGlZR0pTcDZnaUNrSFY4U0NBVG1mWHh6Y3pQazZhVU5UZFBRMzkrL291TWpJdkw3L1FBQXAzTjJ5OVZYWHRzR3YzLytuMXM3ZHU1R1QyL2ZyT3U2cnVQdWUvOEtBRGp1bUUyb3FxcWM5UmlhSDRNU2xZVFVIejdoZVpiZmdFVGhiY3ZhVnZPMlB4REE1UFNaY0VSRUs2RnB1dUQ2a2NlZVJQLzA4cjloR0hqNTFkZnhrMXQvY2RRdC9icXU0OXYvOGtQczJMbmJ2RFkyN3NQM2Z2UmpIT3c4QkVFUThOR1B2SC9sdm9BaXhob2xLZ21KR2FYRVVTWCtRQUN6OTZMTWVIeFpHYXFycWpEdVMvUmdHaHdjZ3N2bDRoRUFSTFFpM24vVjVkaTFleS9HeG4zNGh5OStEVFhWVlFnRWcxQ1VLTjc3N290dzZIQVA5dTQvTU9mSHYvMXRiMFZQYngrKzlaMWI0SEk1WWJWYTRadHVKU0FJQXY3dWszK0Q0NDdadEZwZlRsSGhqQktWaERLbjB5eEcxVFF0NDdiY21Sb2FHMkNiL2kxTzEzWDBaWmpXSnFMaXRscWR4NC9mY2h4K2VNdTNjZXJKSjhMaktjZVUzNCttaGdaODl0T2Z3S2MrOGJHamZyekRZY2YzYjc0UmwxLzZIampzZGt4TitWRlI0Y0haWjUyQkg5M3liYno3b25lc3dsZFJuQVFscXJCSkJwV0U3dTZlNmU3Y1FGTmpJNnFxcTQ3Nk1ZcWlvTE96eTd6ZDBOaUFHcDRGUjdScTBuYTl4V0tyMXBuN3lnOThGTHB1bUVlVTVLdVpoK0xtaTVIUkVWaXRWbGdzbHNRWmhRVjgxRTNoanB4b2tWSWJ2UVZEODljcEpkbnRkdFEzSERuMlpOZzdqR2cwbXZXeEVWSCtHUGY1b091Sk9ZU0dodG5ISGxGcFlWQ2lrdUZNNlljVURBVVgvSEcxTlRYbWVVeUdZYUN2cjMvRm11c1JVZTY5dm0wN0FLQ3FzZ0tOREVvbGowR0pTb2JEYmpmUGVkTTFIYUVGemlvQlFHdHJpemwxckNnS0J2c0hWbVNNUkxUNkJnYUh6R2EwblljTzQ4NjcvZ1FBdVBoZEYvSVlJK0t1TnlvdEhuYzVKcWEzK3Z1bi9HbjlsZVpqc1ZqUTJOU0lnZW1BTkRFNUNidkRnZW9GMURrUlVYNTdjL3RPL1BLMk8rQnlPczN6SGpkdFhJOHJMbjF2amtkRytZQXpTbFJTeWoxSHpubWJuSnBhMU1kV1ZsU2dzcUxDdkQwME5MU29XU2tpeWsrTkRmV29ycTVDUkltZ3NhRWU3My9mNWZqdWpkZlA2bzVOcFltNzNxams3Tm16RjdxZU9KYWt2YjF0d2JOS1NWMWRoOHhEZGtWUnhQcjE2NDdhREk2SWxpWlh1OTVvZWJqcmphaUFwYzRxVFUwZkc3QVk3VzF0c0ZnU3YybnF1bzdEaDd0NUhod1JVWkZpVUtLU1UxSHVNZDlmeXRFa29pU2l2YjNOL0ExSlZWVWM3dTdPMnZpSWlDaC9NQ2hSeVhHNVhlbTczNDV5OWxzbVZxc1ZhMVBPZzR0RUltYWhOeEVSRlE4R0pTcEpIay9LckpKL2NVWGRTVTZuRTQyTkRlYnRpY2xKakkrUEwzdHNSRVNVUHhpVXFDUjVVcGJmcGhhNSt5MVZkWFYxV3VnYUd2SnlKeHhSRnMzc1k1VGNpRUg1YStiM3FOQjdVVEVvVVVseXVaeHB5Mi9CSlN5L0pUVTNyekU3ZHdOQVQwOHZZZ3M0ZEplSUZrNFFCQWlDZ0pqSy8xdjVMcWJHek85WE1XQlFvcEpWNFVtZFZWcDhVWGVTSUFqY0NVZTBDZ1JCZ0txcXVSNEdIWVdxcWtVVGtnQUdKU3BoSHMrUjVwRkxhUk9RU3BSRXRMV3RUZHNKMTlQVHM2elBTVVFKeWRrSlFSQ2dLQW9NZyszLzhwVmhHRkFVSmUxN1Z1Z1lsS2hrT1oxbGtDUUp3UFR5VzJEaEIrVm1ZclBaME5yYVl0NE9oY1BvN3U3aEQzV2laUklFd1d4YXFPczZBb0ZBcm9kRWMvRDcvZEIxM2Z4K01TZ1JGVGhQeGZKM3Y2Vnl1VnhwTytHQ3dTQjZlL3VXL1htSlNsWHloVFlabGlSSlFpZ2M0aEpjSG9yRllnaUZRNUFrS1Mwa0ZYcFlZbENpa3VZcFA5S2wyeisxdk9XM3BPcnFhalRVMTV1M0E0RUFlbnA2d1hrbG9xVkpMdUVrZzVJb2lwaGNSbDBocll6SnlVbElrcFFXbEFvOUpBRU1TbFRpbkU3bmtlVTNYVGRQRGwrdW10cWFXV0dwbDJHSmFNbFNsOTlrV1lhbWFSZ1lIR0JneWdOVFUxTVlHQnlBYnVpUVpibW9sdDBBSG9wTGhLRWhyOWtvc3JLaUFtdWExMlR0YzQrTmpzRTdQR3plZHJ2ZGFGM2JpdUw0OFVHMGVnekRnR0VZMERRTm1xWWhIbytiYjZJb3dtYXp3V3Exd202elE1YmxYQSszcU1YamNTaFJCV3BNaFJKVm9PdUpnSlI4Uzg0cUZjdU1Fb01TbGJ4d09JeERodzREQUVSUnhMSEhIcFBWLzl3TVMwVFpZUmdHZEYySHJ1dG1ZRXA5MDNYZERGVGNSTEV5VW5lekpaZENaNzRWMjR3U1l6ZVZ2TEt5eE82MzVBL2FZREFJdDl1ZHRjOWZVMXNEQUdaWVNpN0RNU3dSTFU3eXhUbjVmdXB5bkNSSmFVRXBpWUVwTzFKRFQ2YS8rK1NmeWV2RkVwSUF6aWdSQVFDOFExNk1UUysvVlZSVW9EbUx5MjlKbVdhV1VnL1dKYUtGU1owMVNzNHdKZDlQQmlNR3BKVXhjeGRpYW1BcXB0NUpxVGlqUkFTZ3ZNSmpCaVcvM3cvRGFNcjZmL2FNTTB1OXZXaHRaVmdpV296VUYrdmtDM1dtSlRlR3BlektOS3MwTXh3VlcwZ0NHSlNJQUFCbERnY3NzZ3cxSG9ldTY1aWFta0pGUmNYUlAzQ1Jab1lsdnorQTd1NGV0TGEybUVzS1JIUjBNMSswQVhBMmFaVmtDa1hGR0pDU3VQUkdORzFrWkFRakk2TUFFblZMSFIzdEsvWmNNNWZoN0hZNzJ0dmJ6RllGUkxRMERFbXJvNWlEMFV3TVNrVFQ0cHFHZlh2M21iYzNiRmdQbTgyMllzODNNVEdCZ1lGQjg3WXN5Mmh2YjF2UjV5UWlvc1hoWEQvUk5GbVM0UEVjT2RKa2RHeHNSWit2c3JJeWNaRHU5RzltOFhnY1hWMkhFQXFGVnZSNWlZaG80UmlVaUZKVVZWV2E3MDlOVGtIVDlSVjlQcGZMaFk1MUhXbmR3UThmN3NiazFQTFBuU01pb3VWalVDSks0WFE2emFVdnd6QXc0Zk90K0hQYTdmWlp5M3o5ZmYwWThucFgvTG1KaUdoK0RFcEVNMVJYVjV2dmo0K05yOHB6eXJLTWRlczY0Q3dyUzN2dW50NWVGcWNTRWVVUWd4TFJEQlVWSG5PcnZocVBJeEFJck1yemlxS0k5bzUyVkZZZVdmNEwrQU00MUhVSW1xYXR5aGlJaUNnZGd4TFJES0lvcG9XVjhmR1ZYMzVMdFdaTkV4b2JHc3piRVVYQndZT2RpRVNVVlIwSEVSRXhLQkZsVkYxZFpiNGZEQWFocXVycVBuOU5OZGF1YlRWN2xTUjJ4SFd0MmxJZ0VSRWxNQ2dSWldDMVd1RnlPYzNidVFnb2JyY2I2em82SUtWMDdCN3lldEhkM1FOZFc5bmRlRVJFbE1DZ1JEU0hxcFNpYnQvRVJFNktxdTBPT3paczNBQ0h3MkZlQ3dhRE9IRHdJQ0tSeUtxUGg0aW8xREFvRWMyaDNPMkdSVTRjaDZqck9pWW5Kbk15anVTT3VOcTZXdk5hc2prbGwrS0lpRllXZ3hMUlBLcFNhcFhHeG5NYlN1cnI2dERSMFo1MkhoeVg0b2lJVmhhREV0RThxcXFyellMcWFEU0tVRGljMC9HVWxaVmg0OFlOY0RtUDFFOXhLWTZJYU9Vd0tCSE5ReExGdFBQZkpsYTVWVUFta2lTaHJiME5qUTBOU0o3Zm5WeUtHK05TSEJGUlZqRW9FUjFGNnZsdmsxTXJmLzdiUWxYWFZHUGR1bldRcCt1b0FNRHI5YUtyNnhCaXE5ek9nSWlvV0RFb0VSMUZXVmtaN0E2N2VYdDhiQ3lIbzBsbmR5VE9pU3QzdTgxcmtVZ0VCdzhjeE5oby9veVRpS2hRTVNnUkxVQk5WY3I1YjNtdy9KWktraVMwcm0xRjA1b21zNTdLTUF4NGg0ZlJlYkFUVVNXYTR4RVNFUlV1QmlXaUJmQ2tuUCttYVJxbS9QNGNqMmkycXNwS2JOaXdIbVVwQitzcTBTZ09kblppeU92bDRicEVSRXZBb0VTMEFJSWdvS3JxU0t1QWtaR1JISTVtYmxhckZSMGQ3V2h1YVU1ckl6QStObzREQnc0aW5PTmRlMFJFaFlaQmlXaUJhbXBTV2dVb1VRUUNnUnlQYUc0VkhnODJiZHlJeW9vSzg1cXFxamgwNkRBR0JnYWhhVm9PUjBkRVZEZ0VKYXB3UHA1b2dZWUdoekR1UzlRbzJldzJiRmkvUHNjak9ycElSRUZmWHg5aXNaaDVUWklrTkRZMm9DSWxTQkVSMFd3TVNrU0xFSS9Ic1gvL0FiUGVwN1cxQmVYbDVUa2UxZEVaU0N5L2pRd1BRMCtwVmJJNzdHaHVXcE8ycTQrSWlJNWdVQ0phcEtFaEw4YW5qek94Mld6WXNDSC9aNVdTMUhnY0EvMERDQWFEYWRjclBCNDBOaldtMVRVUkVSR0RFdEdpYVpxR2ZmdjJtN05LTGEwdDhCVEFyRklxdnorQTN0N2V0R3VpSUtDdXJnNDF0VFU1R2hVUlVmNWhVQ0phQXE5M0dHUFRqU2NMYlZZcEthYXFHQm9hUXNDZlhwUnV0VnJSMk5RSXQ4dVZvNUVSRWVVUEJpV2lKZEEwRGZ2M0g0QStmWnhKYzBzektsTE9oQ3NrNFhBWUF3T0RpRWJURzFPV09SeG9iR3FFdytISTBjaUlpSEtQUVlsb2lZYUhSekE2T2dvZ01RdXpjZU9HSEk5b2VTWW1KK0VkOHM1cUhlQjJ1VkRmVUErN25RWGZSRlI2R0pTSWxralhkT3pidi8vSXJGTHptb0xmYnEvck9rWkdSakErN3B2VnlkdGQ3a1pEUXdOc1ZtdU9Sa2RFdFBvWWxJaVdZV1I0QkNORk5LdVVwS29xUm9aSE1ERTVPZXMrajhlRGhvWjZXQ3lXSEl5TWlHaDFNU2dSTGNPc1dhVTFhMUJSV2RpelNxbGlzUmlHaDRjeE5UWDdiRHVQeDRPNnVsclliTFljakl3b001NXBtRDNKa3doS0hZTVMwVEtOakl4Z1pDUXhxMlNSWld3OFpoT0s3Y2RMTkJxRmQzaDQxZzQ1QUhDNzNhaXJxMlhSTitWRWFqQkt2cyt3dEh6SmtKUWFsa28xT0RFb0VTMlRydXZZdi8rQVdRUzlaczBhVkJiUnJGSXFSWW5DNi9YT2FsZ0pBR1ZsWmFpdHEyVmJBVm9WcWFGbzV0dk14OURDelF4R005OW1QcVlVTUNnUlpjSEk2Q2hHaGtjQUZPK3NVcXBJSklLaHdTR0VJNUZaOTludGR0VFcxc0xqS2F3bW5GUTRVa09ScnVzUUlFQ1NKWWlDQ0ZtV0lZbzg3MzI1ZEYxSFBCNkhidWpRNGhvTUdCQUVBYUlvcG9XbVVzQ2dSSlFGTTJlVm1wcWFVRlZWbWVOUnJieHdKSUt4a1ZINEE3T1g1Q3dXQzJycmFsRlpVVkZTUDFScFpTWERVZkxOYXJYQ2JtUHJpcFdtS0FwaWFneWlLSnB2cGZML21rR0pLRXRHeDhZdzdCMEdBTWlTaEUzSGJDcVpIeVN4V0F5am8yT1luSnljdGR3aGlpSXFLaXRRWFYzTjFnSzBMS2toQ1FBY2RnZlBKMXhGY1MwT1JWRUFvS1RDRW9NU1VaYm9ob0g5ZS9kQm0vNGgzdFRZaUtycXFoeVBhblZwbW9heHNUR00rM3pRTlgzVy9RNkhBOVhWVlNndkwrZnlDQzFLY3FsTjB6VG91ZzZYMDhWL1F6bWc2em9Dd1FBa1NZSWtTU1d4RE1lZ1JKUkZZMk5qOEpib3JGSXEzVEF3TVRHQnNkRXhxS282NjM1UkZPSHhlRkJkVlFXN2c4c21OTC9VZXFSNFBBNmIxY1pPOFRrVVVTS0l4V0ptUFZpeGh5VUdKYUlzbWptclZGZGZoN3JhMmh5UEtyZjhnUUI4NDc2TU8rV0FSUEYzVlhVVktzbzlFQ1hPRU5Cc3laQ1VyQUYwdTl3NUhoRUZnb202UkVtU2luNEpqa0dKS012R2ZUNE1EUTZadHpjZHN3a1dXYzdoaVBKRFRGVXhQajZPQ2QrRVdXT1NTZ0RnY3J0UldWRUJkN203cUgvdzB1SWs2NUxpOFRqc2RqdHNWalk1emJWb05Bb2xxcGl6U3NXOERNcWdSTFFDRGg0NGlHZ3NCZ0FvTHk5SGEydExqa2VVUHd6RHdKVGZqL0hSTVVTbUMwTm5Fa1VSNWVYbHFLaXNnTXZwWE9VUlVqNUpyVTFTVlJWdWx4c3lmL0hJT1ZWVkVRd0ZZYkZZaXI1V2lVR0phQVdFSXhFYzZqcGszbTV2YjRPVEwvaXpLRW9VWTJOajhQdjlHV2VaZ01UVWZrVkZCU29yS2xqUFZJSlNhNU5VVlVWVlpWWFJ2aUFYRXNNdzRKdnd3V0t4cE5VcUZTTUdKYUlWMHQ4L2dNbnBRMlV0RmdzMmJ0eFF0RDlJbHNzd0RBVDhBVXhNVGlJWUNHQ3VIMHBXcXhXVmxaV29xUER3VU40U2tReEtxcXBDVlZYVVZOZmtla2cwYld4OERCYUxCUmFMaFVHSmlCWlAwelRzMzMvQW5DbXByNjlEYllrWGRpK0VydW1ZOUU5aDBqZVJzZk4za3NQaFFHVmxCU284RlN3Q0wyTEpaYmQ0UEk1WUxJYmFHdjRmeWhlalk2T3dXcTJRWmRsY2ZpdEdERXBFSzJoOGZCeERRMTRBZ0NnSTJMaHBJK3NyRmtHTnh6RTFNWW1KeVVsRW85RTVIMWRXVm9ieThuSzQzUzdZYkN6MExTYXA5VW14V0F4MXRYVzVIaEpOR3hrZGdkVnFUYXRUS2tZTVNrUXJqSVhkMmFFb0NpWW1KekUxT1lWNFBEN240eXdXQzl4dU45emxicmljenFMOTRWMHFranZlR0pUeVQycFFLdWFkYnd4S1JDdU1oZDNaRndxSE1lbWJnTi92TjN0V1pTSUlBbHd1Rjl6bGJwUzd1VnVxRURFbzVTOEdKU0xLR2haMnJ3ekRNQkFLaHhId0J4RHcreEhMMEFVOGxkMXVoOHZ0Z3FlOEhBNkhZNVZHU2N2Qm9KUy9HSlNJS0d0bUZYWTMxS08yaHJ0M3NpMGFpeUhvRDhEdjl5TVVEcy83V0ZFVXAyZWF5dUYydVZnUW5xY1lsUEpYcVFRbHprTVRyUUpKa2xCZlgyY1dkbzhPajZDeW9vSkxRVmxtczFwaHE2bEdkVTAxTkYxSEtCREVsTitQWUNBd2E0bE8xM1ZNVFU1aGFuSUtRR0sycWF5c0RFNm5FMlZsRHJZZklDSUFERXBFcTZhNnVocStjUitpc1JoMHc4RFFrQmN0TGMyNUhsYlJra1FSNVo1eWxIdktBUUNSU0NRUm12d0JLQmwyMENtS0FrVlI0UFA1QUFDeUxLUE1tUWhPVGtjWm0xMFNsU2d1dlJHdG9wbUYzUjNyT2xER1dwbFZGNC9INGZmN0VmQUhFQXlGWUJoSC96RW9paUljRG9jWm5zb2NqcUpkYXNnblhIckxYNld5OU1hZ1JMVEtVZ3U3YlZZcjFtOVl6OEx1SERJTUE1RklCT0ZRR0tGUUNLRklHTG8yOTA2NlZGYXJGWGFISFdYVE0wNE91eDJTSkszd2lFdExMb0tTcXFxNDZlYnZvN3VuRi8vNDJVL2pqTk5PTWU5Ny9zV1g4ZE9mL3dySGJOcUlHNzcyVDFuOWZzZGlLdjcwbC92dzdITXZZSFJzSEdVT0IyNzU3cmZRMHJ3bWE4K1JUYVVTbExqMFJyVEtHaHNiekxQTm9yRVlSa2ZIVUZmSGJzTzVJZ2dDeXNyS1VGWldocHJhUklGOU5CcEZLQnhHS0JoQ09CeUdPc2R1dWxnc2hsZ3NCditVMzd3bXl6SWNEZ2ZzZHBzWm9GanZWRmlHdk1QWXZXY2ZBR0RyOHkrbEJhVm50cjZBY0RpQ2JXOXN4K2pZT0JycXN4UGNkRjNIdC8vMUI5aTFleThBd0ZOZWpsZ3NObStqVlZvZERFcEVxMHlTSk5UVjE4RTdYZGc5TWpLQ2NyZWJOVEI1eEdhendXYXpvYXF5RWdBUTF6U0VneUdFUWlFRXd5RkVsYmxmdk9MeE9BS0JBQUtCZ0hsTkVrWFk3SFk0SEE0NEhIYlk3WGJZN0had0hqRS90VFN2d2VXWFhJenVubDVjZGNVbGFmZGRkY1VsQ0VjaTJMUmhmZFpDRWdDOCtQS3IyTFY3THdSQndEOS84NnM0OFMzSFE5TzBPUStMcHRYRHBUZWlIT25zNm9JU1VRQUFWb3NGRzloYnFXRG91bzV3SklKUUtJUndLSXhJSkxMb0Z6UkJFR0N6V2VHd08rQW9jOERoY01CbXN4WHQ4c1ZTbFVxTjBpOSs4enM4K1BCak9IN3pzYmo1bjcrWjYrRXNDSmZlaUdoRnRiYTBvTE96QzdxdUk2YXFHUEo2MGRUWW1PdGgwUUtJb2dpWDB3bFhTb2YxYURTS3FCSkZXSWtncWtTaFJDSlE1emxxeFRBTUtFb1VpaExGeEhUTkdwQll1ck5hTElrWElKc1ZOcHZOdk0xMkVzVXJNbjBBZE9YMExDYmxELzZ2SThvUnE5V0t4b1lHREF3T0FnQjg0ejU0UEI0NHk4cHlQREphaXVSeVhiSWRBUUJvdW83b2ROdUJTRVNCRW9razJrUE1NL3NVajhjUmo4Y1JubjdoVENVSXdwRVFaVDBTb2l6V3hMVmkvWTIrSkV5djdYQlNPZjl3Nlkwb3g3cTdleEFNQmdFQXNpUmg0OGFON0JKZDVHS3gySkhacDRpQ2lLTE1XVEMrR0tJb1FwYmx4SnRGaGtXU1liRllJRnRrU0xJTWkyeUJMRXNGTlRPVnE2VzM5MS83Q1VTalVYejVDNS9GT1dlZlpWNi81LzRIY2ZzZGY4Q2Fwa2JjK3VNZm10Yzd1dzdoUzErL0VRQncreTkvQ2pXbTRvOS92aGZidHUrQTMrOUhWVlVWM243Mm1makExVmZDYXJXYUgvZVpmL3dLQmdhSE1vN2g5Tk5PeGplLytrOXAxN2J2MklYSG5ud2ErdzRjeE9Ua0ZDeXlqUHI2T3B4MnlrbTQ5TDN2Z3FlOFBPUG5XZ2xjZWlPaVZkSFMwb3dEQnc1QzB6VEVOUTM5L2Yxb1hkdWE2MkhSQ3JKYXJiQmFyWENYdTgxcnVtRWdGb3RCamNVUWk2bUlScU5RWXpGRXAzZldMWVN1NitaT3ZLT1JSQkd5eFFLTG5BaFJza1dHVmJhWUlVc1NKUWlTQ0duNkJiQllYd1JYd3VIRFBmalJqMzhHUlluQzR5bEhQSzVoWkdRVWY3N25yemgwdUFjM2Z1TXJaajFpYlcwTk5FM0QxSlFmRVVXQjNXNURoY2NEQUtpcU9MSU1GNC9IOFpOYmY0bG50ajRQSUxFcHBNTGpRVVNKb0x1bkY5MDl2WGowaWFkd3c5ZStoRTBiMTYvK0YxM0VHSlNJY2t5U0pMUzBOS083dXdjQTRBOEVNRGs1aVlxS2loeVBqRmFUS0FpdzIyeXcyMndaNzFmamNUTTRSYU5STXhERm92TXY1YzFGMDNWbzBlaWl0cDhuQTVNa2l0TWhTa3E4TDRxUUpBbWlLRUNXWkROZ1NhSUVVUkloQ0FJRVFZUWdKSllQQlZHRUtBaG1XRWplTGhiLy90T2Y0NXkzbm9YclB2SUJPSjFsQ0ljanVQVVh2OGJXNTEvQ3RqZDM0UFZ0MjNIcUtTY0NBTDU5dzljQUFELys2WC9ocVdlMjRvelRUc0UvZmY0enN6N25mLzM2dDNobTYvT1FKQWtmKzhnSDhNNkxMb0REbnRncHUvOUFKMzcyWDc5R1QyOGZidjcrditFLy8rMTdxS2p3ck40WFhPUVlsSWp5Z012bFFtVlZKU1o4RXdDQXdjRWh1Rnl1Z2xvaW9aVmxrV1ZZWkJsbEdXcllkTU5BWEZVVDlVMXFIR284anBnYU0yOG43NXQ1M3QxaUpaZkI1aTVSWHo1eE9rZ0JpVkFGdzRDQnhNSFNhbHd0aUYxdnJTM04rUHRQL2ExNXU2ek1nYy85L1NmeHh2YWRDQVpEZUczYkcyWlFXb2p1bmw0ODlzVC9BZ0ErOCttUDQ4THp6MDI3ZjlQRzlmanVqZGZqTTEvNEN2eitBTzU3NEdGODdOb1BadWVMSVFZbG9uelIyTkNBVUNDSW1LcEMxM1gwOWZhaHZhTTkxOE9pQWlBS2dybWNOeC9ETUtER3A0T1RHb2NhVjZHcUtsUTFiaGFScTNGMXdaM0pWNEp1R0lDbUhibWRER2ZUNHk0RVYxejZubG5YYkRZYlR0aXlHUys4OUFxOHd5T0wrbnpQUHZjaUFLQytyaGJ2T08vdEdSL2o4WlRqZ25QUHdmMFBQb0tYWDMyZFFTbUxHSlNJOG9Rb2ltaHRiVVZuVnhjQUlCUU9ZM3g4SE5YVjFUa2VHUlVMYzlmY0FqcUY2NW9PVGRlZzZUb01YWjl1Zm1oQTF6WHovYmdXaDZIcGFZL1JEQjI2cHBzQnB4UWJKamF2YWNwNHZib3FVWE9VNlZEbStYUWQ3Z1lBYkQ3dW1IbDdyVzNjc0E0QU1EQTRCRjNYV1ZlV0pReEtSSG5FN3JDanJyWVdJNk9qQUFDdmR4Z3Vsd3UyT2VwV2lGYUtLSWtRSlJIWlBIekZERTBHWUV6dmh6ZW1sOVpnR0xQZUJ3VG9tZ1pOMXhLNzNxSUxLMnJQTmJzOTgvOVg4eWliUmU0MUR3WkRBQUMzMnozdjQxSmJpeWhLRkdWbFBIQTdHeGlVaVBKTWJYMGQvTUVBbElnQ3d6RFExOWVQZGV2WDhiZ0xLbmhMbWVGSXprckpzbHl5Qnc0N3BvTlhLQlNhOTNHaGNCaEE0dS9ad1NPUnNvYnpja1I1UmtDaWEzZHlpbDFSRkl3c3NxYUJpSXBIYTJzTEFHRHZ2Z1B6UHU1ZzV5RUFRRWQ3RzQ5RHlpSUdKYUk4bE96YW5UUTZPb3JnVVg2YkpLTGlkTTViendTUXFEMUs5bEdheWU4UDRLbW50d0lBemovM2JhczJ0bExBb0VTVXA2cXFxK0J5dWN6YmZUMjlXZW5lVEVTRjVkaGpOdUt0WjU0T0FQakpyYi9FWHg5OEJJcHlwQ0Q4UUdjWGJ2enVMUWdFZytob1c0dDNYWGgrcm9aYWxGaWpSSlRIV2xxYXNmL0FnZWtkU0RwNnVudlFzYTZEdTFtSVNzem5QL3NwS05Fb3RyMnhIYis2L1U3Y2RzY2ZVRmxaZ1VnNFl0WW1kYlN0eFEzWGYrbEkwVGhsQllNU1VSNlRKQWxyVzF0eGVIcDdzQktOb3ErL0gydGJlY1FKMFdySWwxOUtISFk3YnJ6K3kzait4WmZ4NU5OYjBkVjFHQk1Ua3loek9IRDg1bVB4dHJQUHhJWG5ud2RaTHMyQzk1WEVRM0dKQ3NEWStEaThRMTd6ZG4xOUhXcHJhM000SXFMVmthdERjYS84d0VlaDZ3WnUrc1pYY1BKSmIxbVY1eXcwcFhJb2JuRitWVVJGcHFhNkd1V2VJNmVDRHcrUHNMaWJhSVdNKzN6UTljUWNRa05EZlk1SFE3bkdvRVJVSUZxYW0yRlA2WTNTMTlPNzRGUGxpV2poWHQrMkhRQlFWVm1CUmdhbGtzZWdSRlFnQkVGQWUxc2I1T21tZThuaTdsSThJb0lvbXdZR2g4enUxNTJIRHVQT3UvNEVBTGo0WFJleUh4R3htSnVva0VpU2hMYjJkblIxZGNFd0RFUmpNUlozRXkzVG05dDM0cGUzM1FHWDA0bEFNQWdBMkxSeFBhNjQ5TDA1SGhubEF3WWxvZ0pqdDl2UTB0eU0zcjQrQUVEQUg4REk2Q2pxV054TnRDU05EZldvcnE3QzVPUWtHaHZxY2M3WlorTHFLeStEMWNwdDlzUmRiMFFGeXp2a3hkajR1SG03cmIwTkxxY3poeU1peXI1YzdYcWpvK091TnlMS2F3Mk5EWENtQkNNV2R4TVJaUitERWxFQmEyMXRNYnZ3c3JpYmlDajdHSlNJQ2xpaXVMdk5uUEtPeG1MbzZlNkJZWEJGbllnb0d4aVVpQXFjeldwRlMydUxlVHNVRHFPM3R5K0hJeUlpS2g0TVNrUkZ3TzF5b1Q2bE1WNGdFRUIvLzBBT1IwU1VIVFA3R0hGcE9UL00vRDRVYzc4cEJpV2lJbEZiVTRPcXlrcno5dVRrSklaU3pvY2pLbVNDSUVBUUJNUlVibGpJQnpFMVpuNVBpaDJERWxFUmFWclRCRS9LbVhEajQrTVlIUjNONFlpSXNrY1FCS2lxbXV0aEVBQlZWVXNpSkFFTVNrUkZwNldsQlc2MzI3dzlQRHlDeWNuSkhJNklhSG1TTXhlQ0lFQlJGRzVXeURIRE1LQW9TdHIzcFpneEtCRVZvZGJXbHJUbWsvMzlBL0Q3QXprY0VkSFNDWUpnTmpUVWRSMkJBUDh0NTVMZjc0ZXU2K2IzaEVHSmlBcU9JQWhZMjdZV0RvZkR2TmJiMjR2ZzlEbFdSSVVpK1NLY0RFdVNKQ0VVRG5FSkxrZGlzUmhDNFJBa1NVb0xTY1VjbGhpVWlJcVVJQWhvYjIrRDNXNDNyL1gwOUNJU2llUndWRVNMbDF6ZVNRWWxVUlF4T2NYbDVGeVluSnlFSkVscFFhbVlReExBczk2SWlwNm02K2pxN0RLUE54RkZFUjBkN1drQmlpaWZHWVlCd3pDZzZ6cmk4VGppOFRoVVZZV21hWEE2bmFqd1ZPUjZpRVZ2YW1vS3dWQVFraVRCWXJGQWxtWElzbHdTWVlsQmlhZ0V4T054ZEhaMklSNlBBMGlFcGZYcjE4RnF0ZVo0WkVRTGt3eExtcVpCMHpRek1NWGpjWWlpQ0p2TkJxdlZDcnZORGxtV2N6M2NnaGVQeDZGRUZhZ3hGVXBVZ2E3clpqaVNaZG1jVlNyMmtBVEZ3cVd0QUFBVWJrbEVRVlF3S0JHVkRGVlYwZFhaaGJpbUFlRE1FaFdlNUt5U3J1dG1ZRXA5MDNYZERGVGNHYmQwcWJ2WmtzdWRNOTlLcFpBYllGQWlLaW14V0F5ZG5WMW1WMTFSRk5IZTNwWlc5RTJVejVKaEtUbTdsQXhOeVFBMU15UXhNQzFjYXVoSkRVcXB0V0hKV2FSU0NVa0FneEpSeVZFVUJZY09IVDRTbGdRQnJXdGI0WEs1Y2p3eW9vVkpuVFZLRFVqSlA1T1BvYVdadWRNd05UQ1ZTdStrVkF4S1JDVW9Fb25nOE9GdU15d0pBRnJXdHFJOHBWRWxVVDVMRFVRejMyWStoaFl1MDZ6U3pIQlVTaUVKWUZBaUtsbEtSTUdodzRmVERyZHNhVzZHcDhLVHcxRVJMVTZtWU1TQXRIeVpRbEdwQmFRa0JpV2lFaGFMeFhEbzBHRnpOeHdBTkRVMW9xcXFLb2VqSWxvNmhxVHNLZFZnTkJPREVsR0pVMVVWaHc0ZFR1dDAzTkRRZ0pxYTZoeU9pb2dvUHpBb0VSRTBUY09oUTRjUmpVYk5hOVhWMVdoc2JNamhxSWlJY285SG1CQVJKRW5DdW82T3REWUI0K1BqR0J3WXpPR29pSWh5ajBHSmlBQUFvaVNpdmFNZFRxZlR2T2FibUVCZmYzOE9SMFZFbEZzTVNrUmtFZ1VCYlcxcjA5b0VURTFPb2JlbmwwV3lSRlNTV0tORVJCbjE5ZmRqYW5MS3ZPMXdPTEIyYlN2UDBTS2lrc0tnUkVSekdocnlZbng4M0x3dFNSTGEydGJ5eUJNaUtoa01Ta1EwTDUvUGg4SEJJZk8yQUtDaHFSSFY3TFZFUkNXQVFZbUlqaW9jRHFPN3V5ZXRpM2U1cHh3dHpjMXNTa2RFUlkxQmlZZ1dKQjZQbzd1N0I0cWltTmZzZGp2V3JtMkZ4V0xKNGNpSWlGWU9neElSTFpoaEdPanQ2MFBBSHpDdlNaS0UxdGFXdExZQ1JFVEZna0dKaUJadGZHd2NRMTV2MnJXRytuclUxTmJrYUVSRVJDdURRWW1JbGlRVUNxRzN0dythcHBuWDNHNDNXbHFhSVlwczBVWkV4WUZCaVlpV1RGVlZkSGYzcEowUlo3VmFzYlp0TFd4V2F3NUhSa1NVSFF4S1JMUXN1bUdncjdjUGdjQ1J1aVZSRk5IUzBneDNTb2R2SXFKQ3hLQkVSRmt4T2pxRzRlSGh0R3MxTmRWb2FHakkwWWlJaUphUFFZbUlzaVlZREtLdnR3OWFTcjhsbDlPSmx0WVdTSktVdzVFUkVTME5neElSWlpXbWFlanA3a0U0RWpHdlNhS0lsdFlXdUZ5dUhJNk1pR2p4R0pTSWFFV01qb3hpZUdRazdWcDFkVFVhR3VyWnpadUlDZ2FERWhHdG1IQTRqSjZlM3JRV0FsYXJGYTJ0TGJEYjdUa2NHUkhSd2pBb0VkR0swblFkL2YzOWFkMjhBYUMrcmc0MWRiWGczQklSNVRNR0pTSmFGVk5UZmd3TURrRFhqaFI2MisxMnRMUzJzT2NTRWVVdEJpVWlXalZ4VFVOL1h6K0N3YUI1VFJBRTFOZlhvNmFtT29jakl5TEtqRUdKaUZiZHhNUUVob2E4MFBYMDJhVTFhNXJnY0RoeU9ESWlvblFNU2tTVUV6RlZSVjl2SHlJcGJRUUF3T1B4b0xHcEVUTDdMaEZSSG1CUUlxS2M4bzM3NFBWNm9SdEhmaFNKb29qNnVqcFVjem1PaUhLTVFZbUljazdUTkF3T0RtRnFhaXJ0dXRWcXhabzFUWEE2blRrYUdSR1ZPZ1lsSXNvYmtVZ0UvZjBEaUVhamFkZmQ1VzQwTlRYQklzczVHaGtSbFNvR0pTTEtPejZmRDk3aDRiUldBb0lnb0s2dURqVTExZXpzVFVTcmhrR0ppUEtTcnVrWThub3hNVEdSZHQxaXNhQ3BxUkZ1dHp0SEk2TjhaaGg4U1Z0SnBmaExDb01TRWVVMVJWSFFQekFBSmFLa1hYZTVYR2hxYW9TVnpTcExXbW93U3I3UHNMUXlraUVwTlN5VlFuQmlVQ0tpZ2pBNU9ZbWhJVy9hdVhHQ0lLQzZwaHAxdGJVUVJUR0hvNlBWbGhxS1pyN05mQXd0ejh4Z05QTnQ1bU9LRFlNU0VSVU1YZGN4UER5QzhmSHh0T3VTSktHdXRoYVZWWlVNVENVZ05SVHB1ZzRCQWlSWmdpaUlrR1daL3daV2lLN3JpTWZqMEEwZFdseURBUU9DSUVBVXhiVFFWR3dZbElpbzRFU2pVZlQzRDh4cVZpbUtJbXByYTFGZFhjVVh5eUtWREVmSk42dlZDcnZObnV0aGxTUkZVUkJUWXhCRjBYd3J4ckRFb0VSRUJTc1lER0o0ZUdSV1lKSkVFVlhWVmFpdHFZVW9NVEFWaTlTUUJBQU91d01TTzdqblZGeUxRMUVTOVlQRkdwWVlsSWlvNElWQ0lRd1BqeUFjRHFkZEYwVVJsVldWcUt1dDVRdHFnVXN1dFdtYUJsM1g0WEs2T0d1WUozUmRSeUFZZ0NSSmtDU3A2SmJoR0pTSXFHaUV3MkVNZTRjUm1oR1lCRUZBVlZVVjZ1b1ltQXBSYWoxU1BCNkh6V3FEM2M3bHRud1NVU0tJeFdKbWpWZ3hoU1VHSlNJcU9wRklCRjd2TUVLaFVOcDFRUkJRV1ZHQnV2bzZ5T3p5WFRDU0lTbTU0OUh0WWcrdGZCUUlCZ0FrTmxjVTB4SWNneElSRlMwbG9zQTdQSXhnTUpoMlhRRGdxYWhBZlgwZExCWkxiZ1pIQzVhc1M0ckg0N0RiN2JCWmJia2VFbVVRalVhaFJCVnpWcWxZbGtZWmxJaW82Q2xLRk1OZUx3SXpBaE1BdUYwdVZGWlhvWnlkdnZOU2FtMlNxcXB3dTl5Y0RjeFRxcW9pR0FyQ1lyRVVWYTBTZ3hJUmxReEZVVEE4UElKQUlERHJQbG1XVVZsWmdlcnFhcjRRNTVIVTJpUlZWVkZWV1ZVVUw3N0Z5REFNK0NaOHNGZ3NhYlZLaFk1QmlZaEtqcUlvR0I0WlFjQS9PekFCbkdYS0o4bWdwS29xVkZWRlRYVk5yb2RFOHhnYkg0UEZZb0hGWWltYW9NUmZtNGlvNU5qdGRxeHRiVVZNVmVFYkg4ZkV4R1RhMFNpQllCQ0JZTkNjWmFxcXJvYUZzMHc1d3pQY0NrY3hmcTg0bzBSRUpjOEFFUEFINFBQNVpoVitKN2xjTGxSWFZjRmR6bG1tMVpSYW54U0x4VkJYVzVmcklkRThSa1pIWUxWYTArcVVDaDEvUlNLaWtpY0FLQzkzbzd6Y0RUVWVOMmVaNHZHNCtaaGdNSWhnTUFoWmtsQlJWWWxxempLdGltS2FtU2cxaG1FVVJWRGlqQklSMFJ6OGdRQW1mQk1aaTc4QnpqS3RobVJyQU00b0ZZYlVHYVZpYVJIQVg0ZUlpT1pRN25hajNPMUdQQjdIaEc4Q1BwOFBhb1paSmxFUzRYYTU0ZkY0NEhJNWkrTEZnWWdTR0pTSWlJNUNsbVhVMXRXaXRxNFd3V0FRNHo1ZjJvNDVYZE14TlRXRnFha3BDSUlBcDlNNXZaUlh6bFlEUkFXTy80T0ppQmJCNVhMQjVYSkIwelJNK0NZdzd2TkJWVlh6ZnNNd3pKbW13Y0VoMkIxMmVOemxjSmU3ZVQ0WlVRRmlqUklSMFRJcEVRVlQvaWtFQWtFb2lqTG40eXl5REhkNU9jbzk1WENXbFJWRm9ldEtZNDFTWVdHTkVoRVJ6V0ozMkdGMzJGRmZYNDk0UEE2LzN3Ky9QNEJRS0pTMmEwdU54K0h6K2VEeitTQ0pJcHh1Rnp6bEhyamNMa2hGOElKQ1ZJd1lsSWlJc2tpV1pWUlZWYUdxcWdxNnJpTVlETUUvTlFWL0lBQmQxODNIYWJvTy81UWYvaWsvQU1CdXQ4Rlo1b1RUNlVTWnM0eTFUVG1rcWlwdXV2bjc2TzdweFQ5Kzl0TTQ0N1JUY2oya0pidjhtbXNCQURkOC9VczQ3WlNUY2p5YXdzVC9pVVJFSzBRVVJiTS9Fd0NFdzJGTStmMEkrQU9JeFdKcGoxV1VLQlFsaW5HZkQwQmltYTdNV1FhbjB3bG5tUk0ydTIzVngxK3FocnpEMkwxbjMvOXY3ODVqNUN3TE9JNy8zdmVkZDg1MnQ5MGU5S0JpcFFkeTA2QWNwY2loRldJNTJsQUU1VEJneEVSTUNCR2lZaWdSQkF1Q2dCRlVQSWhnMEVLbDNJa0toWlp5S0ZacUxaQWUySU5MYUxlejI1M3JQZjFqZG9iWjQ0VkN1enU3TTk5UHN1bDBaalo5T3R2bS9lWjUzdmQ1SlVrclY3MHdyRU1KZTQ1UUFvQkJrazZubFU2bk5YSENCTG11cTg2T1RuVjBkaXFmei9kNXIrdDU2dWpvVkVmM2pKTnBta3FuVXNwa01rcGwwa3FuVWcxeC9zZFFOR1hmeVRwajNxbmF2R1dyRnB3NXI5N0RRWjBSU2dCUUI3WnRhOHpZTVJvemRveUNJRkMrVUZBaGwxY3VsMU8rVU9peFRDZVZUMnJ1eXVYVWxjdFZuMHYwV3E1anAvQzl3ekFNWFhUaFYrczlEQXdSL0s4Q2dEb3pUVk1qTWhtTnlHUTBUdU1rU2NWaVVmbDhYcmxjWHZsOHZzY1dCQldsWWttbFlrbnQzY3QxbG1rcWtVd3FrVWdvbVV3cWtZZ3JrVWpJdHUxQi9mc0FqWVJRQW9BaEtKbE1LcGxNcXEydFRaTGsrNzd5dWJ5NmNsM0s1d3NxRm90OTdvUG1CNEh5K1h5ZnBUelRNQlR2anFaa01xVkVJcUZFSXE1NFBNNFdCY0NISUpRQVlCaXdMRXNqVzBaVzd5c1hocUVLaFlMeStVSjV1UzZYazk5cnVhNGlDTVBxeWVLVmM1NHE0dkc0a29tRTRvbTRrcW1Va3ZIeTQyWS8vK25zOHk1V3FWVFNkeTc3bHViTVBxYlA2NDdqNnE5UEx0ZHpMLzVEVzdac1U3NVFVTXZJa1pvNmRUOHRYSEM2RGp4Z3BpVHB3WWNmMDkzMzNLZkpreWJxanR0dTB2TXZ2cVNISG5sY203ZHNsUjIzZGRnaEIrdUNyNXl0OGVQTE00a3JWejJ2UngvL2k3WnNlME5oR0dqL1QwM1ZPV2ZOMTZHSEhOVHZPSU1nME4rZWVrWlBMbCtoTGR2ZWtPLzdtckx2SkoweTkyVE5QZm5FZ2Z1QW1naWhCQUREa0dFWTFaUER4NDRkSTBueVBFK2xVa21sVWptS0tvKzltdnZUOWVZNFR2a0t2RjczL2JVc1M1WmxLUmFMS1diSFpNZHMyZDJQclZoTXRsViszSXpiR0x6NTF0dTY5b2FmNk8xMy9pZEpTaVFTYW0xdFVUYWIxZXAvcmRIK1V6OVpEYVZhUzVjOW90Ly80VTlxYldtUkgvZ3FkQmExY3RYeld2ZktxN3A1OFhWNitORW45T0REanltVlNzazBEZVZ5SmExNzVUVXR1dTdIdXVZSDM5Vmh2V0twV0N6cCtodHYwWnExNnlSSjhiaXRFWm1NTnIyK1dULy94Vy8wMWx2dkRQeUgwUVNhNzE4NEFEU29XS3djTHBsTXBzZnpRUkRJS1RrcU9pVVZpMFU1bFlqcXRVVkJMZC8zNWZ0K24yME0rbU9hcG16Yjd2N3p5M0ZsMi9GcVNKbUdJZE13SmFNY2VJWnB5alNNNnJLZmFackRaZ213bzdOVFYvL3dCbTNmMGE3eDQ4ZnBrb3N1MUt3akRwVnBtdkk4VHkrdGZsbWxVdC9QN0wzdE83UjAyU05hOVAwck5PdUl3eFFFb1o1ZThheCtkdWRkYXQrWjFRMDMvbFRyTjI3U2VlY3UxSUl6NXNteUxLM2ZzRkUzM0hTcjJuZG1kZTk5OS9jSnBWLysrbTZ0V2J0T3RtM3JHeGRmb0JPUFAwNjJiU3VmTDJqSjBtVjY4T0hIQnV0amFXaUVFZ0EwT05NMHE3dUhxN1cxeDJ1VllIS0s1WWdxT2lVNUphZlBWWGNmSkFpQzZ1elZIby9WTUNUVGtDRkRwbUVvVkhtWjBmTTkrYTVYOTF1WTNMZmt6OXErbzEydHJTMWFmTzNWYW1zYlhYMHRGb3ZwNk04ZTJlLzNPWTZqQzg4N1I3T09PRXlTWkpxR1RqcGhqdGFzL1krZVhyRks2emR1MGpGSGZVWUxGNXhSL1o0WjA2ZnBuSVVMZE1ldmZxdjFHemFxVUNnb2xVcEprclpzM2Fhbm5sa3BTYnIwbTEvWENjZlBybjVmT3AzUzE4NC9WNlpwYXVteVIvYjZaOUJzQ0NVQWFHTGxFN3NUMHNpUlBaNzNnMEMrNThuelBIbXVKOWR6NVhZLzlyenk3MzNQLzhCbHZZOGpDRVBKTDUrazd1djllNzJWeDlIM3lyL0I1SG0rbG5mSHljSUZaL1NJcEE5akdJYm1ubnhDbitjUE9maEFQYjFpbFNUcDlIbW45SG45Z0puVHE0KzM3MmpYbEgwblM1S2VmZTRGU2RMNDhlUDB1VG5IOXZ0bnpqdDFMcUcwRnhCS0FJQStMTk9VRlM5ZkdmZGhmTitYNjdyeS9ISTQrYTRueDNYS2NlUDVDb0pBb1VLRlFhZ3c3UDRLZ25JVVNSOXA5cXFlTm0vZHFtS3hQR3QyNUt6RFA5TDNqbWtiM2U5bjJUYjYvZGlhTW5seW45ZEhqSGgvR2JWMnFYVGo2NXNsU1FkOWVtYmtzbVZiMjJpWnBxRWdDUHQ5SGJ1SFVBSUE3SkhLaWQ5N1F4QUVVaWdGWWFBd0RPWDd2anpmbDF0eVZITDJmR2x2VDlSZU1UaHFWT3NIdkxPdlJLTC9XOURVM2d5NXYvZjB1UHF3Wmp1SXpzN3kyZmN0TFMwZmFSejQ2QWdsQU1DUVVRa0RVK1ZmTGN0U0xBaGttYVpNcTc1YkZ0VHVmRjdJRjVSS0p1cytsbEl4T2g0OXoyTTJhUzlvN28weUFBRFlUZnRPbmxSOXZPN1YxK280RW1uOCtMR1NwQTJiTmtXK1orUHIveDJzNFRRMFFna0FnTjNRMWpaYU0yZE1reVF0V2ZyUWJtMmRNRkFPUC9RUVNkS20xemRyN2JwWCszM1BrZ2VXRGVhUUdoYWhCQURBYnFwY2RyOTEyeHU2NnBycnRYN2orek02anVOcXhiUFA2Y25sS3daOEhNY2RlNVRHZFc4MHV2am0yL1QzbDFaWGw5bXkyUTdkY3Z1ZFdyOGhlcllKdTQ5emxBQUEyRTBISGpCVGwxMTZpVzYvNHk2dDM3QlJWM3h2a1RMcHROTHBsSFptcy9JOFgrY3NuRC9nNDRqSDQ3cnk4bTlyMFhXTHRXdFhsMzYwK0JhbDB5bWxraW0xNzl3cDI0N3BxaXN2MTZMckZnLzRXQm9kb1FRQVFJVCs3bm4zdVRtek5XUDZORDMwNkJONmVjMWFiZC9STHVXbHlaTW02Y2haaCtzTEovWGRMMmtnekpnK1RiZmVkTDJXUExCTXE5ZjhXeDBkblVyRUU1b3oreGlkTmY4MDdmZUpLWU15amtabkZFdEZUb2tIQUF4SmxRMG5YZGVWNHppRHRqUDMvQytmcnlBSXE3Y2N3ZTU1OTcxM0ZZL0haZHUyVE5Oc2lKc3JELysvQVFBQWU5R085dmJxK1Q0VEp1eFQ1OUdnM2dnbEFBQnEvSFAxR2tsUzIraFJta2dvTlQxQ0NRRFExTjU4NjIxMWRlVWtsZmNldXZlUDkwdVNUdjNpNXlOdkQ0TG13Y25jQUlDbTl2S2F0YnJyZC9kb1JDYWpYVjFka3FTWk02YnB6Tk8rVk9lUllTZ2dsQUFBVFczaWhIMDBaa3lic3Rtc0prN1lSM05tSDYyejVwK3VlTnl1OTlBd0JIRFZHd0JneUtyWFZXLzRlTGpxRFFBQW9Ja1FTZ0FBQUJFSUpRQUFnQWlFRWdBQVFBUkNDUUF3WlBYZXh5Z0lnanFOQkIrbTk4K21VZmFnSXBRQUFFT2VZUmd5REVPTzY5UjdLSWpndUU3MTU5UklDQ1VBd0xCZ0dJWmMxNjMzTUJEQmRkMkdpeVNKVUFJQURIR1ZXUXJETUZRc0ZoV0diUDgzMUlSaHFHS3gyT05uMVNnSUpRREFrR1lZUm5YendpQUl0R3ZYcm5vUENiMTBkbllxQ0lMcXo0bFFBZ0JnRUZRT3VKVllzaXhMdVh5T0piZ2h4SEVjNWZJNVdaYlZJNUlhSlpZSUpRREFrRlpaeXFtRWttbWF5blprNnowc2RNdG1zN0lzcTBjb05Vb2tTZHpyRFFBd3hJVmhxREFNRlFTQlBNK1Q1M2x5WFZlKzd5dVR5V2hVNjZoNkQ3RXBkWFIwcUN2WEpjdXlaTnUyWXJHWVlyRll3OFZTck40REFBRGdnMVFPdUpVWnBkcm5jN21jQ29XQ0VvbUU0dkc0a29ta1lqRU9iUVBCOHp3VlMwVzVqcXRpcWFnZ0NLcHhGSXZGbUZFQ0FLQ2VLck5LUVJESTkvMCtYMEVRVkdlZnVESnU3NnE5bXEwU3JMMi9HdkZFYm9rWkpRREFNRkU1U0ZjZTExNE5aMWxXajFDcUlKajJURzMwOVBlWlYzNnRQTjlva1NRUlNnQ0FZYVJ5UUE3RFVJWmhWQzlKcjh3MlZjS0lRTnE3ZWw5OVdCdE1qYmgzVWkxQ0NRQXdyTlFldEd2RGlkbWtnZEhmckZMdk9HclVTSklJSlFEQU1OVDc0QzJKMmFRQjFsOFVOWElnVlJCS0FJQmhxL2RCdTdJa2g0SFJqSjh0b1FRQWFCak5lQ0RId0dKbmJnQUFnQWlFRWdBQVFBUkNDUUFBSUFLaEJBQUFFSUZRQWdBQWlFQW9BUUFBUkNDVUFBQUFJaEJLQUFBQUVRZ2xBQUNBQ0lRU0FBQkFCRUlKQUFBZ0FxRUVBQUFRZ1ZBQ0FBQ0lRQ2dCQUFCRUlKUUFBQUFpRUVvQUFBQVJDQ1VBQUlBSWhCSUFBRUFFUWdrQUFDQUNvUVFBQUJDQlVBSUFBSWhBS0FFQUFFUWdsQUFBQUNJUVNnQUFBQkVJSlFBQWdBaUVFZ0FBUUFSQ0NRQUFJQUtoQkFBQUVJRlFBZ0FBaUVBb0FRQUFSQ0NVQUFBQUloQktBQUFBRVFnbEFBQ0FDSVFTQUFCQUJFSUpBQUFnQXFFRUFBQVFnVkFDQUFDSThIODhFMHlmdkpUK21nQUFBQUJKUlU1RXJrSmdnZz09IiwKCSJUaGVtZSIgOiAiIiwKCSJUeXBlIiA6ICJtaW5kIiwKCSJWZXJzaW9uIiA6ICIiCn0K"/>
    </extobj>
  </extobjs>
</s:customData>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11.xml>��
</file>

<file path=customXml/itemProps58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customXml/itemProps59.xml><?xml version="1.0" encoding="utf-8"?>
<ds:datastoreItem xmlns:ds="http://schemas.openxmlformats.org/officeDocument/2006/customXml" ds:itemID="{f7bc79f2-c455-434b-bca9-875aecb91bf3}">
  <ds:schemaRefs/>
</ds:datastoreItem>
</file>

<file path=customXml/itemProps60.xml><?xml version="1.0" encoding="utf-8"?>
<ds:datastoreItem xmlns:ds="http://schemas.openxmlformats.org/officeDocument/2006/customXml" ds:itemID="{3c132078-98b1-4deb-b4fd-a1bec46831f1}">
  <ds:schemaRefs/>
</ds:datastoreItem>
</file>

<file path=customXml/itemProps61.xml><?xml version="1.0" encoding="utf-8"?>
<ds:datastoreItem xmlns:ds="http://schemas.openxmlformats.org/officeDocument/2006/customXml" ds:itemID="{c5c661d3-4756-4449-af8a-01387bd7a269}">
  <ds:schemaRefs/>
</ds:datastoreItem>
</file>

<file path=customXml/itemProps62.xml><?xml version="1.0" encoding="utf-8"?>
<ds:datastoreItem xmlns:ds="http://schemas.openxmlformats.org/officeDocument/2006/customXml" ds:itemID="{58dabdbb-c60f-4057-89a4-b5f24a98f472}">
  <ds:schemaRefs/>
</ds:datastoreItem>
</file>

<file path=customXml/itemProps63.xml><?xml version="1.0" encoding="utf-8"?>
<ds:datastoreItem xmlns:ds="http://schemas.openxmlformats.org/officeDocument/2006/customXml" ds:itemID="{6ad86b82-52b5-47a8-ba6d-e9bbe075a083}">
  <ds:schemaRefs/>
</ds:datastoreItem>
</file>

<file path=customXml/itemProps64.xml><?xml version="1.0" encoding="utf-8"?>
<ds:datastoreItem xmlns:ds="http://schemas.openxmlformats.org/officeDocument/2006/customXml" ds:itemID="{8fd2a99b-51ca-42d4-8a98-ac38bf31ee8f}">
  <ds:schemaRefs/>
</ds:datastoreItem>
</file>

<file path=customXml/itemProps65.xml><?xml version="1.0" encoding="utf-8"?>
<ds:datastoreItem xmlns:ds="http://schemas.openxmlformats.org/officeDocument/2006/customXml" ds:itemID="{667e9340-f440-47f7-819a-cdc7dab5fa96}">
  <ds:schemaRefs/>
</ds:datastoreItem>
</file>

<file path=customXml/itemProps66.xml><?xml version="1.0" encoding="utf-8"?>
<ds:datastoreItem xmlns:ds="http://schemas.openxmlformats.org/officeDocument/2006/customXml" ds:itemID="{ae649005-3b55-4298-8017-458659bde268}">
  <ds:schemaRefs/>
</ds:datastoreItem>
</file>

<file path=customXml/itemProps67.xml><?xml version="1.0" encoding="utf-8"?>
<ds:datastoreItem xmlns:ds="http://schemas.openxmlformats.org/officeDocument/2006/customXml" ds:itemID="{eb8fafd0-aa01-4764-b4e6-708160bc6a19}">
  <ds:schemaRefs/>
</ds:datastoreItem>
</file>

<file path=customXml/itemProps68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1332</Words>
  <Application>WPS 演示</Application>
  <PresentationFormat/>
  <Paragraphs>144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0" baseType="lpstr">
      <vt:lpstr>Arial</vt:lpstr>
      <vt:lpstr>宋体</vt:lpstr>
      <vt:lpstr>Wingdings</vt:lpstr>
      <vt:lpstr>FZYanSongS-EB-GB</vt:lpstr>
      <vt:lpstr>Segoe Print</vt:lpstr>
      <vt:lpstr>Gill Sans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微软雅黑</vt:lpstr>
      <vt:lpstr>星夜浪漫宇宙温柔</vt:lpstr>
      <vt:lpstr>Arial Unicode MS</vt:lpstr>
      <vt:lpstr>Helvetica</vt:lpstr>
      <vt:lpstr>OPlusSans 3.0</vt:lpstr>
      <vt:lpstr>MingLiU-ExtB</vt:lpstr>
      <vt:lpstr>素材集市康康体</vt:lpstr>
      <vt:lpstr>1_New_Template7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1312</cp:revision>
  <dcterms:created xsi:type="dcterms:W3CDTF">2019-02-26T11:09:00Z</dcterms:created>
  <dcterms:modified xsi:type="dcterms:W3CDTF">2024-09-20T08:08:43Z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