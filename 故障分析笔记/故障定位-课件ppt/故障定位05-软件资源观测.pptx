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406" r:id="rId3"/>
    <p:sldId id="360" r:id="rId4"/>
    <p:sldId id="470" r:id="rId5"/>
    <p:sldId id="426" r:id="rId6"/>
    <p:sldId id="417" r:id="rId7"/>
    <p:sldId id="494" r:id="rId8"/>
    <p:sldId id="496" r:id="rId9"/>
    <p:sldId id="495" r:id="rId10"/>
    <p:sldId id="497" r:id="rId11"/>
    <p:sldId id="498" r:id="rId12"/>
    <p:sldId id="499" r:id="rId13"/>
    <p:sldId id="500" r:id="rId14"/>
    <p:sldId id="501" r:id="rId15"/>
    <p:sldId id="502" r:id="rId16"/>
    <p:sldId id="503" r:id="rId17"/>
    <p:sldId id="505" r:id="rId18"/>
    <p:sldId id="504" r:id="rId19"/>
    <p:sldId id="507" r:id="rId20"/>
  </p:sldIdLst>
  <p:sldSz cx="12192000" cy="6858000"/>
  <p:notesSz cx="6858000" cy="9144000"/>
  <p:custDataLst>
    <p:tags r:id="rId38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BDDAB3"/>
    <a:srgbClr val="161E3B"/>
    <a:srgbClr val="FBDF43"/>
    <a:srgbClr val="FDED42"/>
    <a:srgbClr val="F04238"/>
    <a:srgbClr val="FFB35A"/>
    <a:srgbClr val="19DEA6"/>
    <a:srgbClr val="FFC07A"/>
    <a:srgbClr val="3F9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gs" Target="tags/tag68.xml"/><Relationship Id="rId37" Type="http://schemas.openxmlformats.org/officeDocument/2006/relationships/customXml" Target="../customXml/item11.xml"/><Relationship Id="rId36" Type="http://schemas.openxmlformats.org/officeDocument/2006/relationships/customXml" Target="../customXml/item10.xml"/><Relationship Id="rId35" Type="http://schemas.openxmlformats.org/officeDocument/2006/relationships/customXml" Target="../customXml/item9.xml"/><Relationship Id="rId34" Type="http://schemas.openxmlformats.org/officeDocument/2006/relationships/customXml" Target="../customXml/item8.xml"/><Relationship Id="rId33" Type="http://schemas.openxmlformats.org/officeDocument/2006/relationships/customXml" Target="../customXml/item7.xml"/><Relationship Id="rId32" Type="http://schemas.openxmlformats.org/officeDocument/2006/relationships/customXml" Target="../customXml/item6.xml"/><Relationship Id="rId31" Type="http://schemas.openxmlformats.org/officeDocument/2006/relationships/customXml" Target="../customXml/item5.xml"/><Relationship Id="rId30" Type="http://schemas.openxmlformats.org/officeDocument/2006/relationships/customXml" Target="../customXml/item4.xml"/><Relationship Id="rId3" Type="http://schemas.openxmlformats.org/officeDocument/2006/relationships/slide" Target="slides/slide1.xml"/><Relationship Id="rId29" Type="http://schemas.openxmlformats.org/officeDocument/2006/relationships/customXml" Target="../customXml/item3.xml"/><Relationship Id="rId28" Type="http://schemas.openxmlformats.org/officeDocument/2006/relationships/customXml" Target="../customXml/item2.xml"/><Relationship Id="rId27" Type="http://schemas.openxmlformats.org/officeDocument/2006/relationships/customXml" Target="../customXml/item1.xml"/><Relationship Id="rId26" Type="http://schemas.openxmlformats.org/officeDocument/2006/relationships/customXmlProps" Target="../customXml/itemProps57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/>
        </p:nvSpPr>
        <p:spPr>
          <a:xfrm>
            <a:off x="11274538" y="306425"/>
            <a:ext cx="579873" cy="52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749"/>
                </a:moveTo>
                <a:lnTo>
                  <a:pt x="0" y="851"/>
                </a:lnTo>
                <a:cubicBezTo>
                  <a:pt x="0" y="381"/>
                  <a:pt x="381" y="0"/>
                  <a:pt x="851" y="0"/>
                </a:cubicBezTo>
                <a:lnTo>
                  <a:pt x="20749" y="0"/>
                </a:lnTo>
                <a:cubicBezTo>
                  <a:pt x="21219" y="0"/>
                  <a:pt x="21600" y="381"/>
                  <a:pt x="21600" y="851"/>
                </a:cubicBezTo>
                <a:lnTo>
                  <a:pt x="21600" y="20749"/>
                </a:lnTo>
                <a:cubicBezTo>
                  <a:pt x="21600" y="21219"/>
                  <a:pt x="21219" y="21600"/>
                  <a:pt x="20749" y="21600"/>
                </a:cubicBezTo>
                <a:lnTo>
                  <a:pt x="851" y="21600"/>
                </a:lnTo>
                <a:cubicBezTo>
                  <a:pt x="381" y="21600"/>
                  <a:pt x="0" y="21219"/>
                  <a:pt x="0" y="20749"/>
                </a:cubicBezTo>
                <a:close/>
              </a:path>
            </a:pathLst>
          </a:custGeom>
          <a:gradFill>
            <a:gsLst>
              <a:gs pos="0">
                <a:srgbClr val="FF6A00"/>
              </a:gs>
              <a:gs pos="100000">
                <a:srgbClr val="FF4C00"/>
              </a:gs>
            </a:gsLst>
            <a:lin ang="5400000"/>
          </a:gradFill>
          <a:ln w="3175">
            <a:miter lim="400000"/>
          </a:ln>
        </p:spPr>
        <p:txBody>
          <a:bodyPr lIns="22859" tIns="22859" rIns="22859" bIns="22859" anchor="ctr"/>
          <a:lstStyle/>
          <a:p>
            <a:pPr algn="ctr" defTabSz="457200">
              <a:defRPr sz="120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image" Target="../media/image9.png"/><Relationship Id="rId5" Type="http://schemas.openxmlformats.org/officeDocument/2006/relationships/tags" Target="../tags/tag17.xml"/><Relationship Id="rId4" Type="http://schemas.openxmlformats.org/officeDocument/2006/relationships/image" Target="../media/image8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.xml"/><Relationship Id="rId3" Type="http://schemas.openxmlformats.org/officeDocument/2006/relationships/image" Target="../media/image10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8.xml"/><Relationship Id="rId3" Type="http://schemas.openxmlformats.org/officeDocument/2006/relationships/image" Target="../media/image12.png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2.xml"/><Relationship Id="rId4" Type="http://schemas.openxmlformats.org/officeDocument/2006/relationships/image" Target="../media/image13.png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image" Target="../media/image17.png"/><Relationship Id="rId5" Type="http://schemas.openxmlformats.org/officeDocument/2006/relationships/tags" Target="../tags/tag42.xml"/><Relationship Id="rId4" Type="http://schemas.openxmlformats.org/officeDocument/2006/relationships/image" Target="../media/image16.png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tags" Target="../tags/tag54.xml"/><Relationship Id="rId4" Type="http://schemas.openxmlformats.org/officeDocument/2006/relationships/image" Target="../media/image20.png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软件资源观测命令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793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何为软件资源？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6" name="C9F754DE-2CAD-44b6-B708-469DEB6407EB-1" descr="C:/Users/meng/AppData/Local/Temp/wpp.DAPaCrw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085" y="2132965"/>
            <a:ext cx="5600700" cy="3228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7550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软件资源观测命令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C9F754DE-2CAD-44b6-B708-469DEB6407EB-2" descr="C:/Users/meng/AppData/Local/Temp/wpp.qKXvspw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533" y="1814195"/>
            <a:ext cx="6210300" cy="3228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1125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ps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1484948"/>
            <a:ext cx="6270625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ps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可用于查看进程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线程相关信息，如下：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20" name="图片 119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87488" y="2204720"/>
            <a:ext cx="6467475" cy="3752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0261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ps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1341438"/>
            <a:ext cx="6270625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指定查询进程字段、排序字段等。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8" name="图片 117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87805" y="1917065"/>
            <a:ext cx="6615430" cy="4406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91122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查看线程情况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1860" y="2204720"/>
            <a:ext cx="4697730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查询进程的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线程数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5" name="图片 104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312535" y="1402715"/>
            <a:ext cx="3467100" cy="1924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" name="图片 105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312218" y="3490278"/>
            <a:ext cx="4371975" cy="2238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829310" y="4139565"/>
            <a:ext cx="5170805" cy="12090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由于后端程序经常使用线程池，流量不大时，池中线程是空闲状态，故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活跃线程数量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更能准确说明问题。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8"/>
            </p:custDataLst>
          </p:nvPr>
        </p:nvSpPr>
        <p:spPr>
          <a:xfrm>
            <a:off x="6240145" y="5794375"/>
            <a:ext cx="463867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top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添加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-H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显示线程，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-i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只显示活跃的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9632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netstat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07" name="图片 106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775460" y="1988820"/>
            <a:ext cx="7141210" cy="44716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839470" y="1412875"/>
            <a:ext cx="8803005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netstat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用于查看网络连接，常见用法如下：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92265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netstat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412875"/>
            <a:ext cx="8803005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根据进程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ID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找网络连接，或根据连接找进程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ID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8" name="图片 107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31950" y="2421255"/>
            <a:ext cx="7467600" cy="2838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9677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ss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查看活跃连接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228090"/>
            <a:ext cx="8803005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ss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命令与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netstat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用法类似，不过它性能更高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基于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netlink)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，除此之外，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-i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还提供了一些额外连接信息。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9" name="图片 108"/>
          <p:cNvPicPr/>
          <p:nvPr/>
        </p:nvPicPr>
        <p:blipFill>
          <a:blip r:embed="rId3"/>
          <a:stretch>
            <a:fillRect/>
          </a:stretch>
        </p:blipFill>
        <p:spPr>
          <a:xfrm>
            <a:off x="839470" y="2493010"/>
            <a:ext cx="6623050" cy="32581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7680325" y="3305175"/>
            <a:ext cx="3952240" cy="1024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其中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lastsnd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与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lastrcv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表示最后一次发收包时间，可用于计算活跃连接。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8572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ss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查看活跃连接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211580"/>
            <a:ext cx="8803005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通过与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awk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结合，计算出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lastsnd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或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lastrcv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小于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1000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毫秒的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活跃连接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，并按端口号分组计数。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0" name="图片 109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1860" y="2421255"/>
            <a:ext cx="9067800" cy="3752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7608570" y="3938905"/>
            <a:ext cx="4150995" cy="9321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可以看到：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3306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端口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(mysql)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有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3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个活跃连接。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6379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端口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(redis)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有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6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个活跃连接。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8318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lsof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211580"/>
            <a:ext cx="8803005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中一些皆文件，比如网络连接也抽象成文件读写，而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lsof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命令则可以用来查询进程打开的文件。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1" name="图片 110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1815" y="2277110"/>
            <a:ext cx="10266045" cy="38366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8832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lsof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396365"/>
            <a:ext cx="8803005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也可以反过来，根据文件或网络端口查找相应的进程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2" name="图片 111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55370" y="2277110"/>
            <a:ext cx="8572500" cy="3143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8832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lsof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396365"/>
            <a:ext cx="8803005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查看进程的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工作目录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3" name="图片 112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39470" y="1917065"/>
            <a:ext cx="7974965" cy="1419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" name="图片 113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11860" y="4321810"/>
            <a:ext cx="7686675" cy="1290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839470" y="3501073"/>
            <a:ext cx="8803005" cy="6553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有时候，系统磁盘空间不足了，我们想删掉一些大的日志文件来释放磁盘空间，却发现</a:t>
            </a: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删除后，磁盘剩余空间没有变多</a:t>
            </a: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，这是因为有进程引用了这个文件，可以如下确认：</a:t>
            </a:r>
            <a:endParaRPr kumimoji="0" lang="zh-CN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911860" y="5660708"/>
            <a:ext cx="880300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这时我们只需要重启867这个进程，即可真正释放空间。</a:t>
            </a:r>
            <a:endParaRPr kumimoji="0" lang="zh-CN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7975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fuser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396365"/>
            <a:ext cx="9645015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fuser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可以看做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lsof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的简版，它也可以根据文件或端口找进程，如下：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5" name="图片 114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03705" y="2204720"/>
            <a:ext cx="3771900" cy="2838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9505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案例：查找进程日志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211580"/>
            <a:ext cx="9645015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排查问题时，有些机器的部署情况可能不太熟悉，比如知道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3306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端口有一个服务，但想看其日志文件，可以这样查找。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7" name="图片 116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31950" y="2493010"/>
            <a:ext cx="8267700" cy="3143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9632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其它命令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211580"/>
            <a:ext cx="9645015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还有一些其它命令，如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pwdx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查看进程工作目录，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pslog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找进程日志，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prtstat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可查看进程基本信息。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6" name="图片 115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55053" y="2348548"/>
            <a:ext cx="3971925" cy="3457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448300" y="2348865"/>
            <a:ext cx="6032500" cy="3695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104140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总结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340803"/>
            <a:ext cx="9826625" cy="17633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457200" marR="0" indent="-45720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ps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可用来观测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进程与线程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的信息。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netstat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可用来观测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网络连接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的信息。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lsof/fuser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可用来观测文件描述符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如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文件、网络连接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)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的信息。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item1.xml><?xml version="1.0" encoding="utf-8"?>
<s:customData xmlns="http://www.wps.cn/officeDocument/2013/wpsCustomData" xmlns:s="http://www.wps.cn/officeDocument/2013/wpsCustomData">
  <extobjs>
    <extobj name="C9F754DE-2CAD-44b6-B708-469DEB6407EB-1">
      <extobjdata type="C9F754DE-2CAD-44b6-B708-469DEB6407EB" data="ewoJIkZpbGVJZCIgOiAiMzIwMTUwMzYzMDY3IiwKCSJHcm91cElkIiA6ICI0Mzg4NTUzOTgiLAoJIkltYWdlIiA6ICJpVkJPUncwS0dnb0FBQUFOU1VoRVVnQUFBa3dBQUFGVENBWUFBQURMREZNUUFBQUFBWE5TUjBJQXJzNGM2UUFBSUFCSlJFRlVlSnpzM1hkNFZGWENCdkQzM0puMDNudENid0VDU2FpS2lLSWlLdGl3WWwvcnJtMHR1MzZ1YTFzVlpYVXR1KzdhR3paWVhZcElrOTRoaFFDaEpwUUUwZ1BwWmNvOTN4K1RERE9aU1NWaG1NbjdlNTU1TXJuM3pyMW5rc3pNbTFNQk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TZRemk2QUVSRTVCQjgvejg3MHRFRm9IT0xMeGdpb3Q1QjJMblB6NEN1a1MyK3RyeFBMa2pyNkFJUUVWR1BzZ3hITFc4dGo2RzJ0UXhJbGpkN3g1QUxZV0FpSW5KZGx1RklPWGJzMklpSWlJZ3J0RnJ0V0kxR00xWUlFZTNnOGprbEtXV0IwV2pjWVRBWXRoY1hGNi9zMDZmUEhwaUNrdHA4aUFPTFIwUkVSSjBnQUdnQXVNMlpNeWVnb2FIaDcxSktnNlR1Wm1ob2FIanJrVWNlOFFYZzF2UXpaNDBkRVJHUkV6Q0hwZHpjM0RHcXFoNTBkS3B3ZFVhamNkZlJvMGZIZ2FHSmlJaklLUWdBQ2dDM2Q5NTVKMWhWMVZ4SGg0bmVRbFhWM0h2dnZkY1BwdENrZ0tISnBmQ1hTVVRrT3N6OWxRQm82K3JxM3ZieThuckV3V1hxVmVycjY5L3g5dlorSG9BQnBqNU5MVHVGazVOU0hGMEFJaUxxVnMwZHZDZDRlWGs5NU9qQzlEWmVYbDVQSER0MmJDSll3K1J5R0ppSWlGeUh1WVlwS2lycTkrQjd2Q01vVVZGUjkrSk1ZR0pvY2hGOE1SRVJ1UWJMK1pZVVJWRUdPN0l3dlZuVHo5Nnlob21oeVFVd01CRVJ1WTdtL2t1S1JxT0pkM1JoZWl1TlJqTUlUYjhITUN5NURBWW1JaUxYSWdBSUlZUy9vd3ZTV3pYOTdOa2M1MklZbUlpSVhBZWJnTTRmL0YyNEdBWW1JaUxYd3BxTjh3Ti9EeTZHZ1ltSXlEWHd3L244eGQrTkMyQmdJaUlpSW1vSEF4TVJFUkZST3hpWWlJaUlpTnJCd0VSRVJFVFVEZ1ltSWlJNmE2cXFRa3F1TVV1dWk0R0ppSWpPMnFyVjYvRHdZMDlqeDg0TXUvdUxTMG94KzU2SDhQTHJjODNidnYxaEFkWnYzTkxwYXhtTlJweXVxT2h5V1ltNlF1dm9BaEFSa1hPVFVtTFJMOHRRV0ZTTTBOQmd1OGRvdFJwVTE5U2dzcklTQUZCVFU0dk5XM2ZnWkVFaHR1MUl3eDhlL2gxOHZMMnRIbE5iVjRleXNuS1VsSmFocEtRVXg0N240OGpSWXppV2w0K0k4REI4K041Y3ZQbjIrMGpQek9wUU9YMTh2UEhGUngrYzNaT2xYb3VCaVlpSXpzck85RXljTENqRWhIRmowSzl2SDd2SGVMaDdBQUQwZWdNQXdOZlhCKys4K1RmODY2UFBzR0hURnVRY09ZcTVyNzJFd01BQUFNRHVQZGw0NFpVM2JNN2o3KytIeEtHRDBiZFBBblE2UFhRNkhSb2JHekZ4L0ZpNHViWCtrYllqTFJNTkRRMW4rMVNwRjJOZ0lpS2lzL0xEZ3AraEtBS3piNTNWNmpHZW5wNEFBTDFlYjdITkEwODkvZ2o2Sk1TaG9LRElISllBWU5qUUliaDB5a1VJRFFsQlJIZ1l2dmo2TzRTRmhlSWZiLzNON3ZrZnZ2OGUrUHY3dFhyOVJ4NS9oczE0ZEZZWW1JaUlxTXQyN014QTdwRmp1T3pTaXhFYkV3MEFNQmlNMEdvMVZzZHB0UnBvTkJyb2RIcWJjMHlmZGhuS3lzcVJtYlVIQm9NQlkxSkdRNnZWNExGSEhqQWZNKytIQlJDY0w1c2NpSUdKaUlpNnhHZzA0c3Q1MzhQVDB3TzMzM0lqQUdEejF1MzQ0dXZ2Y085ZHQyUGkrTEhRNlhRb0t6K0Zzckp5YURTbWZrd2Zmdnc1eXNyS3pkdHI2K3JNNXd3TERjR1lsTkdPZWtwRXJXSmdJaUtpTGxtNmZCVk9GaFRpanR0dVFsQmdJSXhHSTc3NWJqNUt5OHFSZStRb1B2ejRjMVJYMTlnOGJzV3FOVkFVQmNIQlFZaVBqMFZZYUNqQ1FrTVFGaHFDaUlqd0xwVmwzY2JOOFBUMGFIVy9aU2dqNmdvR0ppSWk2clNpNGhMTSszNEJvcU1pY2UwMTB3RUFLMzliaThLaVlxU21qTUtWbDA5Rlp0WWVEQnN5R0dHaElRZ05EY0d2SzM1RFNVa3BQdjdYUHhBV0dnSkZhWDFtbTIrK200OGx2NjR3ZjkvWTJJalRweXR3MCt6N3pOdSsvdlJEOC8zUHZwelhicG05dmIyNjhsU0pBREF3RVJGUkY2emJzQW1Oalkwb0t5L0g3SHNmUm1OakkxUlZoWnViRys2LzUwNkVob2JnblRldE8yaG43ZDZMa3BKU2VMaTd0eG1XQUtCL3Z6NjQrS0lMQUpqQ1dkYnV2ZkR6ODhXRWNXUE14MmcwWjg3eDR2UFAya3hMWUdudVB6NWdMUk9kRlFZbUlpTHF0S1NSdzdFekxSUCsvbjd3OC9ORDl2NERLQ3NyeDAwM3pFUmtLODFxL3Y3K0FJQ3E2bXFyRVhFQVVGRlJpWUtpSWhRV0ZtTkEvNzZZT0g0c0pvNGZDd0Q0NHV2dmtMVjdMOEpDUS9ESUEvZGFQZTZQanowQ25WNkh3SUFBaURaNmhiL3o1dDg0RXptZEZRWW1JcUp6SkRzN083aSt2dDVYQ09FamhQQXhDdUVyakVZZklZU3ZLb1NQVUZWZkFENVNDQThBYmdDMFFrb3RoTkJJMC91MVZraXBnUkJhMlh3ZjBFSUlyY0ZvMUVpajBVMnYxN3ZwRElZZWYyOGZPbmdRM243elZRREE4Yng4Yk55OEZiRXgwYmgrNXRXdFBzYW5xVWxzN2ZwTjBHZzBLQ2dzUW1GaEVRcUxpbEZ2TVVmU0hiZmRqSVQ0T1BQMzIzZW1tKzhiREFab3RhYW50MkxWR2hRVmwzU3EzSjZlSHJqNXh1czY5UmdpZ0lHSmlLaGRHUmtaWVVLSVFBQ0JCaUFRVWdZSVZRMEVFQWhGOFpOU2hnQUlFRUNnQlB3aHBSOEFIeUdFTDZUMGdSQUJBRXloUUFoSW1HYkhGbEthdjIrK0R3Qlc5U1F0dDFsK2IxR2pvZ2dCVlZHZ2FEVFFxbXBQL1Noc3FLcUs5ei84QkZKS1BQckkvZVl3cysvQVFlelltWUdpNG1JVUZCYWpxTGdFalkyTkFJQ2ZGLzFpZnJ5L3Z4OFM0dU1RSFJXSnFLZ0lSRVZHWXZEQS91Yjlodzdub0xDb0dBQlFVVkdGUng1L0JyKzcrdzZNSFpPTTladTJJSHZmZ1U2VjE4L1hsNEdKdW9TQmlZaDZuYXlzckZoVlZhTU1Va1lwVWtZQ2lGS0JLQ0ZsSklRSUJoQUtLUU1sRUNpRThGS2xCSnFhYzFvR0YwaHBGWEJhQmhsWG56eG8vaytMa0pON0JET3Z2aEpEQmcwMGI4L05QWXIvTFY0S3dCUlNFdUppNGVIcGdUMTc5MkhjbUJUY2RPTzFpSTZNTkhmRTNyTjNIL3IxN1FNZkgrdCtTQ3RYcjBOSWNEQ2tWQ0VVZ2JyNmVzeDk5NTk0NDlVWDhOTHp6OEpvSnh3Ky90UnpLQzRweFhkZmZXelRWMHJBdFg4ZjFITVltSWpJWldSa1pFUWJoZWlycUdxTWxESUtRQ1NBNkthdlVRQ2lJRVNvM21CYW5rTUFhTzdWWWkvbzlNQkg2MmtwWmEwQWFpQkVyUVJxaEpTMUFHcWxFRFVBYW9XVXRVS0llaW1FRWFwcUFHQ1FRaGlGRUFhb3FrRUlZVlNGTUFBd0tGSWFBUmhVSVF3R3ZWNVZWZFZZVVZHQnlwb2FBV0JoOXhmZjJwNjkrL0RqZjM5R2JFdzBadDg2QytXblRpRS8veVNPNTUvQWdQNzk4UGFjVnhBVkZXbnVqSDNxZEFYdWVlQVAwT2wwR05DdnIvazgrdzhjd2t1dnZZV3cwQkM4Ty9kMTgvUUFGUldWV0w5eE02WmRkaWsyYmQyT0FIOC8zRFg3QWJ6NDZoeThOdWR0L0gzT0t3Z0p0bDI3cnJrdms2ZUhCelFhamMxK29xNWdZQ0lpcDVLZW5qNFVRSDhwWlQ4cFJCOGg1U0FJMFZkSzJVK1YwbE5JYVFwQjNWdXpVd3FnVWdJVkFDcUVsQlV3M2ErRW9sUklLU3VVcG4wQUtxV1V0ZExOcmRZZHFGVlZ0V2IwNk5IbllrME9wZW5tQnNEOXRwdHY3dEdMMWRiVlljN2I3MEZWSmFwcmFuREhmUStqb2FIUnZQLzl0OSt3Nm9jRUFNRkJnUWdPRGtKTzdsRlRrNlFReUQ5eEVxKzk5UTRNQmdPdW5USGRhaTZsbnhjdmhVNm54OVJMSm1QVDF1MEFnS1FSaWJobDFuVkl5OWdGcllZZllYVHU4SytOaU00cmFXbHAzZ0JHQ0NFR1NDbjdBK2duaGVncmdBRUFvczNqbkpwcmdKcjc5SFFpSUVrcDh3VlFJSVVvQmxBSW9BaEFJWVFvMURTRkl3QVZxcXBXcEthbWNpeTZIVjZlWGpBMDFkVFYxdFlpT2lvS2NiSFJpSTJKUVZ4c05LS2pJdTArYnVqZ1FkaThkVHNPSGM2RjNxREg2Mi85QTdXMWRiano5cHN4N2JKTHpjY1ZGaFZqNmJLVlNCdzJ4Q1o0M1hURGRiaCs1dFdvcXFyR0IvLyt4T1lhbFZYVkFJQVBQL29jTGFzSnAxMTJLUVlPNkhjMlQ1MTZLUVltSW5LWW5idDJqVmFNeG1GU3l1RlNpRVFCakFEUUI0QlZMVkVuNm9wT0FqZ2lnUUlBaFVLSUlta0tSQVZDVllzQkZLYW1wcFoxNzdQb25SUkY0Sy9QUFlQQXdBQkVSVWEwTzY5U3MzRmpVc3pMcHh6T3pZV3Fxcmp2N3RtWWNkVTA2SFE2cEdYc3d0alVGSHo5N1k4d0dBeDJPMmdyaW9DN3V6dHE2K3F3Y2ZNMm0vM05uY3MzYnJIZGx6STZpWUdKdW9TQmlZaDZsSlJTazU2ZVBsQXFTcUlpNVhBcDVYQUF3eVV3VUJpTm11WmcxS0ZRSktVZVFoeVRRQzZBSE1YME5WY0lrZXZuNTVjN2NPREF4dlpPUWQwbmNkZ1F1OXVOUmlQS3lrOGhJanpNWnQrZ3BoRncrdzhlZ3Blbko1NSs4ZzlJVFI0RkFDZ3VLY1diYjcrUENlUEdJQzQyQmtramh5TnBSR0tyMTArSWo4UDhlWi9aYkgvd0QzOUVVWEVKdnYvcVkvWmhvbTdEd0VSRTNTb3pNM09ncXFwakpUQkdBbVBTMHROSEN5RzhXdll0YWlNZzFRREliUXBGcHBzUXVlNGFUZTdJa1NPUEN5SE8zWmg1NnBDR2hrWWNQSnlEL1FjT1l0Lytnemh3S0FlSlF3Zmp4ZWVmTlI5ak5CcXhjdlU2ZlBQZGorWnRsMTE2c1Rrc0FUQlBIeEFWR1lITExwbU1LWk12UEhkUGdxZ2RERXhFMUdWWldWbmhlcjErb2hSaWpKQnlESVFZWXpUTlR3VEF6c2d6UzFMcUFSd0FzTWZ5bHBxYW10ZmpCYWV6bHBON0JCczJiVVgyL29NNGN2UVlWSXZoL1hHeE1VaE5HUTNBRkpRMmJ0NkdIeGI4ak1LaVlyaTd1K082R1ZkaDZmS1ZXTHA4RlM2Y09CNkRCdzBBQUJ3N25nL0F0Q3hLdUozYUtTSkhZbUFpb2c3WmR2aXd2NmE2ZXF3aTVWalpGSTcwQmtOTXk4N1g5alIxc3Q0TmkyQlVuWkt5ZjRwcGVEdzVvZndUQlZqMHl6SUFRR3hNTkVZTUg0WVJpVU14UEhFb0F2ejlVVmxaaFo4WC9ZS2x5MWFpclB3VUFHRHlwSW00YS9ZdENBa09SbkJ3RUQ3N2NoNWVmSFVPbm5qMElTU05ISTZObTdjQ0FJWU5HZHp1OWRkdjNJSmRXWHZzN3F1c3JBSUFmUER2VCt6T3U1U1FFR2RlTUppb294aVlpTWl1TGZuNVhoNGxKWk1sY0ttVWNxcW9xa29DSURvd1pMOEV3QTVJdVVNSXNWTkt1WFZNYW1ybHVTZ3puVHVwS2FQdzlCTi93SWpFb1Ricnd1M1ltWUU1Yjc4SG85RUlSUkdZTUM0VjExOTdEUVlOT0RPRDk0eXJwcUdvdUFSTGw2M0VHM1BmTlc5UEdwR0k0T0NnZHE5LzdIZ2VObS9iMGVwK0R3OFBiTm0yMCs2KzJybzZCaWJxTkU1NVNrUUFUSjJ6TXpNeng2ck5BUW1ZQU1DOW5ZZlZTQ0Fkd0E0SXNVTUQ3RXhPVGo1K0RvcEx0cXptWVpLbXVhSWNRbFVsWG4vckhVUkZSdUNhNlZlMDJieTJmdU5tTEZ6OEsvSk9uRVRmUHZGNDlzbEg3UjUvejRPUElpZ3dBTys4K2JlZUxIcTNhVnBLUndkQUQwQnR1cEVUWTJBaTZzWFMwOU9IU2lHbVNpbW5Rc3FMaFJEK3JSNXM2bk8wQjhBT0ljUU9WYXZkbVRweTVENTJ3ajV2bkRlQmlSaVlYQkdiNUloNkNTbWxzbXZYcnZFR1ZaME9LYThDRUNXQkNQTmFhSGFhMlNTd1UwaTVHc0JhWFVURXhvbHhjZlhudU5oRVJPY0YxakFSdWJDMHRMUUFxU2pUSWVWMFNIbWxFQ0tramNNbHBOd3JoVml0QUd0OGZIeldEUmt5cFBxY0ZaYk9GbXVZemlPc1lYSTlyR0VpY2pGcGFXa2pBRndGNENvSlRCQlNtbWJ1czk5Uis3QUUxaWpBR29PMzkrcHhRNGVXbjhPaUVoRTVEUVltSWhlUW5wNCtVZ3B4QzFUMUpnaGhIb3BrRTVGTU0yVnZoQkJMRmVDSDVPVGtnbk5iVWlJaTU4VEFST1NrMHRMUytnc2haa3ZnWmdrTWhaU3QxU0tWUXNwbEFIN3g4dkphbHBpWVdIT09pMHBFNVBRWW1JaWNTRlpXVnF4ZXI1OHRnWnNoeENqWnhxRVMrRVVqeE5MUm8wZHZFMEswY1NnUkViV0hnWW5vUExjbFA5L0xyYlIwRnFTOFQyOHdYTlRhUXJWU3lsMEMrTkhOelcxZVVsTFNpWE5lVUNJaUY4YkFSSFNlMnJscjExZ1lqZmVodVBpV051WkgyZzhwZndEdzdaalUxTnh6V1Q0NjcxalZJa29wUzRRUTRZNHFURzhtcFN4cHVja2hCYUZ1eGNCRWRCN0p6czRPYm1ob3VGT1Y4ajVoTkE0SFlOc3ZTY3BjS2NTUEN2QmpTa3JLYmdjVWs4NXZFb0RVNlhSN1BUdzhMbkYwWVhvam5VNjNGMDIvQjBlWGhib1BBeE9SZzBrcGxZeU1qTXVsbFBmV056VE1CT0F1YkVOU0hvQUZpcUw4a0p5U2t1YUljcEpUa2ZYMTlReE1EbEpmWDk4Y21NaUZNREFST1VoMmRyWnZRMFBENzlMUzB4OFRRdlMxVTVPa0I3QklhalFmcDQ0YTlSczdibE1ITk5kcXlFMmJObjE3OWRWWFB3akF3OEZsNm0xMEd6WnMrQVlXdndzSGw0ZTZDV2Y2SmpySG1rYTZQUW5nUGdnUjBISy9sUEtJQUQ0RjhFbHFhbXJadVM4aE9TblJkTk9nYWJidjB0TFM1ME5EUTU5MmJMRjZsOUxTMHIrRmg0ZS9qVE96ZkJ2QjRPUVNHSmlJenBHTWpJeFVWVldmbGNEMVFnaU41VDRwcFFGQ0xCWlNmcFNTa3JLS3RVblVSYzNMbzJnQnVFMmFOTWwzOWVyVnk5emMzSkljWEs1ZVFhL1g3NG1QajcrMHFLaW9BYWF3WkFDWFJYRVpERXhFUFVoS3Fjbkl5TGhCQWs4Q0dHL25rTk9ROGlORlVUN2dyTnZVRFFSTWdVa0RVMmh5WDdObVRjcVVLVk5XTkcyam5tTmN2WHIxWlZPblRzMkVxWGJKQUZQdGtncldMcmtFQmlhaUhpQ2wxS1NucDg4RzhJTGxVaVVXY2dUd3JwVHlpOVRVMUxwelhUNXlXYzNOY3MyMVRGb0FicU5Iai9aYXNXTEZuOFBDd2g0QmcxTjNNNWFXbHY3bmlpdXVlRDB6TTdNZVoycVdtbXVYMkJ6bkloaVlpTHFSbEZLVGxwbDVtNUR5QlFBRGJmWURHNkFvNzZTT0dyV1l6VzdVUXl6N01qWFhOR2tCYUJjdlhweVluSng4cWIrL2Y0cTN0M2V5UnFPSmRHUkJuWlhSYUN5cXE2dkxxS3FxeXNqSXlQaHR4b3daMlRnVGtwcHJsdGgzeWNVd01CRjFBeW1sa3A2ZWZvc0UvaXFFR054aXB4N0FBcW5WL24zTXFGR1pqaWtoOVRMTnRVek56WE10YndyT0JDdCtEblNPNWVnM0ZXZkNrZVd0dWQ4U3c1SUw0UXVGNkN4SUtaVzB6TXliaEtxK0NDR0d0TmhuRU1DWEFGNU5UVTNOYzFBUnFmZHFEazNOdFUyS3hWZkx3R1I1UExWT3RyamZISmlhUTFQejErYnRERXN1aGk4UW9pNlFVb3FNakl4WkVuZ1J3TEFXK3d3UTRodDNyZmJWcEtTa293NHFJaEZnWFl0a0daU2F2d0w4SE9nc2FmRlZoWFZ3NHR4TExvd3ZGS0pPU2t0TEd3Y2hQZ0pnTlZSYlNta1V3TGR1Ym00dk1TalJlY1F5R0xXOHRUeUcybWF2bHFsbFNHSlljbEY4a1JCMVVGcGFXaFNBdHlIRXJTMTJxUUMrRjhCTEtTa3BPUTRvR2xGSDJBdEkvQXpvR252aGlFSEp4ZkhGUXRTT3c0Y1BlMVJXVmo0TDRNOFF3dHRpbHlxQitkQnFYeHFUbEhUUVVlVWo2aUsrLzU4ZEJxUmVoaThZb2pic3pNaTRVVWc1RjBBZnF4MVNibGNVNWNIazVPUXN4NVNNaUlqT0pRWW1JanZTMHRLR1NDSCtJNERKTFhZVkNPQlBLU2twOHh4U01DSWljZ2l0b3d0QWREN0p6czUycjJ0b2VGRksrYXl3Zm4zb0pQQ3V1MWI3U2xKU1VxM0RDa2hFUkE3QkdpYWlKdW5wNlNtcWxOKzJuSGhTQXF2aDV2YkFtSkVqanppcWJFUkU1RmdNVE5UclpXZG51OWZYMTc4aWdhZUZFT1oxdHFTVXhWQ1VQNHhKVHY2dkk4dEhSRVNPeDhCRXZWb2J0VXJmZUxpNVBUNXk1TWpUamlvYkVSR2RQeGlZcUZjNmV2U29aL21wVTY5S0taKzByRldDbElVQTdrNU5UVjNwdU5JUkVkSDVob0dKZXAyc3JLeStlb05oS1lDaEZwdWxCRDcyOC9GNVpzaVFJZFdPS2hzUkVaMmZHSmlvVjltWmtURURxanBQQ09GbnNmbTRBTzVJU1VuWjZMQ0NFUkhSZVUxeGRBR0l6Z1VwcFNZdFBYMnVrSEtSUlZoU0pmQVBYWGo0VUlZbElpSnFDMnVZeU9WbFpHU0VHYVZjS0lDSnpkdWtsTVVDdURFMU5YV1RJOHRHUkVUT2dUVk01Tkl5TXpNbkdsVjF0MlZZZ3BSckJUQ2NZWW1JaURxS05VemtzdExUMDUrUXdEK3NOa3I1WEdwcTZod0hGWW1JaUp3VUF4TzVIQ21sa3A2UjhSOEE5MXRzeTFlRXVDa2xKV1diQTR0R1JFUk9pb0dKWEVwYVdwbzNnQVVRWXJwNW81Uy91cnU3eitZa2xFUkUxRlVNVE9ReTB0TFNRaUhFY2dBcEZwdmZTMGxPZmxJSUlSMVZMaUlpY243YTlnOGhPdi90MnJWcmtNRmdXQVVndm1tVEZNQ0RLU2twbnppeVhFUkU1QnBZdzBST0x5MHQ3VUlBdjBDSUFBQ1FVallvUXN4S1NVbjV4Y0ZGSXlJaUY2RnAveENpODFkNmV2cjFBSlpBQ0c4QWdKUmxpaENYcEtTa3JIZHN5WWlJeUpWd0hpWnlXanZUMDUrWHdIOGhoQnNBU0NrUEFVaEpTVWxKZDNEUmlJakl4YmhNazl4MW0rY09OeHB4cFFJNVRrb3hYZ2pFT0xwTVJJNGlKVTRLSWJkSmlXMktWaXovM3dYUDdIVjBtWWlJbkpuVEI2YUwxNzdrR2FENHZDU0FweUhZeEVoa1E4SUlnYmZ5dmYxZlRFOTlVTy9vNGhBUk9TT25Ea3d6TnN3ZEtTRG5DNGpCamk0TDBmbE9TbVFLcmJ4MzRRWFA3bkowV1lpSW5JM1RCcVpyMGw3eTF0UjU3d1pFZjBlWGhjaDV5Tng4NzRDaHJHa2lJdW9jcCszMHJhbjFmcDFoaWFpelJQL1kycXBYSFYwS0lpSm40NVExVE5ldG16dEJLbklUSUp3MjhCRTVqbFNsMUV4YU5QbXBMWTR1Q1JHUnMzREt3S0VxOG5HR0phS3VFb29RNmdPT0xnVVJrVE54eXRBaElJWTR1Z3hFemt3Q2ZBMFJFWFdDVXdZbVNObkgwVVVnY21aQ1NnWW1JcUpPY003RmQ1dldEQ09pTHVKcmlKeTBEeXQxRytub0FqZ2I1d3hNUkVUVVdjTE9mWWFtM2tuQzlMdVhMYlpSR3hpWWlJaGNtMlU0YW5scmVReTVQbW54MWZMV2NqKzF3TUJFUk9TNkxNT1JjdXpZc1JFUkVSRlhhTFhhc1JxTlpxd1FJdHJCNVNNSGtGSVdHSTNHSFFhRFlYdHhjZkhLUG4zNjdJRXBLS25OaHppd2VPY3Q1K3owVFVSRTdSRXd2Y2RyNXN5WjQ5dlEwUEJHUWtMQ0RrOVB6OWUxV3UyMURFdTlseEFpV3F2Vlh1dnA2ZmxHUWtMQ2pvYUdodGNlZWVRUlR3QWFtUDVtV09Ob2gxUCtVSzdkTUpmcGwrZ3NMYnpvR2FkOC9WT0hOSWNsNWNpUkk2TVRFaExtS1lveTBOR0Zvdk9YcXFwWkJRVUZEOGJGeFdYQVZOT2tnalZOVmxqRFJFVGtXc3hOY1AvODV6LzkrL1RwOHozREVyVkhVWlNrbUppWTd4NTk5RkV2bktsbDRqOVZGaGlZaUloY2h6a3NBZERjZSsrOXJ3Z2gram00VE9Ra2hCRDkzbnp6elJkaDNUVEgwTlNFZ1ltSXlMVTBkL0NlNk9YbDlaQ2pDMFBPeGN2TDY0bmp4NDlmQVBabHNzSEFSRVRrT3N3MVRGRlJVWStBNy9IVWVVcGtaT1E5WUEyVERiNllpSWhjZytWOFM0cWlLSU1kV1JoeVhrMS9PNVkxVEF4TllHQWlJbklsNXRGeEdvMG0zdEdGSWVlazBXZ0dvZW52Q0F4TFpneE1SRVN1UlFBUVFnaC9SeGVFbkZQVDN3NmI0MXBnWUNJaWNoMXNRcUh1d3IrbEZoaVlpSWhjQzJzR3FEdnc3NmdGQnFadUV1TGhCNjNvL0k4enhOMjNCMHJqL0diRmo4ZEY0VU1SNnVIbjZLSVFPUXQrdUZGUDRkOFd1UGh1dDNscHhDeEVlZ1lpcjdZTXIyWC9qRk82bW5ZZkUrTVZqSCttM291Qyt0UFlXTG9mUHh6ZjBpTmx1eTNoQWh5cUxzTHVpdVBRcVlaT1BYYXdYelJ1VHBnSUFNZzhmUlJMVHFaMzZ2RUN3SitIWFlzak5TVllrTGNWYWdkbTJnL3g4TU90Q1JkQ0FEaFdXNG9uTTc3cTFEVTdXcTRCZmxFNFhGM1k3ZWNtSWlMWHc4RFVEUUxjdkJIckZRd0E4SFB6N0ZCWUFvQUx3NFlBQUtLOWd1Q3I5ZXlSc2tWN0JXRlcvQVFBd0dsZExlN2IvdTlPTFE0VTZPNk4wVUY5QUFEbGpkV2R2djV0ZlM3RTJKQUI1dHQ3QjM5RlhsMVptNCtaR0RySS9PL01tdUs5bmI1bVJ6d3dZQ3F1aUJxRitYbGJlaXlvRWhHUjYyQmc2Z2JEQStMTTk3ZVdIZXJ3NHk0TU96Tk55dnFTZmQxYXBtWVhXRndqcStLNDNiQVU3eDJLRTNYbEhhcjk2YXg5bFNkUUdWbUhBRGR2OVBNTng5dkpkMkIrM2xiOGxMZTkxZXRkRmprU0FHQ1VLamFVN08vMk1vMExHWWhwVWFNQUFEZkhUMFIvMzBpOGUyQXBhbzJONW1OOHRCNllGVGUrMjYvZDBtOUZlM0NpL2xTUFg0ZUlpTTRPQTFNM1NBaytzMVRUbGc0R3BuanZVTVI2aHdBQVR0U2Z3dUhxb2g0cDI4VFFNNEZwUytsQm0vMmVHamU4azN3bkdveDZaRlVjeDNzSGYrMTBzMTFiTWs4ZncrUHBYK0x4d2RNeE9xZ1B0RUtEMnhJdXhMaVFnWGovNERLYjJxYmtvTDZJYS9xNUtFTEJmOGJlZjlabG1IZDBJNVlXWkppLzMxNStHRjhlWFk4NysxNEVCUUtwd2Ywd1ovVHRlSFhQVHlocHJBUUErR2c4TUROMnpGbGZ1ejE3Sy9NWm1JaUluQUE3Zlo4bEFTQTV1QzhBb0Z4WGc0TlZCUjE2M0dXUkk4ejNWeFh1N29taUlkSXpFSDE4d2dBQWRVWWRNazhmc3psbWVFQWNORUtCajlZRGZYekN1alVzTmF2VTErR1Z2Zi9GVjBmWHd5aFZBRUIvM3dna0JTWFlISHRqL0psYUhRSEFVM0U3NjV0VzBkaGNaOUdKblppN2I3SDUrY1o2QmVPdDBiZGprRitVemJFR3FhSkIxYmQ1YS9semErLzQ1bHZ6ejRPSXprNWRYVDBNaHU1Ly8ycW1xdDFmQTAvT2hUVk1uWFJoMkJDNFczd0FCN243SXNETkd3QlEybENGU3lJU1czM3N0ckxEcURQcTRLNW9NU1ZpT0FCVHM5TzJza1B3Vk53NlhSYTlOTGI1Z1RzcGZJakZ0US9CSUkwMng0d0lQRE1aY1BxcEk1MHVRMmNzUExFVGg2b0w4ZlNRYSt4MklKOFVOaFJEL1dNQUFJZXJpN0M1ekxaR2JLQnZwTG1aY1c5bFB0THNsRmtBdURsaG92bG4ybHJmcTIzbGgvSFNuZ1Y0UHZGNitHZzlFT0RtamI4TXZ4NFA3L2pVNnJpVmhWbjRKSGQxbTg5dGF1UUkvSDdnRlFDQUhlVTVlR1Bmd2phUEo2TE9tZlAzZHhFY0hJemJicm9CdnI0K052dS9uLzhUVnEvZGdEODkvVGlTUnJUK1B0eFNaVlVWS2lvcWtSQWYxK294VWtvOC9OaFQ4UGJ5d2wrZWV3b2h3Y0dkS3Z1aG5GeHMycklkRjE5MEFmcjFzZjFIMGRMU1pTdVJjK1FvSHYvOWc1MjZCdlU4QnFaT2VtREFwZkRUZXRuZE44US9Ha1A4bzF0OTdNR3FRdFRWbjhKRjRVUGhvL1VBQUdpRWdvL0dQdENsc254NWREMFduZGhwZDUvQW1iNUFnS212akQyam1qcDBBNllQK3A2MnIvSUVuc3o0Q3JXR0JxdnQzaHAzM05Wdk1nQkFBdmdvWnhWeWE0cHRIbjlmLzB2TTl4ZWZTTVBPVTdrMngwd0lIV1FPU3dYMXArMDJSVGJiWDNVU3orLytBUytQbUFVM1JZdlhzLytIV21PaitmZlRVWmMwQldBSnNCTTU5U3J2dlA5aHQ1MUxxOVhpc1VkczN3OXpqeHpEMXUxcGlJcU13Ty91bm0yelg2ZlRZODM2alFDQVFRUDdkL2g2bFZWVmVQVEpQOFBOM1EzdnpYM2RiaEFEZ0gwSERxR291QVR4Y2JHZERrc0FjT3g0SGhZdCtSVUQrL2R0TnpBZFBKeUw5UnMzWTlUSUVaZzhhV0tucjBVOWg0SEpBYTZNR3QzajEwZ0o3b2N3RDlQS0NBWDFwN0cvNnFUTk1URmV3WWozRGdWZ2FqYmJWM21peDh2VmZLMW1DZ1JVU1B4aDBEVHpuRlNiU3cvWURVc2FvV0I4eUVBQWdBcUpQWlY1TnNjSW1LWlJhRGEvQTFNWkhLOHR4ZjlsZlE4ZnJVZVgrcEpGZUFhWWE4WjJsQi9HMGRxU1RwK0R5Rm10MzloOS95QzBGcGdXL2JJTUFIRFRqZGRDVVd4N2txeGN2UlkxTmJXSWlZN0M5L04vYnZYOG5oNGV1TzNtRzh6ZkIvajdJeVU1Q1d2V2JjUjdIMzdWTDRHU0FBQWdBRWxFUVZTRTU1LzlJd0JBcDlQQnFKNnB2ViszZmhNQTRPS0xMa0I5Zy9VL2V5MXBGQVh1N3U1dEhnTUFoVVhGS0NrcHRkbWVNbm9rTm16YWdwOFdMa0ZnZ08zcU5vcEdneEdKUTlzOVAzVS9CcVpPdW4vN3grWWg3d1A4SXZIcXlKc0JtUHJFdEZlejBLRHFrUnpVRi8xOHd3RUFKK3JLc2FHMDQ2UEFmTFdlbUJHVGF2NytWR1ByMHhkYzBUUUtEQUJXRjl1dlhXcWUxZ0FBYWcyTnVNVWlhRFNMOWc0eTMrL3ZGNEhiRWk1c3M0eGJ5dzUxS0RBb0VMaXIzMlRvVlNPTzE1WmlRdWdnQUVDZHNSRmZIbDF2OXpGVEkwZVlKN0pVSUhCTlRDb1c1RzIxT3ViaWlFUnpaL3FUOWFld3NZT2o3QXJxVDNmb09IdW1ORFhEc25hSmVxdWhRd2JoeGVlZlBhdHovTjhMcnlMdmhPMC9kcWNyS3JCNTZ6WkVSVWJnNGttMjcxRjZ2UjQvTC93RkFIQ3lvQkFuQzFxZlc4M1AxOWNxTUFIQS9mZmNpZDE3OTJISHpnd3NXYm9jMTF3MURjKy8rQm9PNWRqV1huLzk3WS80K3RzZjIzd2VjYkV4K09jLzNtenpHQUJZdlhZREZ2eThxTlg5eC9QeThkZFg1OWhzOS9Ed3dQeDVuN1Y3ZnVwK0RFeWQxS2pxemZlYlArUUI0TGZpdlZBaEVkeFVTM0pLVjJPM0E3VmxLSmwzYkNPMmQ2SVo3TzUrRjV2dkg2OHR4ZWJTQTNhUEMvUHdOM2RFQjRDVGRmWkhZVmxPT1dDYXI2bnRZZlI5ZmNMUjF5ZTh6V09LR2s2M0c1Z0MzTHp4ek5BWlNBeUlSWU5Sanora2Y0N1BqNnpGYlgwdXhHZTVhKzMyT1lyeENyWjYvZ0J3UzhKRW5LZ3J3OWF5dytadEJYV25zYU04QjZraC9mSGpjZnUxUzk0YWQ5UVpkVzJXc1RWWFJTZGpkdDlKVnR2Y0ZkUExTQUI0WTlSdDdaNWpSV0VXdmp5eXJrdlhKem9mS1lvQ0w4K3ptMHRPS1BZbmsvN3Z6NHRoTUJoeCt5MnpvQ2dLREFZRG5uN3VyeGlUTWhxMzNuUWpGdjJ5RE9XblRrR3IxV0R1RzY4Z0tqTEM1aHpmZlBzamxpNWZoYVNSdzIzMmVYdDc0ZkZISHNBTHI3eUJMK2Y5Z0FuangyTEMrREhvMjlmVWRKYVRld1M1UjQ1aDBJRCs1bTF0Q1FrMi9aTjU1T2d4ckZsbmFpYk15emZWM3E5WnZ3a0hENW5lODYrYmVSVXV2c2owZVpDMUp4dnhzVEVJQ2dxMGU4NlZ2NjNGaFJlTWg3ZVhGNFRncE51T3dzRFVSUXFFT1hBY3JpN0NpYnB5akF4TXdNc2paZ0VBWHRuN1g1dFJhYW5CL1REUUx4S0FLZkJZaHFVcEVZbVlGR2FxWnYxdi9qYWI1ckZRRHo5TWp6N1RsUGZGa1hXdE5qWE5pRW1CMHM1TTlrUDhvODNEOTgrbHdYN1JlSGJZREhPdzlOUzRJVG1vTDVhY1RNZW0wZ000cmF1MWVVeU1WekJlSGpITDNDOXBlL2xoRFBXUGhiK2JGLzQ0NUdyODg5QUs4enhXQjZzTDhNYStoUWp4OE1NcE84SExUK3VKT2FOdVIyNU5NVDQ4dkFJTlJyM05NVzNSS3BvMk8raDNwUE8rbTdBZHRVZms3SFE2SFU0V0ZLRnZuek1EU1F3R0l6NzY3RXRjY3ZFa0RCMDh5T1l4UmNVbDJMMG5HNU11c1AvUFd2NkprL2gxeFc4WVBHaUErWmlWcTlmaDZMRTh4TWJFb0tLaUFndCtYZ1FmSDIvVTF0YmhpNisvdzZ0L2ZjN3FIQm03ZG1QcDhsVUlEZ3JFUS9mZmJmYzZJMGNrNHRhYnJzZkFBZjBSR2hLTTYyZGViZDczMkZPbTh6MzIrd2NRRnhzRG5VNlB3cUlpZUh0N0l5eTA5ZmZRa3dXRldQTHJDdXV5WkdZaEl6TUxBSEQ3cmJNUUVoeU1ZOGZ6OFBGblh5Rng2R0Q4N2FYbmJab2MxMi9jZ2tXL0xNT2V2ZnZ3OXB0L2c5SktzS1NleDhEVVJjbkJmYzJqNDlaMllEWnFCUUozOUwzSS9QMzhGazFKMFY1QjVobTFWeFhaVGpOd1c4S0Y1Zy9hdEZOSGtGVngzTzUxZ3R4OWNIbFVVcnZsdVNvNjJYei9wL3p0K0cvZU5ydkhwWWIweDFORFRHOGVhNHV6OFhIT2IyMmV0NjFwQ2FaSGo4WTkvUzZHdHVsNU5CajErUER3Q214c3FpbXpGNVltaEE3RXd3TXZOM2UwejY4cngzc0hsNkcvYndUK091Skd1QWtObmhnOEhZUDlvL0hWa2ZYbUdrQjd0VlFDd0hPSjF5SGFLd2pSWGtFWTRCZUp0L2N2c2R0ZnFpTitLY2pBNlE3TzZxNFZHdHhxcDhtVHlGVzg4c2Jma1pkM0F2OSsvKy93OFRHOU42WmxaR0xsYjJzUkZocUtmbjBTVUYvZmdNREFBUE5qVnF4YWc1OFgvWUxRRVBzZHFULy82bHVvcW1ydTZLM1Q2YkRncDRYdzlQVEFQWGZlaWc4Ly9od05EWTM0MDFPUElXdDNOcGF2V28wbHY2N0FOZE5OSTFiejhrL2dIeC84R3dEdzZNUDN3OCszOWJVN2I1bDF2YzIyakYyN2NUd3ZIOG1qa3hBWGErcW5lS0tnQUU4Kzh6ekdqa2syOTNteVoweEtNajc1MXo4QUFCdTNiTVBYMy82SSsrKzlFMk5UVFAvNGVucVlCcGIwU1lqSHBBdkdZK1BtYmZqbXUvbTRhL1l0NW5OVTE5VGdzNi9tUWF2VjR1RUg3MlZZY2pBR3BpNjZ1S25maWtFYXNhbVZwakZMTTJKVHpSMnNqOVdXMnN3SUxpeHFoS1MwcmptSzl3N0Y1SWhoQUV6VEVMVFZuSE45M0RoekUxRnJndHg5TUw2cE9WR0Z4TExDWFdoUTdkZTA2QzBDa0xGcFBxTE84bmZ6d3FPRHJrU3F4UVNmZVhWbGVHdmZZcHhzWmRMR0dLOWczTjduUXF0bXoveTZjcnk4WndIcWpUcnNyY3pIbS9zVzRkbWhNK0N1YUhGbDFDaWtCdmZEOThjM1kxMXh0dDI2TndsZzZja005UFVOaDZmaWhpalBRTXdaZFJzK3lWbU5sWFpDYW52V0ZPM0IwVnJiVHB2MmVDcHVERXprMHE2YmNSVmVlWDB1NW4wL0h3Lyt6bFNUczNiOUppaUt3RVVYVHNCalR6MkgySmhvdlBEYzB3QUFvOUdJMWVzMklDb3lBcU5IamNTOEh4WlluUzk3LzBGazdOcU44UEF3N0Q5NEdIdjNIY0NSbzhkdzZuUUY3cno5WnV6YmZ3Zzcwek14Y2Z4WVRCdy9GcU5HamtCRzFtNTgrc1UzOFBmelExeHNOUDc2Nmh4VVY5ZmcvbnZ2UlBMbzl2K1JiT21uaFV0TXorMmE2WjErcktlbkJ6dzlUZlBnK2ZtWmdscUF2eC9DdzhOc2puM3d2cnV4ZSs4K0ZCWVZRMVdsT1JoOS9OblhxS3lzd3U4ZnZBK0RCblI4OUIvMURBYW1MdkRUZW1GY3lBQUFwcm1WcWcxdGo1b0k4ZkF6TDJBTEFKL25yclg1UUZjczJxVmJOclhkMVcreXVZbHRSV0ZXcXlFanlOMEhsMXRNSmRDYW1UR3AwQXBUdFc5YWVXNlgxb2pycUZGQmZmRFlvQ3NSNUg1bXVPN2E0bXo4SjJlVjNkcW9rWUh4dUR3eUNSUENCbGsxSzI0dE80eC9IbHBtMWZjby9kUVJQSi8xQTU0ZE5nTmhIdjRJOC9ESFk0T3V4TTN4RTdHc0lCUHJTL2Fod21KRUhnQnNManVJZ3ZwVGVDN3hPb1I1K0VNck5IaDQ0T1VZNUIrTmp3NnZndDdPWEZWRTFMNlUwVWxJSHAyRTVhdFc0N0pMTDRhL3Z6OTJwR1VnTlhrMElpUENrWkk4Q2t1WHJjU090QXlNVFUzRzVxM2JVVmxaaFJ1dXZjWnV2NXptRVdJbEphWDQvS3R2emR1aklpTXc4K29yVVYvZmdNU2hnL0hnZlhjQk1QVkZldmt2ZjhLZi92SXkzdjNuZitEcDZZRzZ1bnJjZmNldHVQckt5MjNPbjdWN0x6WnN0cTdwZi9DK3U4d2ozREl5czdBM2V6OEdEUnlBa1oyWTE2a2pEaDNPd1k2MFRLdHRvMFlPUjNoWUdMNzc4YjhBZ05yYVdtell0QVVCL3Y0b0tTM0R2Ty9QQk1vUmlVUHQ5c2VpbnNYQTFBVlRJaExOelVxcldwbmZ5SktiMENDM3VoaUpBYkhZVVo3VHluRDRNMjhZQnZYTWgzYTRSNEM1cjFHdG9SRS9ITi9jNm5WdVNaallidTFTc0xzdnJyVG9DN1dzSUxPTm83dE9LelM0bys4a1hCT1RhbjVtQm1uRXA3bHJzS0l3eTN5Y1JpZ1lIaENIMU9CK0dCczZBT0VlQVZibktXdXN4bGRIMTdkYWk1ZFRVNFFuMDcvQ1BmMm40SktJNFJBd0RmTy91OS9GdUxQZlpPeXJQSUdNVTBleDYvUlJjMjNRMGRwU1BKTTVELytYZUoxNVp1OUxJNGFqajA4WS9yenJPN3NUZk5yajUrYUZ3S1ptMmZaNGFEby9NU21Scy9uZDNiUHg2Qi8valA5OCtpVVNodzZCcXFybXNITHJUZGRqL2NiTitQU0xiekJxNUFqOHZPZ1hlSGw2WXVxVXlYYlBGUk1kaGJmbnZBSmZYMS80K2ZuaWk2Ky93NnJWNi9EQXZYZENxOVhDejg4WHI3MzhGNnV3NWVYbGlmNTkreUF6YXcvcTZ1b1JGaHFDY1dOUzdKNy9lUDRKL0xiR2VrVHV2WGZlYmc1TTMzdzNId0J3MlNXVFVWWis1cC9VeXNvcUFJQmVwN2ZhM3N6RDNkMWNvOVNhd3psSDJod2haNm15cXNydXNReE01eDREVXhjMEwydFMxRkNKM2EzMEpiSlUxRkNCdit6K0FWTWlFbkdnMG5iWUxBQnpqUTlnM1Erb3BMRVNEK3o0R1A1dVh2RFRlclZhbXpYUUx4SlRtMnFYRE5LSXZSWDVWcE5TTnJzcGZvSTVWT1hXRkdOWEI4cmZGVDVhRDB3S0cyb09TK1c2R3J5MWJ4RU9WVnNQK1ZVZ2NIdWZDekd3eFpJa1pZM1ZXSGhpSjFZVjdXNTN1WlphWXlQK2VXZzVWaFptWVhiZlNSZ1JFRzgrOS9DQU9Bd1BpSU1LYWRWOFZxbXZ3d3U3ZjhRVGc2ZWJtLzIybEIzc2NGZ0NnSmRIM05UaFk0bDZnNWpvS0V5ZmRobVdMRjJPd3ptNTZKTVFiLzVnOS9QMXhTMnpyc2VuWDN5RDE5NTZCMGVQNWVINm1WZWIrenZaTTZDL3FSbi8wT0VjckZxOURsTW1YMmpWdE5ZY2xuUTZQUll2WFlZRlB5OUNRME1qb2lJajRPL3ZoNE9IY3ZEN0o1N0ZwQXZHNCtycFYxZzFhMTB4ZFlxNUkvbHJiNzZEd3puV3F3WWNPV1o2Yi96WFIvYUg4R2RtN2NGOUR6MW1zNzI5dmsySGM0NGdOaVlhUDN6enFjMis3T3dETUtyR2RtdTAzTFQ4NkhZRS90UTdhWWgvdEhtZW45ODYyZTlsYlhGMnEvdTBGalZEZXRYMlE3dEtYNDhxZmIzZHh5b1FlSGpnNWVZbXJDVW5NK0NoYU8wR3BncDlMU1JNSGFDL2I2TzI2bXhWNnVzd2QvOWl2RHJ5Wmh5b0tzRGMvWXV0SnF4c3BwZEd2TEZ2SWQ1TnZodmVXbmRrbmo2RzM0cjJJSzA4dDkwSkoxczZWRjJJdis2ZWowRitVWmdlUFJvVHd3YkRUV2l3ditva0Z0dVpFVjJuR2pCMy8yTGMwMjhLM0JRTmZzN2ZZZDVudWY2Y3F6YlRwYVduYzNFc0Y2S3FLbFJWaGNGZ2dFSGYrYjZHM2VYV1dkZGozWVpOcUs2dXdjeHJyclRhTi8yS3FWaTI0amZzeXRvRE56YzN6THo2eWxiT2NvWmVyOGY3SDM2Q3dNQUEvTzd1TzZ6Mm5UcGRnVldyMTJMNXFqVTRkZW8wM04zZGNOdk5OK0Q2bVZkRG85SGlsMlVyOFAzOG43Qis0eGFzMzdnRmNiRXh1SERpZUV5NllEeGlvcVBnMGRUeFdxdXgvU2kwSENsbnFiS3FDcXZYbXZwZVRSaG51MEIzZkZ5czFmY0dneEdscGVVQWdBLysvU2thR3hzeC9ZcXBOalZFUnFNUm4zNzVEUXFMaXZIMm5GZk1ZWkhPSHd4TW5aUVljR2E5b1p2aUoxZ3RGbXZaNStiUHc2NjErY0IvYTk4aXV3dmdBcWJoOWMzODNld3Z2ZEthcTJLU3pmTWpWZWpyc0NCdksyYjNtV1QzMkIrT2IwRk9kVEZteHFiMitOcHgrNnRPNHFVOUM3Q3Y4b1Q1WjlIYXhKZDdLL05Sb2F0RnJhRVJBM3dqTWNBM3Nzdlh6YXNydzdzSGY4WEhPYjloZk9oQVpGZWVhRFY2U1FDZkgxbHJzMTFyTWZUZllDZkFBc0MvRHE5QVVYMUZoOHJrcm1qeHd2QWIyaitReUJVMHZlQk9uTEJlakZ5ajBlQ0t5eTdCNTE5OWl5R0RCbGlObUd2TlY5LytpUHdUSi9IY00wOVlMVjN5NGNlZlk5WHFkVkJWRllxaVlQS2tpWmg5eXl5clR0VXpycHFHaXlkZGdKOFgvWUxsSzFjai84UkpmRC8vSjBSRlJpQW0ybmFoYlV1V285VXNIVGwySEt2WGJrQmNYRXlyeHdEQXJxdzlXTDVxTlhidHprWjl2ZW1mWFNsVmpCK2JpdFNVMFRZemhxOWV1d0dGUmNXWVBHa2lZbUtpMjV4UjNOM05EUm9OcHljNTF4aVlPc215YzNaYi9ZWHM3ZE1JMnluOW16WFBTd1FBU1VFSmR0ZElhMDF6QjNRQStQTElPdFMzTXlsajJxbGNaUFJ3V0dxMnR6TGY2dnYySnNmc0RsdkxEbUZUNlFIVUdYVlkwMGF0WGx2Y0xHcVlXbXVteTYwdTZ0UW91Zk9OVkpRcGppNERkUitkWGk5ME9wMVNXMU9qcVNndmR3UHdpeVBLTWYrbmhhaXVxWUdIaHdjV0wxMk9hWmRmaXZBdzB3aGhnOEdBWlN0TVU1UHN5ZDZQUTRkek1HamdnRmJQdFhMMVdpeFp1aHlqa2tZZ05DUVlXN2Z2UkZsWk9VNVhWQ0pweEhCczNMd1ZsMTg2QmRkY05hM1ZxUW44L2Yxdzl4MjNZdFlOTTdGdS9TWms3TnJkNnJ4UDNXbjMzbjNZdWowTjd1N3VpSXVOUWY2SmszajA0ZnR4MFlVVDhmMzhuL0RLNjNQdFBxNjVOcXd0VHoveGUweTZZRUpQRkp2YXdNRFVTYnNyOG1DVUcrenVpL0lNd3RTbS9rMnJpL2Vpb01Wb3RoTjE1YTJldDNuSkR3QklDbXgvTmxsTHE0cjJJREVnRGp2S2M4d1RPTGFuczgxZHZZMmZSUzFmbmFGcnM0S2Y3OGFNSHMzcHhsMkwwblJ6QStBK2U3YnRJclU5cmFTMERMOHNXNGsrQ2ZHNDZZYVplT3VkRC9EMXR6L2c2U2YrQUFCWXZIUTVDb3VLemZNT2ZmcmxQTHoxMmt0Mno2V3FFcDk4L2pVQVUyM05ycXd6QTJ4Q1E0Sng1KzAzWTB6S0tMenkrbHc4OHZnekhTcGYvNzU5OE1hckw3UjVqS3FxTnYyWkxCVVVtdGFicksycE5jL2EzVkowVkNSR0o0MUFRbndjeG8xSndZYk5XL0N2LzN4bTduT1ZPSFFJWmwwLzAzejh5dFZyVVZsWmhjdW5Ua0dBdi9YNmNlczNiVUZKU1NtdXZQeFMrRGJOSTlXeTJZL09EUWFtVGpwWVZZQ0RWUVYyOTQwTVREQUhwczJsQjFwdGZtdkpUV2dRN25ubVJSTHJIWUpJejBBVU5YU3N1V2R6NlVIY0dEY09IeDVlMmVaeHpYMmRPaVBNb2x4REEyTHcrNEZYdFB1WTNSVjUyTmpPR25sRkRaVjRNdjNMVHBXbExRaytZWmpUZ1dWSlducHUyTFZZVmJRYjZhZU9XRVhJQUl2UmIvYjZYZ0hBUUw5bytIVndsSnk3d3VwemNuMmZmUEUxREFZRDdyM3JkaVNOU01TQS9rdXhjZk0yWEROOUdrSkRnekgvdndzUkd4T05KLzd3RUZSVll2UFc3ZGk0ZVp2ZEdoOUZFWmd3Ymd6cTZ1b1JHUm1CeUlod1JJU0hJVHdzRkJIaHBpNEk3dTd1YUd6VW9iR3hFU01TaDBMWVdaaTMyZTQ5MldqVU5iYjdIT3JyRy9EczgvWkRuS1hzL1FkYlBhNjlHcUNSSXhMTkhidTNiTnVCeXNvcWpCMlRqTjgvZUovVmNhY3JLckJ3eWEvbzE3Y1BIcnIvbm5iTFJEMkxnZWs4TU5BL3lxclBEQUJjRkQ3VVpqYncxaGlrRWYrWDlYMjc4MEZwaEdJT2RGMFI0eFdNR0MvNzFkNldkS3FoM2NBRXlIWW53YndrWWpqNitwajZJL3czZjN1cndjVjB6YTVOcURrMlpBREdoZ3pBemxPNWVEMzdmK1o5bG9HcHFwWHJQanp3c2s1Zms4aFZiZG0yQXp0MlptRGNtQlFrTllXQk8yKzdDWDk5ZFE2V3IxcU5tcHBhMURjMDRPRUg3b0ZXcThYc1cyZGg2L2FkK1ByYkh6QityUDJoLzM5ODdKRU9YLyt2Ly9jczNOMWJiL3FlT2F0ak5XNGVIdTU0NE40N1c5MWZmdW8wZmxxNEJBbnhjYmhpcXYxVzdmNzkrdHJkM3RLcDB4WDQ4S1BQQVFBM1hIdU56ZjVQdjVnSHZWNlBHNitiMGFIelVjOWlZRG9QV0hZazE2a0d1Q3RhVEE0ZjF1SEFCS0Rkc0FTWSttRjJkcVp1QmNMY0g4c28xUTZOR091dVVXVVRRZ2NpTmRnMERIaHBRV2FiZ2FrckJ2dEZtKzhYMUorMjJoZmxGV1MrYjIvSkZpSTZvNzZ1SHA5OC9qVzh2THp3NE8vdU1tOVBHamtjZi8yL1oxQlRVNHQzM3Y4UWwweWVoT0hEVEd0bVJrZEY0dkpMcDJENXF0WDRkVVhiU3k3WlhLK2hBV1ZsNWVibFNycVRWcXZGVlhZbXVteDI1Tmh4L0xSd0NTSWl3dG84cmlNYUd4dVJQRG9KbTdac3c1Ly84Z3BTazBmaHlpdW1Jbm5VU0N6NGVURTJiZG1HY1dOU01IRzg3V2c4T3ZjWW1NNERGNFdiM2tEcWpJMVlWYmdiTTJQSElOb3JDRW1CQ2EydUdkY1ZCbW5Fclp2ZjY5Ump4b1VNd0orSFhRdkFOQzNDdnc2dmFPY1IzY2V5MXEyOXVaaTZZb2ovbVRmYi9TM214NHB1Q2t3U1FHRXJJK0ZleS82ZlZiKzBpeU9HNGVaNDA0enVjL1l0eFBIYU12TStENDBiM2syK3krWWNSSzVBbzlWZzZpV1RFUkVlanBCZzYxcm9sTkZKK0duaEVnUUUrT09lTzYyYnpXK2VkUjI4dmIwdzlaTEpXTC9SL2pRbnFpcHhzcUFBaDNPUDRPREJIQnc0ZEJoNStmbVlNRzRzbnYzam8yZGQ5dkpUcDFCWWJGcFBzcmF1cnMxNW9icGJWR1FFL3ZqWXc3aDc5aTFZOHVzS3JGaTFCanZUTXhFWUdJQ0tpa3JFUkVmaGlUODhaSGNtZERyM0dKaDZrSS9XQStFZS9nanpERUNvaHgvQ1BmenhhMEVtU2hxcnpNY004b3RDYkZNelYrYnBZMWhYc2c4elkwMy9UVndmTjdaYkE1T3o4YmRvRnFzMXROLzNvTE1HKzUrcFlkcGZkY0pxWDRLUGFWVFBLVjJOZVVGZndMUVczVytGcHZtMzZvMDZxODd6bHZOa2xUVlcyL1JCbTczbEF3Q3VPNjhUOVY3dTd1NjQvWlpacmU2LzRkcHJNUDJLcWZEeXNwNHlKVGdvc1BYaCswZVA0WlBQdjhHUlk4ZlEwSERtOWUvdTdvN0VZVVB0em9IVVdaV1ZWWGpoNVRkUVVWRUpqVWFEdDkvOUYxNTY0VS93OHZRODYzTjNSbkJ3RUc2L1pSWkNRb0x4MlpmelVGRlJDY0RVaWY3enI3L0ZOZE92UUVKOFhEdG5vWjdHd05RRmJrS0RJSGRmQkh2NG1MNDIzZnI2aHB1UCtiL0U2Mno2SlFIQWtvSU1xKzlueFovcEdMaTJPQnZIYWt1UlUxT0VBYjZSR0JtWWdNSCswYTEyTW5kMXpTTUhHNHg2cTlEU0hSUUlEUENMQUdCcWpyTU1PMUdlZ2VZK1RIa1d0VVNBcVpiT1lEVGl3ckFocU5iWGR5alFqZzhaaUFtaGcvRHV3YVVjbTBpOVZzdXdaS21tcGhiRkphWHdhRnFXQkFDQ2dnS3g3OEJCK1BoNEl6VmxGQktIRGtIaTBDSG8zNjh2dEZyYjk5YTMzbmtmUXVsNFRVeDFUUTFlZU9VTm5Dd294QjIzM1F4ZlgyLzgrK012OE9RenorTyt1MmNqWlhRU0ZEdWR5Q1BEdy9HWFB6K0ZvQTdNSWRXc3VMZ0VnS201ejVKT3A4UCtBNGV3YlVjYU5tL2RnY3FxS3JpN3UrR0dhNjlGUkhnNGZscTRCS3RXcjhPcTFlc3dja1FpWmx3MURhbkpvMWpqNUNBTVRKMXdlZVJJek81N0VmeTA3Zi8zWVM4c0dhV0tDb3YrTU1NQ1lwRWFiSnJOdGJTeHlqdzMwaThuTS9ERVlOUHEyQS8wbjRxbk03L3VkUiswWVI3KzVnazhPenBhc0RQNitvYkRvMmx1cFAxVjFzMXh3d0xPRE5tMUYxYUQzSDN3OE1ETDRLM3h3SnJpdmZqZzBQSldyM050N0JqYzFkZTBWbFp4UXdXKzY4SFoxWW1jeFZmemZzQ3FOZXZnNCswTmpVYUQ4bE9uME5EUWlORkpad2FsQkFVRzRzUDM1aUk2S3JKREFXRm5ldWZXeFZ5eWRBV081K1Zqd3JneHVQRTZVNGZydXJwNmZQUGRmUHh0enR2dzhmRkdUSFEwL1AxOG9kVnFvZFZxb2RGbzRLYlZRbFZWNkEwR0dJMUcwOHpxQmdQMFRWK05CaU11bm53aGdvT0M4TW5uWDhQRHd4MkZSYVltdjlpWWFOVFUxT0tyZVQvZzJQRThIRGwySEFhRHFidUJqNDgzcnB0eEZhNmVmb1Y1VHFtTEw3b0EyM2FrWWY1UGk3QjdUeloyNzhsR1ZHUUUvdmJTODYzT08wVTloNEdwRXhwVlE1dGh5U0NONXFDVWRpb1hCNm9LVU5wWWhkS0dLcFExVnFPOHNkcmNoT09odUZrTjhmL3grQlp6S05wVWVnQzNKbHlBQ004QTlQTU54L1RvWkN4dFVUUGw2c2FFbkZuelNaVVNmWDNDT2p4SlpFZFk5bDlxdWI3ZldJdUpRQTlVMmE3OWQzLy9TK0d0TVMycFlHOFpHMHM3eW5Od1Uvd0VlR25jY1dQOEJPVFdGR043dWYyNVc0aDZpNEVEK21ITHRoMHdHbzNRNncwSUNneEV2NzU5YlBvNHRUY2J0NlVGMzM3UnFWRnkweTYvRkZ1MjdjQmpqenhnM25iOXpLdVJNam9KSzFhdHdaN3MvVGh4OGlUcTZ4c2daY2YvWlZVVUJYOTgvQkhVTnpUZ2RNVnBxS3FFcjY4UHJwbCtoYm1UZWw3K0NSekt5VVZRWUNDU1JpWmk0dml4R0owMDBxYjhRcGltVnBnd2JneTI3VWpEZHovK2hNQUFmNFlsQjJGZzZvVGloZ29VTlZTaXBPbHJjVU1GaWhzcVVkSlFpZUtHU3ZUeENjZkxJMHp0K0w4V1pMWTVEOU9EQTZhYSt5NGRyeTIxV21mT0tGVjhmM3l6dVpicHJuNlRjYURxSkhKcmludncyWjAvZkRRZXVDNTJyUG43ZnI3aGVDZjVMaFEyVkdCTDZVRnNMajF3MXVGcFpHQzgrYjVsRFpPbnhzMjhCbCtEcXJlcGZVb043bTllclBlMHJoWmZIN1ZlN2J5bGd2clQrUER3U2p3MTVHb0lBSThQbm81bk11ZmhaTDN0S3VkRXptalJnbm1kZnN6RThXTXhjZnpZOWcvc2dMbHZ2TnloNDFxV016Z29FSE5mZjhtbXFUQWhQZzRQM0djOVFFTlZwYW4yeUdpQXdXajZKMGxSRkNpS0FrM1QxK2FicGYvOStJM2Rzdnp4Y2ROMENSRVd5N2kwWi96WVZJd2JrNEs2T3Z0cmlsTFBZMkRxaEFOVkJYaDQ1eWRuZlo2YjRpZGdTb1JwbmhLRFZQSCtvV1UyTTIrdkw5bUh5eU5IWWxoQUxOeUVCbjhhTmhOLzN2VWRUdWxxenZyNmp2Uko3bW9BclhmaUR2SHd3NStHempEM1gycGVLQmd3OVMyNklXNGNib2diaDRMNjA5aFNkaEJiU2cvaWFHMHB5aHByek9jdWJERkZRRXNLaEhrcWgycER2VlY0dVNSaXVIa2FoWXhUUjYxRzUvbHB2ZkRRZ0tubTcvK1Rzd3AxN1N4REE1aHFEQk1ENGpBdEtnbGVHbmM4TzJ3R25zbWMxeU1qLzRpbzQ5cnFWMlZKVVVSVDdVLzNMSEhVbWFCa1NRaHhUa2Z4a1RVR3BuUHN1dGl4dURYaEF2UDM4NDV1d0pHYUVydkhmbkJvT2Q1TnVRc2VpaHZDUFB6eHQ2UmI4SmVzSDV3Nk5QMWFZTCtmZ2EvV0U5T2pSMk5tN0JoNGEwd2RQdzFTeGZOWjM4TkRjY1BraUdHWUVEckl2Qy9hS3dnM3hvM0hqWEhqVVZCL0dodEw5Mk5kY1RhS0dpcmJMVU4vdndqNGFFMU5hZ2NzK2lncEVMZzY1c3dFZXBzc0p0OVVJUERzc0JrSWFRcHlhNHV6c2FNVFRXdWY1YTdCRVA5bzlQRUpRN3gzS083cE53VWY1YXpxOE9PSmlNaXhHSmpPRWExUThNQ0FxYmdzY3FSNTIyL0ZlN0RvWkZxcmp5bHFxTUEvRDYzQVUwT3VCbUNxWVhscjFPMzQrNEVsVmgvMHppckV3dzlKZ1FrWUU5SWZxY0g5ckRySzF4dDFtTHQvTVE1VkZ3SUE5bFRtNGFQRHF6QW1wRCttUkNSaWRGQmY4MkxHMFY1QnVEbCtJbTZPbjRnRFZRVllWNUtOVGFVSFdxM0ZHbUhaSEdmUmYybGE5Q2hFZVFZQ01IWEMzMTUySmhEZDAzOEtoamZWU2hVMVZKaHJzenJLSUkxNDcrQ3ZtRHY2RG1pRmdtbFJTY2c2ZlF6YnlnOTM2anhFUk9RWURFem5RS3hYTUI0ZGZDVUcrWjNwd0xpeGRELytmYWp0dGQ4QVUzTk90RmVRdVZZcXhNTVBmeHQ1QzM3TzM0R2ZUMnhIZzdGN2g5dDNOd1VDZ2U0K0NQWHdRN1JYRUtLOWdwRGdFNGIrdmhIbTJocExFc0Myc2tQNDdNaGFsRGRXVyszVFN5TzJsQjNDbHJKRENIRHp4a1hoUXpFbEloRjlmYzVNNXpERVB4cEQvS1B4dS82WFlHZjVFYXdyeVViNnFTTXdTdFY4ekVpTHhZMmJPM1VIdWZ0WTFmejljakxEM0V4NmNmZ3dYQjJkRE1BVWZQNitmd25xN1RURlJYaWVHV1pjcmJlZGVmMVliU25tNTIzRmJVM1hlV2pnWmNnNGZaUk5jMFJFVG9DQnFZZk5pcCtBbStMSFc5V2VyQ2pNd2tjNXF6bzhWY0Q4dkswUUVMZ2x3VFNMdEVZb21CVS9IaGRIRE1OajZWK2N0NkZwUXVnZ1BEMzBHaWhvZjBod3RhRWVXMG9QNFplQ0RLdlpzMXRUcWEvRGtwUHBXSEl5SFgxOXdqQTFjaVFtaFE4MWoyTFVDZzBtaEE3RWhOQ0IrTitKbmViTzJWcWhZR2pUQ0RtRFZKRmJVd3dGQXM4TW5RSGZwc2NXTlZSWU5SMldOOWFnMmxBUFA2MFhQc2xaamR5YVlnUzUrMkJhMUNqVUdocWhVdzBJOWZERHRLaFJBRXpCcnN4aWNsSkxQK1Z0dzlpUS9nano4TWZjL1lzWmxvaUluQVFEVXc5VHBXb09Td2FwNHJQY05WaGV1S3ZUNS9reGJ3c0s2ay9qOTRNdWg0ZmlCcU5VOFhITzZ2TTJMQUhBMXJKRHlLMHV4a0MvU0p0OUtpU08xWlJpVDJVZWRwMDZpdDBWZVRZZDN6dnFhRzBwUHNsZGpTK09yTVA0MElHNFBHb2toZ2ZFUThDMHh0N1ArZHZOeC9iempUQjM2ajVhVXd5ZGFvQUNnVEtMMnF4UGNwYTNIY2tBQUNBQVNVUkJWRmJEWURFYjk1N0tQRHlkTVE4WGhBM0d5aUxUTE4rMWhrYmNFRGZPM0N4b2FhbEY3WlM5NS8yUEEwdlJhTlNqM0luN29oRVI5VFlNVEQzc3AvenRHT0lmZzFBUFA3eC84TmV6R2c2L3NYUS9EbGNYNHFHQmwyRkR5VDZrbmNydHhwTDJqRytQYmNTamc2OUVZZjFwRk5TZnd2SGFNaHl0S2NIUm1wSk9Md1RjSG9NMFlsUHBBV3dxUFlCSXowQmNIcFdFRTNYbHFMRlltUGhRZFNFZVRmc2NGNFFOUVozUjFNZEpoY1M3QjViQ1crT092TG95Wkp3K2FuUHVrc1pLL08vRUR2UDNPdFdBNDdWbDZPc2JEdEYwanVLR1Nxd3Yzb2VmOHJlMVdjNldDLzBTRWRINXp5bm5WNzkydzF5bm12amFTK01PdldxQXdhSWZUVTlUSU15MUh3WnA3SFV6aFhlRmgrSUd2V3JvZEUyWEFKenk1N3Z3b21lYzh2VlByUklBTkRDTmZYZFhWZldRRUNLOG5jY1EyWkJTbGlpS01naUFEb0FlZ0JITytUYlhyV3piRTZqYjFSdDE1elFzQWFZYUQ3MDBRcyt3MUdHTnFyNUx6WUw4K2RKNVJnS1FPcDF1cjZNTFFzNnA2VzlIZ205dlZoaVlpSWhjajZ5dnIyZGdvaTVwK3R0aFdHcUJnWW1JeUhVMDF3ckk3ZHUzZnl1bGJIOHFlaUpydWkxYnRud0RpNzhsQjVmbnZNSEFSRVRrT2lRQUZZQTZiZHEwUStYbDVlODd1a0RrWEVwTFM5KzY2cXFyY3REMGR3UUdKak1HSmlJaTF5QXR2cW9BakxObnozNUhyOWVmLzhOcDZieWcwK24yVHBndzRRT1lPbmxiaGlXR0pqQXdFUkc1a3VZbUZCV0FjY1dLRmZXN2QrOSsyc0ZsSXVkZzNMUnAwK081dWJrNldBY21ocVVtREV4RVJLN0YzQ3dId0pDYW1ybytPVGs1cHJTMHRMbm1nTWlTc2JTMDlGL0p5Y254bDE1NmFTWUFBOWdjWnhjbnJpUWljaDNOSDNBcUxNSlJabWFtREE4UGYyWHg0c1UvSlNjblgrcnY3NS9pN2UyZHJORm9iS2ZoSjVkbk5CcUw2dXJxTXFxcXFqSXlNakorbXpGalJqWk1RYW41eGhvbU94aVlpSWhjaTJWb3N0eW16cGd4WXplQWJKaGFGNFRGalhvUHk5RnZ6Y0c2NVkxaHlRNEdKaUlpMTlQOFlkaDgzN0taemdqcndOU013Y24xV1hiaWJ2azMwZnkxZVR2RFVnc01URVJFcnFuNWc2OTU5UjdGNHZ2bXdBUXdLUFUyTFVkVFdnWW56cjNVQnFjTVRGTEtZaUZFaEtQTFFlU3NwSlRGamk0RG5SUDJhaFRzTmNVeE5QVU9zc1g5bHJlV3g1QUZwd3hNRUdJWGdDc2NYUXdpcDJWNkRWSHYwUEpERW1EdFVtOW5MeHd4S0xYRE9RT1R4QzRJQmlhaUxwTmdZT3A5V240NEN2QkRzamZqNzc2VG5ESXdLWXJ5dWFxcVR3Z0JEMGVYaGNqNVNKMTAwMzdxNkZLUXcvRURrNmdUbkhMaXl2OU5ldXFRQU9ZNHVoeEV6a2hLdkxoNDRoOXpIRjBPSWlKbjRwU0JDUURjUW10Zmw1QUhIVjBPSW1jaUpUSVhYVlQzbHFQTFFVVGtiSncyTUMxSWZFbW5BQTg2dWh4RVRrUENLTFR5WG9pWDFQWVBKaUlpUzA0Ym1BRGdmeGM5dXo3ZjI5OGR3QnVRWENPSnlDNEpvNVI0TTkvSDMydmhCYyt5c3pjUlVSZTR6SkRTNnpiUEhhNGE1RFFoTUY1SzhmL3QzWGQ0VkZYK0J2RDNPelBwRlVRUUJKRU9CZ3laREUwUVFhU3BZRnRSRVVFRkVSRVZXZDMxSjJ0WkZWRldjUVVFMTE0QUZVU2xDRklGNlNTWk5FSkNOWFJDSUVDQWhFeTU1L2ZIRkRMSkpDRlNKcE84bitlNVR5YjNucm41RGsrR2VYUE91ZWQyRnNHMXZxNkp5RmVVd2tFUnRVbURiTmJyc2VUbnJpOXU5WFZOUkVUK3JOb0VKcW81c3JLeUlrNmZQYnRTZ0E3dW5Vck5CZkN3eVdTeStxNHlJaUtxcnZ4NlNJNXFwdGF0VzUrT0NBdnJwWUFWN3AwaTl5dVI1VmxaV1JFK0xJMklpS29wOWpDUjMxSks2WlBNNXE4QlBGeHNYNFlLQ2JtdFkwek1FUitXUmtSRTFReDdtTWh2aVlqZEZCOC9CQ0t2Rk5zWEk0V0ZDUW1wcWExOFdSc1JFVlV2N0dHaWFpRXBLZWxocGRTWEVBa0FBQ2gxU3FmVDlUY2FqUnQ5WEJvUkVWVURERXhVYlpqTjVsczBUWnNQa1NqbnJpS2wwejNRSVM1dXZrOExJeUlpdjhjaE9hbzJqRWJqR2hIcEFxWDJPWGNGaWFiOWtwaVkrSUpQQ3lNaUlyL0hIaWFxZHN4bTg5VjJwUllMWUhMdFU4QVNVZW9oazhsMHlwZTFFUkdSZjJJUEUxVTdScU14VjVTNlJRRUxYZnNFNkE4Z3pXdzJtOHA1S2hFUmtWZnNZYUpxTFRFeDhRVUZUQlFSQXdCQUtTdUFGMHdtMHhUZlZrWkVSUDZFZ1ltcXZZU1VsSTVpdC84RW5MOWRqZ0lXUklTRkRXbmR1dlZwSDVaR1JFUitnb0dKYW9TTWpJemFCZWZPelhRT3pRRUFsRkovd21DNHIwUDc5c20rckkySWlLbytCaWFxVVJMTjVuOHFUWHZMUFVRSFdLRFVoTlB4OFcvM0ZMSDV0RGdpSXFxeUdKaW94a2xPVHI3SnJtbHpVR3lJRGtDcVRtU1kwV2hNOVZWZFJFUlVkVEV3VVkyVW5Kd2NiZE8wcVFJTWNlMVRTdGtnOG01b2NQQWJNVEV4RmwvV1IwUkVWUXNERTlWb0NXWnpmMmphbHlKU3o3VlBLYlZkSi9Kd2ZIeDhraTlySXlLaXFvT0JpV3E4NU9Ua2FMdW1UUVB3Y0xIZEdvQ1A5VHJkK0xpNHVKTStLbzJJaUtvSUJpWWlKMis5VFZEcUdJRC9pNCtQLzF4RWxPK3FJeUlpWDJKZ0lpcW1qTjRtUUNtek1oaWU2dEMrL1JiZlZFWkVSTDdFd0VUa2hkbHM3cVVwTlFOQWkySzdGWlQ2UXFmVC9aL1JhTXoxVlcxRVJIVGxNVEFSbGVGM3BRd1JTVW5QS2VBMUVZa29kdWlrQWw0eEdZMHpSTVR1c3dLSmlPaUtZV0FpcWtCcWFtcGRxOVU2Q1NKRFVmdzlvMVFXZ0ZmajQrTi81UHdtSXFMcWpZR0o2QUlsSlNYRksrQnpBTEhGOXl1bFVnVDRsOGxrK3RWSHBSRVIwV1hHd0VSVUNVb3BTVXBLR2c1Z0lrVHFlQndERWtXcDUwMG0wem9mbFVkVUdmei9ueTZuYXRmcnpqY00wVit3YWVmT1NIMSsvamdvOWJ5SVJCWS9wb0NWZXBHWGpFWmpvcS9xSS9KQ3ZEem1ad0JkRHFyRTE1S1AvUkxmTEVRWElTTWpvM1poWWVFL0FEd0RrVkNQZzBvdFZ6cmRwQTVHNHdyZlZFY0V3RE1jbGR4S3RpRzZHQ1VEVXNtdFpCdS93amNKMFNYZ25CZytIaUpQQWdqeU9LaVVXVVFtR1kzR3VTS2krYVpDcXFHS2h5TmRkbloydTNyMTZ2VTFHQXdkOVhwOVJ4RnA0T1A2cUJwU1NoMnkyKzFiYkRiYjVweWNuR1hYWDM5OU9oeEJTWU5uZVBJckRFeEVsMUJLU3NxMU5ydjlOYVhVWXlKaUtINU1LYlZIZ1Blam9xSStiOUdpUlpHdmFxUWFRd0RvQU9qZWVlZWQwTEZqeDc0U0ZCUTBGb0RleDNWUnpXSXZLaXFhUEc3Y3VEZW1UNTllQkVkb2NnVW52OExBUkhRWnBLYW1OckhZYlA4V3g0cmh1aEtIYzZIVVZBQlRUQ2JUS1IrVVI5V2ZPeXp0MmJNbnJuSGp4ak4xT2wyTGlwNUVkTGxvbXBaNjZOQ2hKeHMxYW1TR240WW1CaWFpeXlnaExhMHByTlp4b3RSalh1WTRGU2lSN3cwNjNjZHhjWEVKUGlxUnFoL1hFSngrMnJScGthTkhqOTRpSWsxOVhSU1JVbXJQYzg4OUZ6ZDE2dFJDQUhiNDJmQWNBeFBSRlpDV2xsYkxhclUrcFpRYUE1SDZwUm80NWpsOWJEQVlac2ZHeHA3MVFZbFVQYmpuS3dFd0ZCUVV2QjhTRWpMYXh6VVJ1UlVXRms0T0RRMGREOEFHUDV2VHhNQkVkQVVsSmlZR0FCZ01rWEVBYml4NVhDbVZMeUl6b2RUSEpwTXAvY3BYU0g3T0ZaYjAyZG5aM1JvM2Jyd2NwWWVFaVh4SjI3ZHZYNS9HalJ1dmhhT1h5VytHNWhpWWlId2t3V3krRFVxTkU2QWZ2THdYRmJBUklqUHExS28xdDBtVEp1ZDhVQ0w1SDUxek14UVZGYzBNREF5OHo5Y0ZFWlZrc1ZobUJRVUZqY0Q1WGlhL3VIcVlnWW5JeDV6em5KNkVVc05FcEo2WEppZWgxSTlLcjU5bGF0OStEZTliUjJWd3oxMENFR0MxV2pjYkRJYTJQcTZKcUJTYnpaWVlFQkJ3Q3dBci9HZ3VFd01UVVJYeHUxS0dTTE41b0FZOElVQWZlQmxLVVVvZGdNaDNlcEZaUnFNeDFRZGxVdFhsbnJzRUlFRFR0SU1sVjZFbnFncVVVdms2bmU1YU9BSlQ4YmxNVlJvREUxRVZ0Q1U5dlpIT2FoMmhOTzF4RVdub3JZMVNLa09BV1ZwUTBNeU83ZHJ0djlJMVVwWGpDa3dCQUFLVVV2aytyb2VvVE00d2IzVnVERXhFZEhHVVVyckVsSlIrWXJlUFZNQWRKUmZEZERjRGtrUmt2aWkxSUQ0K1B1MktGMHBWZ1dzNHpnQWdVQ25GTmI2b3loS1JLQUFXT0hxWVhNTnlWUm9ERTVHZmNONjM3Z0VsOG9BQU42UHNxNSt5b2RRQ0VabWZielQrMFZQRWRpWHJKSjl4ejErQ0l6Q2Q5SEU5UkdVU2tXZzRBbFB4ZVV4VkdnTVRrUjl5M3J2dVFXZDQ2b0t5Mzhzbm9kUmlFWmtmSEJ5OE9DWW01c3lWckpPdUtOY1ZjZ3hNVk9XVkNFeCtjYVVjQXhPUm45dVNudDVJVjFUMGdBTHVGNUdPNVRaV2FobUFaU0t5bkVOMzFRNERFL2tOQmlZaThpbXoyZHpZcnRTOUF0d0R4N0JkZVhaQ3FSVWlza0lwdFpMM3RmTjdERXprTnhpWWlLaktTRXhNcktOMHVvR2kxRDBBZWdNSUtxZTU1cHc0dmtLVVdoRVpHYm0rUllzV1JWZW9WTG8wR0pqSWJ6QXdFVkdWbEpxYUdtYXgyL3VMcHQwTDRIWTRybEFwazFMcUhFVFd1UUtVMFdoTUZwRXEveDlhRGNmQVJINkRnWW1JL0VLQzJkd2ZTalVUcGZvQjZBbVIwSEtmb05RcGlHd1NZS09tMDIySUNBbloxTHAxNjlOWHBscTZRRlUyTUdtYWdrN0hqNXZMU1NtRmdvSkM2SFNDa0pDUU10dHBtb2JDd25NVnRydmMvREV3OGFhTVJEVlFCNk54U1lmNCtHa21rK2xPazhrVUJxWGFRS21uRlRCUEtYVzgxQk1jUFZKOUZmQzZhTnF5TTJmUDVpY21KZTFNU0VyNkpqRXhjWFJDU2txY1VrcC81VjhKVlhVL3pWK0VFVTg5aC8wSERsNzB1ZGFzWFkvcG4zeUJuYnYybE5zdU9UVWRvNTk3RVQvTlgzUkI1NTA4WlFhR2poaU4wMmU4WDBTNk9TRUpRMGVNeG9aTld6ejJiOSt4Q3c4TmV3SS9ML2kxekhOdjJwSUlpOFZ5UVhVQXdKdnZ2SWZKVTZhN3Y4L2N2Z09hVnZFVjk0bm1GQXgrZENRKy9mTGJjdHZOWDdRRWd4OGRpYTluL1hEQk5aR0R0MFh3aUtpR01abE1XUUN5QUV4WFNrbEtTa3FzWGFsYm9XbTNLcUM3aUVSNGVWcHpBWnBENUJHeDI1R1VsRlNRa0pTVUtFcHRCTEFwSUNCZ1EyeHM3TkVyKzBxb3FqbDJQQS9IOC9MdzhXZGZZY0xyNHkvcVhNdFhya1o2UmlaaTI3VkZpK1pOQVFDRmhZWElQMzBHOWVwZTdXNVhVRkNJZzRjTzQrU3BDMXZzL096WnN6aDFLaCtxakdCaXNWaHc2bFErTEJhcngzNjdaa2RCUVNHc1Zxdlg1eTM0OVRkOC90Vk1kTzNTQ1M4K1B3WWlGZmV5cFcvTlJHUkVPQUFnSlRVZHIwK1loSll0bW1Ic21GRm9VUCthTXA4M2Y5RVNBRUN2SHQzTGJLTnBDa3VXcmdBQTNObS9UNFcxa0NjR0ppTHk0THk1YjRwem02eVUwcG5ONXJZQU9tbEFaeWpWU1VUYW9HUVB0VWlvQU4waDBoMEFyRFliRXBPU0Rpa2dEVUM2RGtnVGtYUk4wN2FaVENidm56QlU3UXdlZEI5Vy83RU9Xek15c1c3REpuUzdxZk5mT2s5Ky9tbGtaR1loSkNRRUhlTGozUHNUa3BMeC9vZlQwYi92YlJnMTR0RkxWZllsMGVQbXJ2aDUvaUtzMzdnWjF6VnFpQWZ2djZkU3oyL1pvamx1NnR3UjZ6ZHV4dGdYeDJQVUU0L2kxbHRLWC95YXNTMEw2VnUzQVFBV0x2NE5DeGN2TGRXbWE1ZU9zTnMxNUJ6TlJWQlFFR1orTjdmTW4zdmYzUVBjZ1pUT1kyQWlvbkk1SjN1bk9iZFBBY2NrY3B2TjFra3AxVW1KdUVKVVBTOVBieUJBQXdEOUZCenpMQlJnUzBoTTNBNlJkRkVxVFVUU2xWSnBKcE5wMzVWN1ZYU2xoSWVINGI2N0IyRE4yZzBJdllnNU01dTJKRUxURkxwMjZZakF3QUQzL3ZTTVRBQkF5eGJOTHJwV2w5T256MkRvaUtmYzN5dG54OU4vcDMyTUR6LzZ1RlQ3MlQvTXczZHo1cm0vYjlPNkZkNys5NzhRR1JtQmNjK094aXR2VE1SM2MrYWhSZk9taUkrTHZlQTZRa05EOEk5eHoyRGg0cGI0NHV1Wk9IYXM5R2k1cGlsODl0Vk1BRUJRVUJETUtlbGV6OVdvWVFPc1hiL0ovYjA1cGV4bDJIcjFMTHVYcWlaallDS2lTb3VOalQwTFlKVnpBK0JZQTBvcFZUeEVHVVVrdU9Sem5mZkRpd0VRQTVFSGxXTW5FaElUVDBNa1M1VEtCSkNwOVByTUFKSE0yTmpZM1NKaXYwSXZqUzdRMHVXcjhQblhzeTZvclZJYUFNRTc3MCs1b1BhZnovZ1FFYzVoS2ZmUFcvRTdBS0JmNzE0ZSs4MHBhZERwQkIyTWNhaU0xUFFNSkNXbkFvQjdmdFhzT2ZNUUdCaUl0bTFhNDZiT25keHRjNDhkdy9ZZHU5Q2llVFBVdmJxT2UzLys2ZE5JUzgvQWRZMGFvbEhEYTkzN0cxNWIzLzI0WGRzYjhMZDdCbUx1VC9QeC9vY2ZZZXJrZDNCVjdkcVZxblhBN1gzUnBuVkxOR3R5ZmFsajgzNVpnRDEvWnNNVTN4NnZ2UFFDRXMwcFdMUjRLY2IvY3h3Q0FzNEh5em56NXVQd2tSeDA3ZElKL3hqM0RQYnUyNDhwMHovRlV5TWZRL09tVFNwVlQwM0Z3RVJFbDRUUmFOd0xZQytBT1FDZ2xOS2J6ZWFXQU5vcHBkb0JhQWVnTFVTYXdzc1Z1czU1VWgwZzBnRUFSTk5nQTVCa05sc1NFaE4zQ3VBSVVqcGRwa0VrczdCT25lMDNOV3BVZUlWZUhwVVFIaDZPeG8wYWV1emJzV3MzOUhxOTF3LzJrczRXRk9EZ29jTUlEUTFCd3dZTlBJN3A5SjZqdlh1eTkyTFg3ajI0cmxGRGo2R2lIVHQzNGRpeDR3Z0xEY1czMzgxeDd6K1M0NWc2bDVxMkZkTS8rYUxVejM3NHdiOWgrNDZkbUw5d3NjZCsxL3lleUlnSXZQajhHUGYrdGVzM1l2dU9YYmlqWDIvMDZON1Z2WDliMW5ha3BXZWcyMDJkTU9pK3U4dDhyUThOdWhkWk8zYkNaR3lQMnJWcUlTazVGYXRXci9YYTFtcTE0bFQrYWZ6bmcybGVqNGVGaFdMMHlNY0JPQ2FFei81aEhzSkNRL0gweU9FQWdHUEhqeU01TlIxVFozeUdjYzg2ZXNrT0hqcU1PZk4rUVdCZ0FCNGJPaGdBVUZCWWlPeTkrL0RxR3hNeDhZMVgwUGk2Um1YV1R3NE1URVIwV1RoN2hUS2RtL3ZUYk1QKy9TRUJ4NCszZzZhMWhUTklpU05NMVMzalZJRWk0dWlSQWlCS3dhNFVBbzhlVllsSlNia0E5a09wL1Vya0FJRDlvdFFCRWRsdk1CZ09XSzNXQTV3dmRYbDA3ZElSWGJ0NDNvbm51UmRleHQ1OSsvSGErSDhnUER5czNPY3ZXcklNbjM3eERYcjE2STRSanoxU2JsdFhrSW1POWx3KzdJOTFHd0U0d3RmUzVhdEtQUzk3N3o1azd5MDkwbnZQd0R0dzcxMERNT0NPZmdDQVNlOVBnVGtsRFo5Ty95OGlJc0lSWUFnbzlaeUxvZGZyOGVhci8rZWU5SDN3MEdHczI3Q3B6UFlXaTZYTTQxRlJrUmc5OG5FY1BIUVlFOTZaREUzVDhOVEl4MUM3ZGkwQWpoNjR0UFJ0V0xOMlBlSmkyK0htcnAzeDNuOC9ndFZxeGRDSEg4RFZkYTRDQUxScDFSSlBqeHFPRDZmOUQ1OTg4YzFGVDhpdkNSaVlpT2lLY3ZZS2JYRnVidW5wNmZYT1dhM3RkRXExMVJ3QnFwMG9GVlBPR2xFQ1I4aXFDNUY0ZDVlVkNCUWNrODZkUTMwNUluTEFGYXBFcVlNaWtxUHBkRGs2VGNzeEdBdzVzYkd4Qnk3VHk2MVJibXg3QTdMMzdrTjZSaWE2ZERLVjJ6WmpXeFlBeDVCVmVZN241WG50alNrcUtzS3ExV3NSR0JpQS8wMzdBQ0VoNTBkL04yOUp3Z2RUWitETy9uMHdaUENnVXM4TkRncUNpTUJnY0t5RW9kUHAzUHREZ2t1Tkl1TzZSZzF4LzcxM2xlcUZ1YnBPSGR4LzcxMjRvVTJyY2w4REFJOHI1TzdzMzZmVTBDS2c4SzkvdjQzdE8zYWhUcDJyTU9QRDk4bzRqK1Byd1VPSFVYaXVFQThOdWhjM2QrMENBTmk2TFJOemZ2d0ZReDkrQUEydmJZRHUzYnBnLzRHRHlNazVpcGcyclhEUHdEczl6dFc5YXhlY09YTVdQYnQzcTdCK1ltQWlvaXFpWGJ0Mk9RQnlBS3dvdmo4MU5iV2h6V1pyQXFDNUJqUVRwWnBDcElsU3FvV0lYRlhSZVoyVDBldTVRNVV6VUltbXVZTlZZbElTQUp5QVVqa0Fqa0RrS0pUS1VTSTVvbFNPTTJEbGlkMmVyOWZyVDF1Q2cwOTNhdE9tOUF6Y0dpNzJ4clpZOE90dlNFbE5MemN3YVpwQ3hyWXNpQWhpMnJRdTk1enpmbDRJbTgxV2F2K3ExV3R4dHFBQXQ5NXlNMnJYaXZZNDVwcTdvemNZdkFhZ0M1R1p0UU1idHlSNjdQdjlqM1g0L1kvU2JiY2tKbU5MWWpJQTRJYldMZEc1b3dsL1p1L0R0c3dzajNaOWU5OEtnOEVBblU2SHdFRFBZY2RsSzM3SDloMjdBRGorRWlnK3NkMmJqaVlqL2pQeERUUzl2akVBNStUdkw3L0ZuOW43WUxYWk1QaUIrd0FBMXplK0R1OU9lQTNCd2NHbEZnLzladlljekYrNEdIV3Zyb1BPSGNzUHVNVEFSRVJWbkxQMzV3Q0FVdDBNR1JrWjRRVldhd3RvV2pNbzFSU09RTlVFSWcwQlhBT2dWaVYrVkMySTFBTGcrQVFYUWNtQUJSSFlOUTM2Z2dKWHlBS1VPcWFBZkJFNURhVk9BOGhYSXFmRitWaEU4cFZTUlFBS1JhUlFFemtubWxZb0l1ZEVwTUF1Y2s2bmFlZEVwTkJ1TUp3VGk2VlFyOWNYUmtkSG4ydlNwTW01di9ydjVndHhzZTFRdTFZMDFxemJnRWNmZWJETWxhUVR6Y2s0bForUHVOaDI1UTdkSGMwOWhtVXJWOE5nTUhpRUpxdlZpaDkvWGdBQTZOdm4xa3Y3SXVBSUgzdit6QzQxeCtsQ1dDMFdkTzVvUW5yR05uenV2SHJOcFVmM2JqQVlTbi9zSHMvTHcxY3p2ME90NkdqMzRwbXpmNWlIcmwwNmxqdTN5QldXQUdEcDhwWDRNM3NmZXQ3U0RXMWF0ZlJvVjN4Q092MTFERXhFNUxkaVltTE9BRWgyYmw0bEp5ZGZyMm5hTlFEcUs2WHFRNmVyQjAxckFLQStnUG9RdVFhT3BRLytHcEU2QXRSeFBuWjhLZlpZbFhnc1NybERtRklLNGxocXdmSFlhbldIc3VONWVlZERtY01aQURZb1pWT0FEWUJOUkd4d1BMWnFkcnZOcnBUTlpyWGFpNHFLZkhLYkNiMWVqNzY5YjhWM2MzN0N5dFZyeTF3Y2NjbXlsUUNBZm4xS0RrdDUrdlRMYjJDMVduSFhnTnM5d3N1ZVAvY2k3OFFKeE56UUdxMWJ0cmhrOWE5WnR3RWJObTVCbjl0NnV2ZU5HVFVDM2JxZVh6dktuSnlHU1pPbllOaVFCOUcvNzIwZU5iMzg2cHZ1N3p0MWlFZjlheHdyYlh3OTgvc3lWenJYTkEzdmZmQVJ6cDR0d05Qamh1UERqejdCaVpPbk1QZW5YekIvMFdMOC9kbW4wYkdEc2R5NmM0OGR4OWN6djBkQVFBQ0dEWGtRMzg2ZWc5eGp4eXA4dmJ2M1pBTndMTEJaZkJYek8vcjFRYXVXelN0OGZrM0R3RVJFMVZwY1hGdzJnT3lLMnFXbnA5ZXoyV3oxTlUycnJaUzZ5bm12cTJpbFZJUVNxUzFBTkpTS1ZrQTBIRnVVczAxNCtXZStaQncveDlYelZaSUlSQ25IM0J5OTcrNVMwK2UyV3pIdmw0V1k5OHRDM0hyTHpRZ045ZXhsMnJYblR5U25wT0dxMnJYUjBWUjJFRENucEdGTGdoa042bCtEL24xNmVRU21WaTJiNDVXWFhrQlFVTkJGMWFwcEd0TFNNM0RvOEJFQXdHZk8yNHIwdnEySHUwMUFRSURIc0o1cnFNeFFZcmd2cU1RUVdyMjZWN3RYSDUvMzg4SXlhNWoxL1Z4c3k5b09rN0U5dW5icGhBOC8rZ1Mxb3FNd2N2Z3cvT2VEYVpnd2FUSWVHVHdJZjd0bllCbXZRV0hLOUU5UWVPNGNvcUlpVVNzNkdvbm1GSytUM2N2aW1rL20waUUram9ISkN3WW1JaUo0ektHcXRNMlptVmZwejU2TkJoQ2w5UHBJbmFaRmFDTGhvbWxoQU1LVVNMZ29GUXdnU29tRUFRZ1RwY0xkeDRBd0tCV21nSEFScWR3aVBWVk03VnJSK05zOUF6SDdoM240WnRiM0dQWEVZKzVqbXFaaCt2OCtoMUlLUXg5K3dEM1oyaHU5TS9TTmV1SXg2TDIwTTFaaUFVaHZGaTVlaXJuejV1TlUvdm5icC9UcTJSMzlldCtLbGkyYTQ5Y2x5eTdxL0JmaTl6WHI4T1BQQ3hFVkZZbG5ubnJDNDFoSGt4RVQvajBlYjA1OEQ5L09ub01EQnc5aHpLZ24zQlBWWFdiLzhDUFMwak04OXYzbjdkZGgxeXJ1Wkp3NWV3NFdMVm1HRjhZK0RWT3gxZE1EQXk3dFZZTFZCUU1URWRGRmNrNEF2K1NUd0RmczN4OFNsWit2dDFnc0JydmRiZ2dLQ3RMYjdYYURwbWtHdThHZ0Q5QTBnK2JZOU9kc3RnRDd1WE9CSjA2Y0NEcHo1a3d3Z044dWRUMFg2dDY3N3NTcTFXdXhaTmxLbUl4eE1NVzNCd0Q4K1BNQzdONlRqWmcyclR6V00vTG14clkzWU5pUUJ4SGJMZ1pIaitaNkhOdTRPUUdyMW5oZnh3Z0E4dkpPQWdDMkpDVGg4SkVqcFk2SGhvUWdMRFFVcC9MejBieFpVNXc1Y3daSGNvN2kwU0VQSVRMUzIyMFRMNzNVdEsyWU91TlRpQWpHamhsVmFza0VBR2padkJrbVRYZ2RyNy8xTG41ZnN3NTVlU2Z3MGd0ajNiMTI2elpzd3R5ZjVpTXFLaElGQmVlWEpBc01EQVFBckZxekZrdCtXNEUzWDNzWndjR2xlK1AwenZsVUpYdlJ5RHNHSmlLaUtxcVNDM1BxbkZzQWdNQkhIaWwvYmFQTEtTQWdBTStOZVJML2V2MXR2RHQ1Q2lhOC9qSU9IRHFNV2QvL2lKQ1FFSXgrY25pRjV4QVIzSHZYblY2UEhUMmFpOVMwREsvSEFFZFBGdUNZTko1MzRtU3A0NUVSNGZqNzJLZHhXNjhlYUhwOVk3dzU4VDMzWXBjbC9iRnVBL1prNzNWL24rTnN0eVVoQ2NlTzU3bjNueng1cXNMWDVKS3hMUXR2LytjRDJPMTJEQnZ5SUl6dGJ5eXpiZjFyNm1IaW02L2kxVGNtSWpVOUF5Kzk4Z1plZmZsRjdOdTNIeDlNblFHZFRvZC9qbnNXYjczN2Zxbm5KcGxUc1dQWGJuejIxYmNZTTJyRUJkZEgzakV3RVJIUkpYZEQ2MVlZT1h3b1puenlKVjZmTUFtRmhlY2NIKzUvZnhZTnIvM3JjK3dCNEs0QnQrT3VBYmVYZVh6OXhpMllOSGtLN3J5OUx4NTNybXo5VjZXbVoyQnJzVGsrcmpDV3VYMEhkdXphNDk3dnVQM0xCWnd2YlN2ZWVuY3lMQllMYnV0NVM1bWhzTGphdGFJeDRkL2o4ZHFiNytEUDdIMUlTVXVIMVdLRnpXYkhxQkdQSXVZRzcwc3pqQncrRktucFc3Rjg1V3AwN21CeTkvVFJYOFBBUkVSRWwwV3ZIdDJ4K0xjVjJMdHZQd0RnNXE1ZEVCZmJ6c2RWVmM0elR6M2hNWHlZa0pTTXQ5NTVIOE9HUElTQnpwWENBV0RYN2ozNCswdXZWbmkrQTRjT3cyYXo0cWJPSGZIMHFJcDcybHlpSWlQeDFtdmpzV0h6RnR6Vzh4YlliRGJZYkRhUEsvVzhQZWZ4WVEvancybi93NHhQdjhDMG1Fa2NlcnNJREV4RVJIVEpwVy9kaGhtZmZvbURodzVEcjlmRGJyZGo3ZnFOT0hueUpJWS8rZ2lhWEgrZHIwdjBpVHY2OVVhTFprM1F0RW1UY2llOWV4TWVIb1krdlJ4TEhoZ01CdmV0WGNyVHMzczNMRjIyQ25rblR5SXY3d1N1YlZDL3d1ZVFkd3hNUkVSMHlhUm5aT0tIdVQ4aFBTTVRnR1BpOHRoblJtSGYvb1A0NkgrZklUMGpFMk5mZkJuR3VGamNmV2QvdEdzYlUyb0Y2dXFrcUtnSUowODU1amU1aHZOYXRyaHlsK3lMQ0o1LzlpbEVSa1NVV3VLQktvZUJpWWlJTHNyWmdnS3MvbU05bGk1ZjVSNStxeFVkalFjSDNZTSt2WHBDcDlQaDJnYjFFZE9tRmI2Zit4TitXNzRLNXVSVW1KTlRVZWVxMnVqUnZTdTYzdFRaWStYcTZxQ2dvQkJ2VG53UGg0ODRWcXVZOXZGbmVQSDVaMG90RFZCY2NIQVFnaS94c05rMTljcTZyelZWQmdNVEVSRlYydG1DQW14Sk1HUERwaTB3cDZTNWIxMVN1M1l0RExpOUwrN28xN3ZVd3BLUmtSRVlPWHdZQnR6UkR6L05YNFRWZjZ6RHNlTjUrUEhuaGZqeDU0V29YYnNXVE1iMmVIem80REp2cTNLcEZCWVdJaWdvR0JhTHhSMW92TjIyNUwvVFBzYUhIMzNzL2w0cHg5Y3Z2cDZGTDcrWlZlYjV6NTR0d0d0dnZZT2R1L2FnNXkzZEVCa1ppZmtMRitQNWY0ekhJNE1Id2RnKzFtdHcrdWF6NlJmNXlpN2NFZWZyRHIzTS85YlZCUU1URVJGVldtYldEdngzMnZrZzBiSjVNOXplcnpkdTd0cWwzQjRVd0hHcC9OTlBEc2NqRHczQ2I4dFhZZVh2YTNBazV5ank4azRnTWlMOHNvY2xBUGo4NjFsWXZuSTFSQVJLS2RTcmU3WFhJYXYyTjdhOW9LdjZUcDdLeDlyMUc5M2ZML2gxQ1hidTJvT1lHMXBqektnbjNQT1ZGaXhhZ2dudlRrWkljRERxWDFNUDBkRlIwT2wxME9sMEtMNkd1NEtDcG1uUU5NZFh1OTBPbTgwR3U4Mk9KazBhWS9USXh5djFlb3VLaXZEb3lERUlDdzFGeFQ5dENBQUFCQU5KUkVGVWVIZ1k3SFlOKy9ZZlFFQkFRTG4zcTZQekdKaUlpS2pTVE1iMmVHVHdJSnc2bFkvZXZYcmd1a1lOSzMyT3lNZ0lETHJ2TGd5Njd5NWtaRzdIMW94dHVQL2V1eTlEdGFXMWF0RWNHZHV5SUNLb1YvZHFESDdnYjE3YjllamVyY0pGTmdISFZYTEZBMVBmM3Izd3g3cU4rT2ZmbjNVSHlNZUhEa2FQN2wyeDZ2Yy9rTEV0QzhmeThwQzliNzk3YnRPRkduQkgzMHExQjRDZ29DQkVoSWZqYU80eDVCNXpyTEZhcDg1VkdEcDRFS0tpSWl0OXZwcW8rczYwSXlLcVdUd1dybFJLbFY2eDBVOHBwV0MxMnFEVDZTcnN2YXBLQ2dvS0wzaWl0ZDF1aDZacFVFbzVOOGM5bTBVRUlnS2R6dGtMSmQ0L3RnOGRQZ0lSY2Qvd3R5S2Fwbnc2MmQ1NUgwWUxBQ3NBemJsVmFReE1SRVRWUTdVTlRGVDkrR05ncXR3aUVFUkVSRVExRUFNVEVSRVJVUVVZbUlpSWlJZ3F3TUJFUkVSRVZBRUdKaUlpSXFJS01EQVJFUkVSVllDQmlZaW9lbEFlM3loMTFGZUZFSlhIeSsrbTh0cXdpbUZnSWlLcVhoUUFaYkZZdHZxNkVDSnZuTCtiQ240U2xGd1ltSWlJcWg5VldGakl3RVJWa3ZOMzA2L0NFc0RBUkVSVW5iaithbGViTjIrZXBaU3krTG9nb2hJc0d6WnMrQmJGZmxkOVhNOEY0NjFSaUlpcUIzRnVlamh2ajVLYm16dStUcDA2TC9pMkxLTHpjbk56MzZwYnQrNzdPSDliRkR2OEpEaXhoNG1JcUhwUXhiNXFBT3hEaGd5WmJMVmFkL3V3SmlJM2k4V3l0VXVYTGxQaENFa2FQSDlucXp3R0ppS2k2c1AxbDdvR3dMNTA2ZExDdExRMDlqQlJWV0JmdDI3ZGM3dDM3N2JBTXpENVJWZ0NHSmlJaUtvYlYyRFNBTmhNSnRNYW85RjRiVzV1cnVzdmU2SXJ5WjZibS91UjBXaThybGV2WHNrQWJEai8rK2szWVFuZ0hDWWlvdXFtK0Z3bVBRQ0RhMXV3WUVHTTBXanNGUmtaR1I4YUdtclU2L1hYK0xKUXFwN3NkdnVSZ29JQ2MzNSt2dGxzTnE4WU9IQmdCaHhCeWJYWjRVZHpsMXdZbUlpSXFoK0JZd1JCaC9QQnFmaW13L2xneGM4QnVwU0tYLzJtNFh3NEtyNzVaUStUd2RjRkVCSFJKZWY2c0hJOUxqNU1aNGRuWUhKaGNLS0xvVW84THZrNzUvcnEydTlYWVFuZ0c0U0lxRG9yM292azZuR1NZbDhCZmc3UXBWWHlhczNpd2NudjFsNHFqbThVSXFMcXJYZ3dLcm1WYkVOME1iejFNcFVNU1g0WmxnQytTWWlJYWdwdkFZbWZBWFE1ZUF0SGZodVVYUGhtSVNLcW1mai9QMTFPZmgrU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XF2djhIUnRwVjZDeGkycmNBQUFBQVNVVk9SSzVDWUlJPSIsCgkiVGhlbWUiIDogIiIsCgkiVHlwZSIgOiAibWluZCIsCgkiVmVyc2lvbiIgOiAiIgp9Cg=="/>
    </extobj>
    <extobj name="C9F754DE-2CAD-44b6-B708-469DEB6407EB-2">
      <extobjdata type="C9F754DE-2CAD-44b6-B708-469DEB6407EB" data="ewoJIkZpbGVJZCIgOiAiMzI1ODQ5NDMxNDYzIiwKCSJHcm91cElkIiA6ICI0Mzg4NTUzOTgiLAoJIkltYWdlIiA6ICJpVkJPUncwS0dnb0FBQUFOU1VoRVVnQUFBbzhBQUFGVENBWUFBQUJZaE9heUFBQUFBWE5TUjBJQXJzNGM2UUFBSUFCSlJFRlVlSnpzM1hkODFPWGhCL0RQODcyUnZmZUFNQklJRzVLd1FVUTJBdUtlMVZaYmJlMzZ0VnF0dFZWYnJhT29iVzN0Y05TNnJRaUNpTW9RbWJKQ1FpQWhyQ1JBUXNqZUpKZGJ6KytQdTF6dWtrdHlDU1NYY0ovMzY1VVhsKys2NTQ3TDNlZWVDUkF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RMGt3dDBGSUNJaUdnQTg5Zk5TdXJzQTFQOTQ2aDhERVJGUlo0U1QyNTcybVNuYi9OdjJObmtvdGJzTFFFUkUxSS9ZQjhXMlAyMlB1VksxRFl2MlA4Nk9JUS9EOEVoRVJHUmhIeFNWTTJmT2pJdUtpbHFrVnF1bnFGU3FLVUtJV0RlWHIwOUpLWXROSnRNQm85RzR2N1MwZFBPUUlVT093aElhelMySHVMRjRSRVJFUkc0bEFLZ0FhSjUvL3ZrZ25VNzNvcFRTS0ttRlVhZlQvZW5CQngvMEI2Q3hQbGRYZWcwc0VSRVJrVk8yNEppZm56L0ZaREtkZEhkUzY2OU1KdFBod3NMQ3FXQ0FKQ0lpSWc4bEFDZ0FOSC8vKzkvRHpHWnpucnNEV245bk5wdnpmdnJUbndiQ0VpQVZNRUI2SFA2SEV4R1JwN0wxYndTZ2JteHNmTW5IeCtkQk41ZHBRR2hxYW5yWjE5ZjNjUUJHV1BwQXRoMVFRMWN3eGQwRklDSWljcU9Xd1RFemZIeDhmdWp1d2d3VVBqNCsvM2YyN05tWllNMmpSMko0SkNJaVQyV3JlWXlKaVhrUS9FenNEaVU2T3ZwN2FBMlBESkFlaEg4b1JFVGtpZXpuYzFRVVJSbnB6c0lNUk5ibnpMN21rUUhTUXpBOEVoR1JwMnJwNzZpb1ZLckI3aTdNUUtOU3FVYkErdnlCd2RHak1Ed1NFWkVuRXdDRUVDTFEzUVVaYUt6UEdadXNQUkRESXhFUmVTbzJ0MTQ2UG9jZWlPR1JpSWc4R1d2T0xnMmZQdy9FOEVoRVJKNklnZWZ5NDNQcUlSZ2VpWWlJaU1obERJOUVSRVJFNURLR1J5SWlJaUp5R2NNakVSRVJFYm1NNFpHSWlJaUlYTWJ3U0VSRVJFUXVZM2drSWlJaUlwY3hQQklSRVJHUnl4Z2VpWWlJaU1obERJOUVSRVJFNURLR1J5SWlJaUp5R2NNakVSRVJFYmxNN2U0Q0VCRVJlWUpQUDl1SS83NzdJZUppWS9DUHY2NUNYdjRackZtM0FjZHlUNkMrb1FHaG9TR1luRG9KdDl4d0hZS0RnOXFkMzZUVFljdlgyN0ZyOTE2VWxKV2hxVW1Ia09BZ2pFb2VpZS9kZlR0Q2dvUGQ4S2pJRXpFOEVoRVI5YkU5ZXcvZzVWZGVoZGxzUmtod0NEUnFOY3JLeXJIeHk4M1l1LzhnbnYzOWJ4RVRIV1U3dnF5OEFvOC8rUXpLeWl1Z0tBS1JFUkhRcURVb3I2aEUyYTQ5V0hIdElvWkg2ak1NajBSRVJIMm9wcVlXZjMzMTMxaTJaQkZ1dnVFNitQdjd3V3lXMkx2L0lQNzJ6OWRSVlZXTmwxLzVKMVk5KzVUdG5QKzgvVDdLeWlzUUh4ZUxKeDkvQkpFUjRRQUFuYTRaMjNmdGhyKy92N3NlRG5rZ2hrY2lJbktMek16TVlJTmFIYUEyR0FMTVpuT0FWS2w4aE1ta2xTcVZHbEtxRlNuVkFEUUExRkpLdFZRVXRRQTBVa3ExWXQwR3krZVlSZ3FoYWpsV3RHd1hRaTB0K3gyMkFkQ1lUQ2ExeVdUU0dBMEdqY0ZnMFBUbDQ3N1kySWdWMXk3RzkrNit3N1pOVVFSbVRwK0NpeGN2NHRWL3Y0bVRwMDdqMlBFVEdKMDhFZ0NRbDE4QUFMaHExblJiY0FRQWIyOHZMRjR3cnkrTFQ4VHdTRVJFcnZtMnNOREhyNm9xd0dnMEJwcFZxZ0NWMlJ3b3BRd3dDeEVBS1FPRmxBRlNDSDhBTGJjRGhKUUJFQ0pBU2hrZ2dOYmJRdmlZekdZb2VqM01BQ0FFaE5uYytpOEFhWC9uUWtCSXl4YlJzaytJMXQxdGptMjNYVGdjQVNFRUZFV0JvbEpCWmIyL3ZpS0V3RTAzckhDNmIvNDFjL0RmOXo3RXhZdU5PSEwwbUMwOGhvZUZvYXk4QXZzT0hNTFN4UXNRd0pwR2NpT0dSeUlpRDVTVGt4T3EwK21peklvU3Baak5VVkxLS0FEaEFHSWhSQlNrREpaQXNBQUNJVVFBZ0JDVWxjRmdQVitZVEdpSlhDMmhEa0k0aERWaC9kZnlqMTJnYXhQa1BFMVlXQ2lDQWdPZDdsTVVCYkV4MFRoMU9oL2xGUlcyN1RmZHNBSlBQL2NpOGd2TzRBY1AvZ0x6NTE2RmhmUG5ZdkNnK0w0cU5wRU53eU1SMFJYaXlKRWpJUWFESVZvSUVXRUNZaFVwbzgxQXVBRGlKQkFscEl5Q0VGRUE0cHAwT2dDQU1KdmIxZUxCK25zZlJMd2FLV1c5RUtJZVV0WURhSkpDR0FFWUFCZ0ZZSVNVUmdCR0FBYnJ2bzYzQzJHRTJXeTdiYmJiSnV5dWF4YkNhRFNiVFNhOTNsUlRVNE9hbWhvQllIM3ZQMXdMTDYyMjAvMit2cjRBQUxPcHRVWTBkZElFUFB1SDMrS3R0ei9BeWRONTJQREZKbXo0WWhQR2pSMk5lKys1RThPR0pQUnFtWW5zTVR3U0VmVnpXVmxaa1FhRFlhaFVsSGhoTmtkSklTSUZFQ3VCYUVnWkpZQm9DREZZYjdEVUMwb3BiVTI3TFFIUXZoYXd4NlJzbEVCTDJLc0RVQ3VGYUJCUzFrc2g2Z0hVQ1dzWU5BdFJyMGhaYnhhaVhwak45U3FWcXNGa010VnJOSnI2aTZHaDlUTUdEV3E2dE1KY01zWDZvd0dndmV1dXUvcnNqcVdVbmU2dnJxNEJBQVFFQmpoc0g1MDhFcXVlK3oxT25qcU5UVnUrd2ZaZGUzQTAreGdlK2MxVGVPR1pKekY4MkpCZUt6T1JQWVpISXFKK0lETXpNOGxzTmcrVFVnNlRRZ3dWUUtLVWNxZ1FJc2xnTlByWit2eloxUWhlWWlBc2wxS1dRb2hTSVdXcEZLSlVXRytiRmVXOFlnbDg5WHFWcWs1ak5OWlBtalNwNXJJOFVFSlZkVFdNUmhQVWFsVzdmYlcxZFNnNmZ4NEFrTmhCR0J5UmxJZ1JTWW00NWFhVmVQekpaMUJlVVlsUFB2ME1qejcwczE0dE4xRUxoa2Npb2o2UW5wN3VxMUtwUmhpbFRCUm1jeUtBNFJCaUdJRGhBQkpNTFlNMjdNTmg5NE5oT2FRc0FWQmlEWU9GTUpzcmhSQ2xVc295UlZGS2pWNWVwVlBHakNtNVRBK0xla0NuYThhV2JkdXhaR0g3VWRKcjFuOE9zMW5DMjlzTHFTa1RPNzFPVkdRRXBrMmRqQTBidjBKWmVVV254eEpkVGd5UFJFU1h5ZjdjM0RDbHVYbTRNQm9UQVNSS0lSSWg1VEFoUkJLQVNKUFozS1BhUWlsbElZVElCMUFpZ0JKSVdTS0VLRFVyU2hHRXFCQkdZMGxhV3RxRnkvK0lxTGU4OGRhN0FJQUYxOHlCV3ExR2swNkg5UnUrd1BvTlh3QUFicjdoT3ZoWit6NEN3QXN2dllMRkMrZGgzSmhSVUJUTHlzSmxaZVZJUDVRSkFFZ2NOclNQSHdGNU1vWkhJcUp1eXNuSjhXOXViazQxbTgwVEljUkVLZVZvQU1taXNkRXloTFpsaExIZDdVNVoraExtUTRoOEllVXBLY1FaQlRobFZxdlBUSjR3NFVTdlBSQnlpN2pZR0l3Y2tZaC92ZjRXL3ZQMit3Z01ERUJOVFEyTVJoTUE0T3FyWnVLRzY1WTVuSE0wK3hpKzNYY0EzdDVlQ0E4TGcxNnZSM2xGSmFTVWlJK0x4UjIzM2VpT2gwSWVpdUdSaUtnVG1abVpRNHpBQkdFeVRRQXdDVUpNYk5McExKM1JuRXhEMHhFcHBVNEljVklDdVFxUWF4WWlYeTFFbmtHcnpXY3pzdWY1MllQM0l5bHhPTDdhL0RXS0w1VEFTK3VGVWNsRHNIakJOWmcxWTFxNzQ3OTM5eDNZc1dzUENzOFhvNlMwRklFQkFVZ2VtWVM1VjgzQzNEbXpvZFgyNlR6bjVPRVlIb21JQUh3anBUb29NM09NMld5ZUtJV1lLS1NjQ0NFbW1Nem1rTzQwTlVzcHF3RGtDdUE0Z0Z5cFV1VnFGU1YzL1BqeFo0UVFuUSt6Slk4aGhNRFNSZk94ZE5GOGw0NmZOL2Nxekp0N1ZTK1hpc2cxREk5RTVKRU9abVdOaE1rMEJWS21RTW9aSWlOamltMmxFK3UvblpGU1ZrS0liQUVjaHBRbnBFcVY2NjFXNTQ0Yk42NjBENHBQUk9RMkRJOUVkTVhibjVzYnBtNXNuQzZsbkFwZ0NvU1lES014eEhaQVowRlJ5a1lweERFQVJ3RWNoYUprUzYzMktKdWFpY2hUTVR3UzBSWG4wS0ZEaVFCbVMrQXFTRGtialkzRG5hNmlZa2RLYVJMQUtWaERvaEFpRzhEUmxOVFVQRFkzRXhHMVluZ2tvZ0ZOU2lreU16UEhtNlNjTFlEWmtISzJCR0pzQjNRUUdLV1VSUUxZQjJBL2dIM0JRVUVIazVLU212dW0xRVJFQXhmREl4RU5LT25wNlJxVlNqWFpKT1ZzbU0yekQyVmt6QVFRYkl1SXpzS2lsSTBRNHBBRTlrR0kvVnFWYXRlRUNSUEsrckRZUkVSWGpENVk5NTZJNk5JY3pNb2FLUXlHUlFBV1FZZzVBUHc2TzE1S1dRVWhkZ3NwZHdIWWxacWFtaTZFTVBWSllXbWdjRmpiV2tySjVSZDdRQWdSREVBUHdBREFiUDJoS3h4ckhvbW8zMGxQVHcrU2lqSmZTTGtJd0VJWWpRbGRqSDQrTDRGZFFzcGRVcVBabVRaK2ZBNzdLUklSOVE2R1J5SnlPeW1sS2pNemM0ckpHaGFsbEZPRWxLcE9UamtsZ1YwS3NNdXMwZXljUEg1OGZsK1ZsWWpJMDdIWm1vamNvcUNnd0x1eXNuSXhnSlVTV0M2RUNPM2s4R3BJdVZVcXlpYnA1YldSMCtUUVpjQm02OHVBemRhZWlUV1BSTlJuamh3NUV0SnNOQzRYVXE2c3JLeGNCQ0Y4Z2ZiZllxV1VKaUhFUVFsc1VnbXhhZEtrU2Z1RkVQeFFJaUxxQnhnZWlhaFhaV1JreEpxa3ZBSEF5bWE5Zm80UXd2SyswNllQbzVTeUNFSnNWb0JOQURhbHBhYlc5bjFweVlNNDlJbVZVcFlKSVNMZFZaaUJTRXJaZHNZQzlqUDJFQXlQUkhUWnBhZW5od3NoYmpWTGVidFp5aG1pcFhLeGZXRE1Gc0NuVXEzK2RQTEVpWm51S0N0NVBBbEE2dlg2YkM4dnIydmNYWmlCUksvWFo4UDYvTG03TE5TM0dCNko2TExJeWNueGIyeHV2aDVTM2lHbG5BOUFMZHFQa0pZUzJLY0FuMG9wMTA1T1M4dHpRMUdKMnBKTlRVME1qOTNVMU5UVUVoN0p3ekE4RWxHUDVlVGthSnVhbXBaQ2lOc2JtNXFXQ3lGOEFEaldNRXBwQVBBTmdIVm1INTlQT2RpRitwR1dXak81Zi8vKzl4Y3VYUGhESVlUVzNZVWFJUFRmZnZ2dHU3QjdEdDFjSHVwREhHMU5STjJXa1pFeDJpemwvVkxLNzNRd1NscGFwOUo1WDZQUnJCNC9mbngxbnhlU3FIUEMrcU9DZGNSMWVYbjU0K0hoNFErN3QxZ0RRM2w1K1RPUmtaRXZvWFdrdFFrTWtSNkQ0WkdJWEpLVGsrUGYxTlIwRzREdlE0aXBIUnlXSllFUFZFSzhsNUtTVXR5WDVTUHFnWmJwZXRRQU5Jc1dMZkxmc0dIRExvMUdNOXpONWVyWDlIcDk5dWpSbytmbDVlVTF3UkljamVBMFBSNkY0WkdJT25YbzBLRnBVc3J2UTRoYkFmZzdPZVFNaFBoUVNQbHVhbXBxYmwrWGorZ1NDRmpDb3dxV0FLbE5UMCsvT2pVMTlWUDNGcXRmTTIzYnRtM2h2SG56TW1DcGRUVENVdXRvQm1zZFBRYkRJeEcxazVtWkdXd3ltZTZSd1BlRkVHT2RITklNS2RjS0lkNUlUVTNkMXVjRkpMbzhXcHF1VzJvZjFRQTBreVpOOHRtMGFkT3ZJeUlpSG9RbFdCSmdLaTh2LzllaVJZdWV6Y3pNdEs5eGJLbDFaSk8xQjJGNEpDS2JnMWxaSTRYQjhMQUU3aEpDZUxmZGI1MWE1dzJWU3ZYMnBFbVR1Q0lIWFFucyt6NjIxRUNxQWFnLysreXpNU2twS2ZNQ0F3TlRmWDE5VTFRcVZiUTdDOXJYVENaVFNXTmpZMFpkWFYxR1JrYkcxaFVyVnVTZ05UQzIxRGl5cjZNSFluZ2tJaHpNeUpnUEtYOHBnTVZvLzc3UUFDbi9aNjFsM09lTzhoSDFzcGJheDVZbTdMWS9DbHBEcHFkOGJ0cVBvamFqTlNqYS83VDBjMlJ3OURDZThrZEFSRzJrcDZkckFOd0JJWDRCWUVMYi9WTEtBNG9RYjNoN2UzODRac3lZaHI0dklWR2ZhZ21RTGJXUWl0Mi85dUhSL3ZncmtXeHp1eVU4dGdUSWxuOWJ0ak00ZXFBcjljVlBSQjNJeU1pSU1FbjVzSkR5T3hBaXB1MStDWHdrcEZ5VmxwYVc0WTd5RWJtUmZlMmlmV2hzK1Jmd25NOU5hZmV2R1k0aGtuTTdlamhQK1NNZzhuanA2ZW1ESWNTalVzcDcyL1ZubExJV1FyeXVDUEZuVHJGREhzNCtKTGI5YVh2TWxjcFo3V1Bid01qZzZNR3U5RDhBSW85bkhRVHpHd25jSVlSd1dGVktTbG1nQ1BHS3Q3ZjNHMnlhSm5MZ0xDeDYybWVtczZESTBFZ2U5NGRBNURFT0hqNDhDU2JUYndWd1Bkci9yZStUUXJ3ME9TWGxFM2VValdnQTh0VFBTNFpGYXNkVC94aUlybGlIRHg4ZVlUUWEvd1Focm11M1U4cjlBSjVJUzB2YjNQY2xJeUtpS3dIREk5RVZJaU1qSTlZazVkT1E4aDRoUk51SmpROUJ5aWZUMHRJMnVxVndSRVIweFdCNEpCcmdqaHc1RXRKc01Ed0dLWC9xWkdMdkk5YlF1TTR0aFNNaW9pc093eVBSQUZWUVVPQmRXVjM5YzBqNUtJQ1FOcnVQUWNxblVsTlRQeEZDc004U0VSRmROZ3lQUkFQUXdZeU1HNFhaL0RLRUdHeS9YVXA1VWdDL1QwMU4vVWdJWVhaWCtZaUk2TXJGOEVnMGdHUm1aaVlaemViWEJUREhZWWVVZVFDZVRrMU5mVThJWVhKUDZZaUl5Qk13UEJJTkFGbFpXWDU2by9GSkllWC9RUWhOeTNZcHBVNG95aDloTnIrUWxwWm1jR2NaaVlqSU16QThFdlZ6NmVucGQwQ0lWUUJpMit6YUpUV2E3MDRlUHo3ZkhlVWlJaUxQcE83NkVDSnloNk5IajBicDlQcjNBTXkzM3k2bHJJS2kvR3B5U3NwLzNGUTBJaUx5WUt4NUpPcUhEaDA2ZEtjRS9vYTJvNmlsL0FEQXo5UFMwaXJjVWpBaUl2SjRESTlFL1VoT1RrNW9vMDczbGdCV3RObDFGbExlejVWaGlJakkzUmdlaWZxSmd4a1pTNFNVYndPSWFOa21wVFFLSWY2aWo0eDhZc2FnUVUxdUxCNFJFUkVBOW5ra2NydHZDd3Q5dEtXbHIwREs3OXR2bDBDNkFPNU5TMDA5NnE2eUVSRVJ0Y1dhUnlJM3lzek1UREtaemVzQmpMTGIzQ0NCSjlKU1V2N0tpYjZKaUtpL1lYZ2tjaFByRkR5dkFmQ3piWlJ5bzBhaitlR0VDUk9LM0ZjeUlpS2lqakU4RXZXeFU2ZE9lZFhXMWYwTndBL3NOamREaVA5TFMwbjVsN3ZLUlVSRTVBcUdSNkkrbEpXVk5kUmdNS3lIRU9OYXRra3BDd1J3WFZwYUd2czJFaEZSdjhmd1NOUkhEbVprM0FTeitUOUNpQURiUmlrLzhmZjN2emM1T2JuZWpVVWpJaUp5R2NNalVTL0x5Y25STnVsMGZ3YndvTjFtdlFCK21acWErcXE3eWtWRVJOUVRESTlFdlNncksydW8zbUJZSTRTWTFMSk5TbGtBdGZyR3lSTW5acnF6YkVSRVJEMXhSWVhINi9lc0dtc3lZWWtDT1ZWS01VMEl4TG03VEVUVS8wbUo4MExJZlZKaW42SVdYMzA2ODFmWjdpNFRFVkYvZFVXRXg2dS9lY283U1BGN1NnQVBRMERsN3ZJUTBRQW1ZWUxBbndwOUE1ODhsUGFBd2QzRklTTHFid1o4ZUZ5eGM5VjRBZm14Z0JqcDdySVEwWlZEU21RS3RieDMzY3hIRHJ1N0xFUkUvY21BRG8vTDA1L3lWVFg2SGdIRWNIZVhoWWl1UkRLdjBEZG9GR3NnaVloYUtlNHV3S1ZRWGZSOWxzR1JpSHFQR0I1L3NlNXBkNWVDaUtnL0diQTFqOWR2WHpWZEtuSTNJQVowQUNhaS9rNmFwVlROWGovbm9XL2RYUklpb3Y1Z3dBWXZzeUovenVCSVJMMVBLRUtZNzNkM0tZaUkrb3NCRzc0RVJMSzd5MEJFbmtFQ2ZMOGhJcklhc09FUlVnNXhkeEdJeURNSUtSa2VpWWlzMU80dVFJOEpFZVR1SWhDUmgrRDdEUTNnTVFMVUwwaDNGK0J5R3JqaGtZaUlxUGNJSjdjWklLa25KQ3l2SGRsbTI0REY4RWhFUk5US1BpaTIvV2w3REZGbjJvWkYreDlueHd3WURJOUVSRVFXOWtGUk9YUG16TGlvcUtoRmFyVjZpa3FsbWlLRWlIVnorV2dBa2xJV20weW1BMGFqY1g5cGFlbm1JVU9HSElVbE5KcGJEbkZqOFhwazRBNllJU0lpdW53RUxKK0pxdWVmZjk1ZnA5TTlsNUNRY01EYjIvdFp0VnE5a3NHUmVrb0lFYXRXcTFkNmUzcy9sNUNRY0VDbjAvM3h3UWNmOUFhZ2d1VTFOK0Jxc2dkY2dWdXMzTGxxd0NWMUlocTQxbDMxcXdIN2ZrbGRhZ21PU241Ky9xU0VoSVQzRkVWSmNuZWg2TXBsTnB1emlvdUxIeGcwYUZBR0xEV1FaZ3lnR2tqV1BCSVJrU2V6TlZQLy9lOS9EeHd5Wk1pSERJN1UyeFJGbVJBWEYvZkJUMy82VXgrMDFqNE9tQytvREk5RVJPU3BiTUVSZ09yZWUrLzlneEJpbUp2TFJCNUNDREhzaFJkZWVCS096ZGNESWtBeVBCSVJrU2RyR1J3enc4Zkg1NGZ1TGd4NUZoOGZuLzg3ZS9ic1RBeXd2bzhNajBSRTVLbHNOWTh4TVRFUGdwK0oxUGVVNk9qbzc0RTFqMFJFUlAyZS9YeU9pcUlvSTkxWkdQSmMxdGVlZmMxanZ3K1FESTlFUk9TcGJLT3NWU3JWWUhjWGhqeVRTcVVhQWV2ckVBTWdPQUlNajBSRTVOa0VBQ0dFQ0hSM1FjZ3pXVjk3QTZiSkdtQjRKQ0lpenpWZ21nbnBpamVnWG9zTWowUkU1TWtHVkkwUFhiRUcxT3VRYTF0ZkpscEZEVCsxRjZyMUY3dDFYb0RhQjAwbVBZelMxRXNsRzVpU0FtSXdQbmd3anRVVzRWUjlDWjhmRDZSVjFKZ1NsZ2dBT045WWhZS0xaVzR1RVYxaEJzd0hOWGtjZ1g2KzJnekQ0MlV5T1d3NEhrNWVqbXI5Ulh4NUlST3J6KzF6NmJ6N0UrZGhjdGh3NU5RVzRaMkNuVGg3c2Z5eWwyMU1VRHdTQTJKd3NQSTBpcHVxdTMzKy9ZbnpFZTBkREFENDgvR05xRGMyZGV2OFVZRngrTjZ3dVhqMTFDYVhIOS9DbVBHWUh6VU9BUEQ4c1hYWVgzbTZlNFYyd1NEZk1KUTMxMEZuTWx6MmExOXB3clQrcU5RMzlPbDlCcWk5OFZEeU1nREE1K2NQNGMxOGhrY2lvdjZBNGZFeUdSczBDQUFRb3ZWRFZiTnJIN0phUlkyMHNPSHdValNZRUp5QW1tN1dXcnBxY2N4RXpJcEl4bmVIenNHL1QyL0ZWeGNPZCt2OFVZRnhHT0lYQVFEUUtxcHVuUnVxOWNjam82OURzTVlYTDA3NkRqNCt0eGRyenUyRHVaTXZWUW9FcGxwcm5PcU5UVWl2eXUvV2Zib2kzamNNZjV4d0crb01UWGcrWngyS21xb3UrMzMwbFpTUW9SZ1JHSFBKMTlsYWNoUVZ6Zlh0dGcvM2o4S1Q0MjdHa2VxeitNdUpMOXJWQWdlb2ZicDlYMFpwUXBOSjMrT3lFaEdSK3pBOFhpWXQ0ZEVrelM3WGtrME9IUTV2UlFNQXlLbzVpMXBENDJVdmwwYW9rQlk2M1BiNzRlcUNkc2VFYVAxZ2xySlg3ci9SMUl5czZqT1lFemthYXFIZ2pvU1ptQnFXaUZkT2ZJbHpqUlZPejVrZVBzSVdTSGFWSFlkSm1pOTd1WDZaZkMwQzFENElVUHZnVDVQdXdpc252c1MreWxNT3g4eU1HSWtrLytqTGZ0LzJLcHJyOFhseHhpVmRJelYwR0piR1RycmtzbVJWbjIwWEh0VkNoY2RHcjBTQTJoc3pJMFlpV091SDUzSSt4VVZUcysyWWQ2Yi91TnYzbFY2Vmp6L21yTDNrTWhNUlVkOWplTHdNSXIwQ0VlOGJCZ0E0V2x1SUJxUE9wZk5tUmlUYmJtOHJ6ZTZWc3FXRURvVzN5aEpROHh2S1VLS3JiWGZNOHJnMHJJeWZqRE1YeTdEbTNIN3NxVGh4MmU1Zlp6TGdMeWUrUUdiMUdUeVFPQjgrS2kyRyswZmhwWlR2NEg5bjkySnQ0ZjUydFpEWHhhZlpiaStJR1k5cm9zZGVjaG0rdCs4ZkR0dWV5MW1IeDhkY2p3Uy9DUGlvdEhoazlIVjQvOHd1ckNuY2J6c21OV1FZNWthTnVhVDc3a3BlUXlrK0w4N0FNUDlJUEpDNHdPWHpUdFFWNHovNTMvUml5U3lNMG9SVnVSdnd4TGliNEt2U1lreFFQSjZaY0J1ZU9ycjZzbjNaOEZZMCtIRG16d0VBcTgvdHd3ZG5kMStXNnhJUlVlOWdlTHdNMHNKYWEvYjJscnNXdklJMHZwZ2NOZ3lBcFdsMmY4V3BMczdvbVJuaHJZc21mTnRCS0J3ZlBCZ0N3RkMvU0NpaWQvcVE3eWc3aGhOMTUvSEk2T3N3MUM4U2FxSEMvT2h4MkhUaE1PcnR3dmI0NEFRa0JiUTJ3V3FFQ2hyUnZhWnlWNVEzMStHeHJBL3h5T2pyTURFNEFRTEFYVU5tSTlvbkdQODZ0YVZkYmFmTzNIVy9TSzJpaG1MdGcyK1VKaGhkcURGdHR2YTM5RlY1WVVTQTYwM1BGNDNOVHJmLzVjUVhLR3FzZFBrNnkrTlNNU2R5ZEtmSG5LZ3Z4dStQcnNhVDQyNkdyMHFMSVg0UmVIYkM3WGppeVA4YytrR1c2R3FRWFZQWTZiWG1SSTN1bGY5UElpTHFPd3lQM1JUbkU0cVJiZnFYWFczMzRldXI5c0kxSGRSV2xlcHFrVk5iQkFDWUh6ME9hdXVINk83eUUxQUxsZTEzVjBrQXpaMkVtcFkrbFMzSDdpbzczdTRZUDVVWGh2cEhBZ0RNa01pc1B0T3RNblJIaWE0V2oyYStqL3NUNTJObXhFZzhtL09wUTNCVUlIRGY4TG0yMzFlZjIrZlFQTnJpNWtIVDRLZjJBZ0M4ZDJhWDA1QTJLakFXVThPU0FBQ1ZUdnJ4QVVDVFNZOW5zdGZnNXlPWFlyYTFGbmgrMURpVTZXcmJEWGk2Zi85clhRNFVlbTNLL1lqd3Nzd3ovT2poOTVIZjBIc0RQR1FIZlVhTEdpdVIxMURxOG5WYzdXZDdzdjRDbnM3K0JFK051eGxlaWdheFBpRjRkdUx0K0ZYbWU3WmpUdFFWNDlWVG16cTl6dFR3UkdoNjBFZVNpSWo2RDRiSGJwb1Frb0FmREovWDRmNTdoczdwY04vdTh1UElxUzJDQUxBb1pvSnQrNUtZaVZnU003SGJaZEdaRGJoOXoxODczSDlWeENqNHFyUUFnS00xNTFEVzNMN0plbnhJZ3EyMkxMZTJ5T1VtOTU0eVNCTmVQYlVKSDUzN3RsMm9XeDZmaHNHKzRRQ0FnMVY1VHBzdi9kWGV0dWM0djZITW9ablozdFVwOTlodWY5TEp5SGVUTk9QbDQ1L2pvbEdIeFRFVHNidjhPTmFjYzM3Tnpvd1BIbXdManZzclQzVTdPR2JYRnVMNlhTOTJlc3hRdjBpOG5ISTNnSTVySHR2eVVqUkk4TE04cHpYNml5aHJydXRXdWV3ZHJ5dkduNDU5aHNmR1hBKzFVSkJlbVk4NlEvZEczaE1SMGNESDhPZ0dhYUhEYlVHak55Mk9iUTJrVzB1T09qMW1wa096OXNsZUwxT0xsdUNvUU1BTWllSCtVYmhyeUN3QWxoclFkd3QyT2oxdlpzUkkyK1JzV1RWbm5SNHpPeUxaTmpxOHVLa2FPOHR5dXl6UHYwOXZ4YkhhSXV3cFA5SHBTUENPekkyeTlNdVVBUDUzOXR0dW4rK0tVQzkvMisyT2FsUGJpdmNOeFFzVDd3UUFmRkdjaWRmenZyNmtNbVJVRitDVkUxOGdPVEN1MDJzcEVCZ1pHQXNBcU5aZlJJbXU1cEx1bDRqSUdiTlo0b0dmL0FKbDVSVjQ1c25mWU56WXpydmgwT1hCOE5oTm15NWtZVnRKNitDV1g0OVppUW5CQ1RCSUV4NDQ4QnFhakIxUFA5TFN2SHJ6NEdtMmJWOFVaNkxHNFBvVVBUUENSOXFDVVdkVEFnMzNqOEp3L3lnQWxscXFmVTZDb1ZaUkk5WGE3eElBaHZoRjRJNkVXZTJPQzliNjJXNnZIRFNsMDhkNDBhakQrdlBwWFQ4UWF4bC9ObklKbmpqeU1mNXY1Rkpicy8yRzg0ZFE2S1RmbmxaUjQvcjRLYmJmNTBhTndicWlBdzYxWHdvRWJrdVlhZnY5ZitlK2RUa003aXB2MzZ6dkNtOUZnMm5obGlieS9aV25VTkFMYzNVQ2xtbVBXbFQxOFp5TDluYVZIKy95dWZKVGUrUFpDYmNEc0h4eDZhbzVtNGg2aDhsa3dwSHNZOWkzUHgzM2ZmZE9hTFhhZm5VOWUzbjVaN0R2d0VGTVRrdkJpTVRoWFo4QTRPQ2hESlNWVjJCUWZCeURZeDlpZU93bWt6VGJCbE1FYVh4dFUvUWNxRGlOYXYxRmhHcjlvVlhVTUppTlRpZFZUZzBkWmhzUVVuQ3hyRnMxUWNFYVg5d3dhS3J0OS9mUDdPcndXUHRheC9MbU9oaWNyTkNTRmpyTU5sVVFBQ3lJSHQ5bEdaYkZwblM2djd5NXpxWHdlRTNVV0R5UU9COWFSWTBiQmszQmM4Zlc0Y0drUlFqVyt1TDlBdWVQNndmRDV5SEtPOGoyZTdER0Y0K052aDVQSHYwWWVyTVJBS0JXVk5oV21vM0ZNUk9oTXh1d3E0TmFSMStWRm8wOW5HZndyV2tQMmthd0E1YkFxbFVzZjBwcG9jTnNJNGM3Yy8vK2Z6djA5N1EzTm1nUWp0VVd0UXU5a2Q2dHRkWE81bU1rSW1ycnhLblRlT3FaRndBQTM3Mzc5bjUzUFhzUFAvWTdtTTBTSTVJU1hUN244eTgzQXdDV0xWMTRXY3RDbldONHZBU3pJNUtoRXBibHdWdW0ybmw0MUhLTUNvekR5Zm9MZVBUdysrM091UzFoaHUzMjZuTjdiYmNWQ1B4MjdJMEFMQUhzbjZjMnR6djMxb1NadHJDWFczZSt3MmJtRUswZnJvb1kxV1g1RjlyMXUrd3JhcUhndnVIenNOanV2cWVGSitIZGdwMzQ3WkdQRUt6eGRScDA3eDQ2Qi9PakxTdk82TTFHN0swNGlUbVJvNUVjR0l1bnh0Mk01NnlYYmVncEFBQWdBRWxFUVZTRGIvUm1JOVlVN3NlbmhRY1E0dVh2dE01eGFld2szRHA0QnY1NjRndGtPSm4zc2l2ZUtvMUQ2SFo4Zks0T2ZHby9xbjJRYnhoK2xMUVFvd0xqOE9xcFRlMjZHc1Q1aE5wdWx6VDFUVFB3MktCQkdCYzhHQitlM2RNbjkwZEU1S3JDb3ZNNGNqUUh2cjQrdUhwMisxWXo2ajBNajVmZ2F1dW82bXI5UlJ4MllaVHlySWhrSkZvbm5UN1hXSUc5ZHRQekNDRXdLV1NJYlY5YnNUNGhXR0FOVHhMQVc1M004WGZEb0ttMm1yQ094UHVFWWtKd0FnREx3SnNmSFhpOXcyWDZucDk0QnhLc1RlVS9Ubit6MCtieXpwcUlJNzBDOGRDbzVRNVQwbVJXbjhHZmoyKzBOZW5YdEprN01FRHRqUjhsTGNUMDhCRzJiYS9uZlkxdEpka0kwUGdnSldRb1JnWEc0Y1dVNytCdko3NUNkbTJoclJ6TytnV21oQXpGZmNPdnNZWDE5VVVIOGQ2WlhUMmFpTHl3c1JMYnkzSmNQajQxWkJoR0I4VjN1TC9KcEVkU2dPWDFjZXZnR2RoZWVzeGhOWmRZbnhBQWxzZDJ2ZzlXeEJuc0c0N0h4cXlFcjhvTGczekQ4ZGNUWDNRNnVwK0lxQzl0dE5ZNnpwODdCOTdlWG00dWpXZGhlT3loZU44d1c1L0NuV1hIdXV4WDU2UFM0dDVocmRQUWZOU21Kc2UrSGtySzl0ZTZhOGhzV3kzbnpySmpPRlZmNHZSK1FyUitXT2hDOC9QU3VOYm01NTFsdWUxQ216MzcwalNiREM3TmVkalc3SWhrL0RCcEFYeFZsajl3TXlRK092dXRRKzJyUFpWUU1DOXFIRzRmTWhQQkdsOWJPZDdPMzI2cmtYdmgySHI4ZXZSS1RBb1pna2l2SVB4aC9LM1lXWFlNSDV6WjQzUmtPV0Nacy9CSTlWbE1EQmtDQVdCbC9HUWtCOGJoVDduclVkM041U0V2TkZWamJlRUJsNDhQVlB0MEdoNHJtdXV4dGVRb0ZzZE1STGhYQUJiSFRMQ3RQcU1XQ3VKOExUV1BwYnBhV3pOOWI0cnpEWVhXV3NNNlBUd0pVZDYzNDltY3RYMit4alhSbGVMVHp6Yml2KzkraUxqWUdQempyNnVRYyt3NDFxemJnSk9uOHFCcmJrWjhYQXlXTFZtRStkZDBQR3ZINmZ3Q2ZMcCtJM0tPSFVkZGZUMENBd0l3Wm5ReWJseTVETU9HRG1sM1gvWnUrODczYmJlZi9NMnZrRExKMGdMVXBOTmh5OWZic1d2M1hwU1VsYUdwU1llUTRDQ01TaDZKNzkxOU8wS0NnN3QxUGFQUmhGMTc5bUxQM3YzSXl5OUFiVjA5TkJvMUJzZkhZK0g4dVZndzcrcld4NU9YajRkKy9ZVERkWjk1L2lYYjdSdXVXNFo3N3JxdDNmTndzYkVSMyt5MHpNaXhkSEg3QlJaT25jN0grcysveE9tOGZGUlVWc0hieXd1eHNkRllOUDhhekp0N2xjT3hGUldWK0d6alZ6aDhKQnRsWmVXQUVBZ1BDMFhLcEFtNDkrNDcybDJiR0I1N3JLVVdFT2g0SkxPOU80Zk1Rb2gxNE1teDJpS0hXa2NBVUt6QkVHaGZlNWNVRUcycmVkT2JqUjJPUkFhQUcxMm9kUXpTK0Rxc25QSlZjV2FYNWU4cGI1VUc5dytmNzNCL05ZWkd2Sno3T1k3V25uTmF0cXVqeG1CcDdFUkVlclgyYjZ3M051SFZrNXNjbG43VW00MTRKbnNON2h0K0RaYkdUb0lBTUNkeU5HWkZKR05mNVNsc0tzNUNkdTA1aDJmem9yRVpUMmV2d1hlSFhZM2xjYWtBZ09UQVdMeWNjZzlXNVg2R1k5WjVPTjFsOWJsOW1CYzlEaHFod2syRHAyRkx5VkUwbXcwWVlwMVlIUUFLTHpwZjFyRXJIYzBOMlpHOUZTZngvTEYxZUdUVUNtZ1ZOWWI1UitLRlNYZmhtZXcxT05OTGc0S0lQTVhXYlR2dzkzKzlBYTFXQzI4dkx4Z01CaFNjT1llLy9mTjExTlRXNGFicmw3Yzc1N09OWCtFL2I3OFBLU1UwR2cwaUk4SlJWbDZCM2QvdXc5NzlCL0hRengvRXpPbVdmdkgrZm42SWpvcUUzbUJBVlZVMUFDQXFNZ0xDdWhDRWw3YzNBS0NzdkFLUFAva015c29yb0NnQ2tSRVIwS2cxS0srb1JObXVQVmh4N1NLRUJBZTdmRDBBK05jYmIySEwxOXNCQUFFQi9vaU9pa1JGWlJWT25zN0R5ZE41S0N3NmozdnZzY3dDb2RGb0VCMWxtV3U0cE5ReXhWbEljREM4dkN3RGNRSURBNXcrZjE5L3N4TTZYVE5TSjAxQVRIU1V3NzZQVnEvRmh4OWJsai8xOC9ORlpFUTRLcXVxY09Ma2FRVDQrenVFeDBPWldYait4YjlBcnpkQXE5VWdJandjZGZYMUtDdzZqN0x5Q29iSERqQTg5b0JhS0xnNjBoS0djdXZPbzhpRkpzUnlYUjEwSmdPOFZCcThtYit0M1g1aFYvZG9ORHYyK1pzUlBoSjZzeEZhUlkxMVJRYzdyUG1KOUFweWFkRExMWU9uMi9yc25hZ3I3clhSd1VrQk1maGw4akpFMncxeU9WRlhqQmZhMVBLRmV3VmdjdWh3cElVTngvamdCS2p0Z3JTRXBhYjE3WUlkVG1zR3paQjRQZTlyWkZRWDRJSEUrWWp3Q29SS0tKZ1pQaEl6dzBlaVduOFJCNnRPSTZ2NkxES3FDNkF6R1dDR3hIL3l2OEc1eGdyOE1IRUJWRUpCc01ZWGZ4aDNDLzU4WWlQMnVMaEtrRnBSMldwRlhlR2xjdDVQMGw2VnZnR2JMMlRoMnRnVUJHbDhzU3d1QldzSzl5TXhvUFhOOFdUOUJaZnYwNzcvcFNzcjNyUjFxQ29mVDJldndlTmpib0MzU29Nd3JUK2VuWEE3L25Sc1BRNTNNRlVTRVhXdXFyb0dyNy8xRGg3NC9uZXg0SnFyb1ZhcmNLR2tGTSt0K2d2T25pdkVoeCt2d2FJRmN4SGczenJEd3A2OUIvRG1mOStEb2dqY2ZlZHR1RzdaRXFoVUt1ajFldnpublEvdzVhYXQrT3VycnlGNVpCTENRa094WU43VldERHZhaHc3ZmdLUC9lNXBBTUJmWDNvT1BuWWhEd0QrOC9iN0tDdXZRSHhjTEo1OC9CRkVSbGptaGRYcG1yRjkxMjc0Vzh2ZzZ2VUF3R1EwWWZHQ2ViaDJ5UUlNSG1ScGJURWFUWGpqclhmdzVlYXY4ZG5HcjdCc3lVSkVSa1lnWWZBZy9QdnZMd01BcnIvMU96Q2JKWDc4dy9zd09YVlNoOCtmbEJKZmZMVUZBTEJzaWVOQUdjdnpad21POTk1OUI1WmZ1eGlLWXZsTXlUOXpGbmw1cmYzY1RTWVRYdm5IYTlEckRaZzFZeHArOHNQNzRPTmpXY1NncXFvYTIzWjBQQ2pWMHpFODlzRFU4Q1FFYWl3dnNDMGxSMXc2Wi8zNWRPd3VQNDYwc09GT0o1QzJEMHo2TnVIeDdZSWRlTGRnSndiN2hhTzRxYnJEKzdnL2NaNnQxakc5S2c5cG9lMm5PZ2ozQ3NEQ21OYUErVWxoeHhOb1g2cEpJVU1jZ3VPbUMxbDRJKy9yZGlFbTBUOGFQMGljNzlCMGI0YkV2b3BUK09UY1hwZkM3YUdxZlB3ay9UKzRMbjR5VnNTbHdsOXRlVU96Tk9OUFFHcm9jR1NsditWd3p0YVNveWpUMWVIUjBkZkJWNlZGbGI0Qk9SMHVyOWUrMWk0bFpDamVtdlpnbDJYcnJrL083Y09DNlBIUUttcXNqSitNTDRzek1UWm9zRzEvZDJwSFZVcnI2NnJ0bHhKWFpkY1c0cW5zMVhoaXJHVjlheCtWRnFPRDRqMHVQS2FucHhmYmZoSEMvZ1ZodXkwZCs1dzR2R2lFL2UvZFBMK1h6blhiZlV2SDU4YXhUSGJYNnZiNTNUalhiRExCWkRiRFlEQUlRM056NzZ6TDJvR21waWJjZHZQMVdMS3dkY0dKbU9nby9PU0g5K0ZYdjNrS1JxTVJXVWV5TVd1R1pWbzNvOUdJTi85cldjM3A5bHR1eEEzWExiT2RwOVZxY2YrOTkrQlk3Z21jUFZlSUxWOXZ4MjAzMytCeVdmTHlMV0hxcWxuVGJjRVJBTHk5dmJCNFFjY0xZblRtdnUvZUJYOS9QNGR0YXJVSzk5NXpKN2J2M0lNbW5RNVpSM01jbXErNzQxQm1GaTZVbENJbU9ncVRKanBXbU9UbFc4WWZLSXFDNWRjdWdhSzAvdGNPRzVLQVlVTVNiTDlYVmxXanBzYlN4V25wNGdXMjRBZ0FvYUVodU9uNkZUMHFueWRnZU95Qmx0cTlSbE96eTdWVUFGQ3BiOENtQzFsTzk2bVYxaG9pZzVQK2JHYklUcHNLcDRjbklUWFVNbWRqazBtUGR3dDJPUTJQV2tXTlVsMHQ0bnhDY2JxaEJPbFYrUzZYdjdzK1ByY1hJd05qTVRab0VQNTllcXR0UkhwYit5cFBZVTNoUHR3MGFCcEtkTFhZV1hZTVcwcU9kSHM2R3IzWmlOWG45dUx6ODRjd0wyb3NGc1ZPUkx4MWhQTGZUM3pwZEtuREl6Vm44ZGpoRC9DTDVHdnhVdTRHaDc2ZmFydmc1V3dFZUcrcE1UUmkwNFVzTExlRzRKWHhVekEyMkRJbGxGR2FjTHFEL3E3T3RLd3dCRmhlRnoxMW9xNFlUeDc1R0UrTnV4bTd5NC9qZzI2TXZ1NXVjM20vSlVTWGk0K0xTMXdiL2xMT0gwajMzZW5STGx5cnd5TzZjYTRRQW9vUVVDa0twTHJ2UHdwWExsL2FidHVJcEVRRUJQaWp2cjRCSmFXdDcvZEhjM0pSV1ZVRnRWcU41VXNYdFR0UFVRUW1UaGlIcytjS2taUHIrbWNTQUlTSGhhR3N2QUw3RGh6QzBzVUxIR283ZTZwdGNHelJyTmNqTkRRRTU0c3ZvTEtxNDRxUXJteTAxanBldTNoQnU5ZGVlSmpsUGQ5c051T2JIYnZhOVcrMEZ4d1VCTFZhQmFQUmhHM2JkeUo1UkNKVXF1NHRFK3lwR0I1N1lJeDFia2R2bFJadlQvK3h3NzZXbXIvRWdPaDI4LzNsMTVmaThTTWZPYjJtL2J5QmdkMW9DZ1VzazFUZk4rd2EyKytyeiszdGNQQkhjVk0xSHM1NEY3OGF2UUliejJkMDYzNTY0cy9ITnlMU085Qlcyem91YURER0JROXVkNXdDQlJuVkJjaXJMNFdBd01Mb1M1dEdhR054Qmo0dnpzQncveWpFKzRaMVdrdDJyckVDdjhoNHU5MTJ0V2o5ODNCV2E1ZGJkeDRmbkdtL2hHSkhGc2RNeE15SWtWMGZDR0J0NFg0c2lwbGdtd2V6WmJEVXlib0wzUXF5ZnVyV0pxV0xsN2owNU9tR0V2d3E4MTJVNnB3UFJyS25zZnN5WkhJeUFJeklrNFdGaGpyVWNyWGRWMS9mZ09ibTFyL1gwM21XTC9sQ0NEeisxQitkbmxkVFkxbDZ0THE2ZTlONDNYVERDano5M0l2SUx6aURIeno0Qzh5ZmV4VVd6cDlyYTI3dXFjS2k4OWgzSUIwRlo4N2lRa2taU2twTDBkall1cUNEMGRpelFYOFhTa3FSa1prRmIyOHZYT01rR0k0Yk94cWpSbzVBN29tVGVPVWZyMkhUMW0xWXNuQStaazZmMG01Q2M2MVdnNVhMbCtLVFR6ZGc2N1lkT0hJMEIwc1d6Y2U4cTY5Q1VGRHZyd0kza0RFODlvQmkvYWFqUUhRNDM1K3pmWjMxZWJOZlBXU29meVFDMUQ2b043cTJibkJpUURUQ3ZDeWRpZ3NiSzdIaC9DSDRxRHFldGtCbk51Q1AyV3Q3dEF4ZmR6VVlkV2hvYUgwVEhCTWM3N0RDVGxzcElVTXZ5LzN1TGorT1drTWo4aHBLa2RkUTJxTnIyQWNnWi8wRjZ3MU50cW1CWEpFV09xenJnNnpzYXg5VmRsMGFEbFRsdVh3TndOSk5vVVZWTjBlVE8zUEJ4V1VHdmV3R2JSbjdzTmEyTnlsQ3hObHUyN1dGQ2J1cWoyYTc3WXBkVTJoSHg3ZmRwN2ZiSi9SNnArZDBkQzJEL2JrR2c5TmpPcnFPb1UyWlhEbmYvcmJSZnJ2UmVOblA3ZlI4dTRwSVlUSjFlWCt3SG04d0drV1R3YUM2Mk5DZ3FxbXMxQUQ0SEgya3MybGx0QnJMNTRUOWQ2NkdCc3ZmcnNGZ3NEWExkc1JnNk41c0dLbVRKdURaUC93V2I3MzlBVTZlenNPR0x6Wmh3eGViTUc3c2FOeDd6NTBPemJ5dU1Kc2wvdlhHVzlpMHhkSzNYNlZTSVQ0dUZtTkhqMEpVWkFUMkhraEhSVVg3RmNSYzFUSTl6OXc1cytIbjI3NmlSUWlCMy8vdVVYeThaaDArLzNJelRwdzhqUk1uVCtPTi83Nkw2MWRjaTVYTHI0VmEzZnJlL3AwN2JrVk1URFErL044YWxKVlg0TzMzUHNKN0g2N0czRG16Y1BlZHR5SW9rQ0hTR1liSEhuaXZZR2VIelRTTFl5WWl3aXNRRmMzMStQS0M0eWptenFhQ3NmK1FGd0RHQncvR25nclhtaCt5YXd0eFFWZURTSzlBL1BYRUZ5NE5qT2lMNERqUUJXZ3N0WGFYMHR4N0tleHJIMXZzYnpOS3Z5dVJkbjFPeTNWMWw2MXNYYkgvb3FRMzlmNjBRbjBoSlNXbHVPdWphQUJSckQ4YUFOcTc3cnJMemNYcG1JK1A1YjJvWllxZnkyMTA4a2lzZXU3M09IbnFORFp0K1FiYmQrM0IwZXhqZU9RM1QrR0ZaNTdFOEdGRHVyNkkxV2NidjhTbUxkdmc1ZVdGSHo5d0g2WlBuUXl0dHZYOTRPVHB2QjZIeHlhZERsOXZ0OHcyY3EyVDZYbGFlSGw1NFR0MzNJb2JWNjdBamwxNzhNV21yVGhYV0lSM1AvZ1krUVZuOE1ndmYrWncvUHk1Y3pEM3FsazRrSjZKVFZ1K1JtYldVV3pkdGdOSHM0OTFPQ2pJMHpFODlzQ25SUWM3M0pjV09od1JYb0dvMGpkMGF3N0Fsam44V2t3T0crNXllQVNBcjRvUHcwL3QxV1V0MjdTdzFyNlJyZ3F6QzdiM0RKdURaaGZDd0p0NTI3cWNEL0xWazV1d3U0ZnJTVHZ6MEtobFR2dDVkbVptK0Vna0I4WmlUZUgrZG5OZEJsbTdEOVFhbk5jQUIycDhNVDdZOVcvbDRkN2Qrd1piWTJqRTVndFpXR2FkVXVoOFV4VktYS3o1YTVIZ2Era0FMNEZPQjF1NXlsL3RqUVlYbXI5RDdOWkRkN1VHbllpY2k0MnhMQjVRVWxxR3BxYW1EcHU4TDlXSXBFU01TRXJFTFRldHhPTlBQb1B5aWtwODh1bG5lUFNobjNWOXN0V09YZDhDQUpZdW1vODVzMmUwMjMraHBHY3RRUUR3elk3ZGFHeHN3dmh4WXpBb1BxN0w0MzE5ZmJCazBYd3NYamdQSDYxZWk0OVdmNG85ZXcvZ1hHRlJ1Mlo1bFVxRjZWUFRNSDFxR2pJT0g4RXp6NytFMHJKeWJOdStxOU9nNnFrWUh2dUp0cE5IVHcxTGdsWlJ1endaOUphU0l5NGRteFFRWTF2bXJ5ZG11N0RzSVFDOFU3Q3p5L0Jva0taT2p3blIrdUdHK0NrQWdQeUxaZmltdFBQVlhNdzk2RnMzSm5nUWxzUk14SkxZU1hnczZ3T0h5ZGRid21OZEJ4T29Kd2ZHNHZmamJ1NzJmWFpIaUZkcmQ0Wkk3eUNFZVFVNFhUbkhHYlZRTU5UZk1uK2FoTVFmeHQ4Q0FIZ3hkd1BLbTd0ZkMrbWowdUwxcVE5Z1cwazJOcHhQUjBrbmZSL3Rhenc3ZXY2SXlEVVR4bytGV3EyRzBXakVoaTgyNFpZYlZ6bzl6bWcwUXQxbThJK1h0cldKdktIaG9rdTFhRkdSRVpnMmRUSTJiUHdLWmVXTzg4cDJkYjI2T3N0N2k1OWYreWJsQStrWnFLdnIrUDNMUyt1RkpwME85UTNPcDZOcmFiSnVPejFQVjRRUVdMRnNDVDVhL1NrQXk5eVduZlhwVEprNEhvTUh4YUhnekRtVWwvZHNYdDBybmRMMUlkVGJORUpsVzdLdkpRQjZxelNZR3BiazhqV2FUSHFYbHRnelNDTjBaa08zZnV5YnVKdGRQTWZaMURiZEZhcjF4N0s0VkN5TFM3VXRwWGk1alF5SUJXQjVjem5mMkRwZlo1REdGejdXa2NyVmJscFJKZElyeUdGWlJvMVE0ZGJCMDEwK2YzUlF2SzNKVzRIQWlJQVlqQWlJNlhJUytZNk1ESWlCdDZMQjB0aEplR1o4K3hVZjdNVllsMUlFZ0xJK2JDNG51aElGQlFaaTZhTDVBSUFQUDE2RDFXdlhvMG5YMmdMUXBOUGhteDI3OGNqalQ3VTdOeW95d25aNzgxYkxzcllta3drWEd5MWY2bDU0NlJWa0hjMkIyZHo2K1ZGV1ZvNzBRNVp1VjRuREhQdWhkM1c5MkZqTFo5bFhtNzlHMFhsTFR3OHBKZllmUElSWC92RmF1MEVyOWlLdDE5NitjNCt0NzJaOXZlWDlOK3RJTm9yT0Z5TWlQQXlUVTFNNnZNYTJIYnZ3OFpyMXFLNXBiYVV4bTgyMlBwaUtJakIwaUdYUVptSFJlZnp0bjYvajdEbkh2dXRIanVhZ3NNaFM5dUhETGs4Ly9Dc05heDc3Z2FuaFNmQ3lEcTVaWDNRUUt3ZE5nVWFvc0RSMkVuYVY1MTdXKy9ybzdMZjQ2T3kzM1Rybnp5bjNZRWpMMnRZSDMreXo1ZW5zSjdqdWplWDR2QlFOaHZoYkh0ZTVpeFZvdE92YkdHc1hmb3FibkRjVlo5V2N4YjlPYlhIWXRtclNYZkJYZStObzdUbjg0K1JtaDMwM0RwcmFyVnJmNWZHcFVOcE1TbkpOMUZpc0xUemcwSHh0aG5UYWg5VitaSGV0b2RGV2syb3Z2U29mZGRabTViSXVSbEVuQjdVMkV4MnBhYjg2a0wyeDFoa0pBS0Nvc2VlZDQ0bkk0dTQ3YjBYeGhSS2taeHpHZXgrdXhvY2ZyMFZFZUJqTVVxS2lvaEptc3huQndVSHR6dlAzOThQMHFaT3hkLzlCZkx4bUhiN2N0QlZHa3dtUC9PSW5TSmswQVVlemorSGJmUWZnN2UyRjhMQXc2UFY2bEZkVVFrcUorTGhZM0hIYmpkMjYzaTAzWElmc25GeFVWRmJoSjc5NEZPRmhvYWh2YUlCTzE0eHJGeTlBZnNGWjVKNDQ2ZlF4THBvL0Y2Lzk1eDFrSGNuR25kLzdJYnk5dkRCdjdsVzQ1NjdiOExtMTFuSHA0Z1VPY3plMjFkVFloUGMvV28zM1AxcU44UEF3ZUh0NW9hcTYyamJTKzc3dmZnZGhvYTNUK1d6ZHRnTmJ0KzFBWUdBQWdnSUQwZEJ3MFJZOFowNmZnbGt6cG5iL1A4c0RNRHoySWdVQzRWNEJpUEFPUklSWElDSzhnMUJ2YU1KWEZ3NDdISGROMUZqYjdaM2x4ekhZTHh4VHc1S1FIQmlMVVlGeHlLMDczOWRGN3hkYUptSUhMTXNLWG01SkFkRzJjTmIyT1U3d2EvMTJYZHhtQmFINzl2MFRBZ0pHYVVaem0yYjNsamtObTAzR2R2MFRYenU5RmYvTnR5elo1V3pPU1hzUlhvRU9hNVJuMXhaaWJOQWdxSVNDMnhKbTRDOG52ckR0ZXpOdkc5N01jMXkxS0VEdGphc2lSd01BZENZRE1xdlA0R3JyNy9heWF3dGRIakdlSE5nYUhqT3JDem84emsvdFpXc3VyOVEzZExwdU9oRzVScVBSNFBGSEg4S09YWHZ3OWZhZEtEaHpGbVhsNWZEeDlzSHdZVU13YWNJNExGbmt2Ry9lVDMvMEF3UUUrT05RUmhacTYrb1FGUm1CMEZETEYrVHYzWDBIZHV6YWc4THp4U2dwTFVWZ1FBQ1NSeVpoN2xXek1IZk9iSWZCTHE1Y2I5elkwVmoxM08veDRmL1c0SFIrQVdycjZoQWZHNHNsaStaajRmeTUrUFZ2LzlEaFkxeXlhQUgwQmdNMmIvMEdaZVVWVUtrVURCNFVqN0t5Y2h3OGxBbXRWb01GMTNRK3NYaktwQW00ZHNsQ1pCM0pSbVZWTlJvYUdoQWVGb1laMDZaZ3hiV0xrVEM0OVl0dFpHUUU3cnp0SnV3L21JSFNzakpjS0NsRmFHZ0lKcWRPd3BKRjg1RXljZndsejU5NnBXSjQ3S0VBdFE5Q3Zmd1JvdlZEcU5ZZm9Wckw3WllhcThTQWFLeWUvY3QyTlVkYlM0OENkcXZMRGZlUHdzUVF5MGkyMHcwbEtHcXN4TmFTbzdZbTYxc1NadUQzUjFmM3pZUHFaK3hIb05kY2htbG0yaG9aR0d1N25kdG0xWlpSZGtIcFhKdTFwQnROZW1nVk5XNGVQQTFyQ3c5ME9ScmJUKzJGQjVNVzRmUHpoMXorSW5EUDBEbTI1dVdNNmdMODQ5Um0vR3Z5RDZBV0NtWkhqc0thd3YwbzdLUkc3OWFFR2JhcG9uYVhIM2VwUzhQTWlKRzQwRlRkd1FwSUt0dHpJbUdwZFczeGNPYTdBSUI2ZzZVWmJWN1VPTnZyL25TYnBSU2ZPUEl4VkVMcGxTOERSUDNkOVN1dXhmVXJydTMwbUZYUC9iN0RmWW9pTUhmT0xNeWRNNnRiOSt2bjU0c2ZQM0NmMDMzejVsN1Y2VVRhM2IwZVlHbnEvdDFqRHp2ZDkvd3pUM1I0bnFJSXA4L1JmOS85RUZKS1hEVnpCZ0lDT3AvRVBDWTZDdmZmZTNlbng3VHc4ZmJHTFRldTdMQVBLWFdNNGJHYlhrMjdENUhlZ1E1TnFzNjBEWTB0Mmc1MnVHZllITnVSbTRvdHE4K2tWK1hqZ3E0R01kN0JtQmljZ0tsaFNkaGYyYjBwV3E0RVNRR3RDM3AwZDVTeEs1THR3Mk9iVURmSzJrUnJrQ2JrT3huQmZudkNUS3lNbjR4cm9zYml4ZHdOSFlaQ2Y3VTNYazY1R3hGZWdSZ2RGSStITXQ1QlZSZk4vcU1DNHh5YW5EODZ1d2VWemZYWVdYWU0xMFNOaFFLQjJ4Tm00VSs1NjUyZVB5SWdCa3RpTGV2Q21pR3h0bkEvcm91ZjNPbDlBc0RzaUdSTURVdENma01aVnVXdWR4Z1FreHdZYXd1eitRMmxxTE1iZ1c0L3dsOHRWTGcycm5WTjJpbGhTYmh6eUN4OGVHWlBsNnNrRVJHMXBkZnJzV1dicGNYbTJxWGRHeWhEdllmaHNac1VJVG9NamkzOXpoUUkxQm9hc2EwMEIyVzZXcFEzMTZHaXVSNFZ1anFINXNyNVVlTXd6cnBtY1ltdUZ0K1V0WTRtWGx1NEh6OU9zaXhEZGQvd3VUaFNjOVp0OHcyNmcwb290aHBaQUlqeURvYVBTbnRabjRPV21zZks1bnFIcFJDSCtrVWl3c3N5clU1ZWZXbTdlVE9IK2tWZ3VYWDZISCsxZDZkaHNNR29RMloxQVJaR1QwQ3d4aGVQakY2QjMyWjkxT0Zjbk42S0JqOGR1Y1QyKzU3eUU3WVI0R3NMRCtEcXFERlFJREE5UEFuRC9hUGFUYzBVcFBIRnIwYXRzSDE1MlhMaGlNc1RlN2VzQno3TVB4THFOb05xN0tja09semQ4U1RGZHd5WmhVaXYxbjVYQXNCTmc2WWhPVEN1M2ZLUExmUm1JLzZRL1FrQW9LU0QvcVZFNUprcXE2cXhiTWxDK1B2NWRYdkNjdW85REkvZFZOQlFqb3ZHWnBUcWFsR3FxN0grVzRzeTY4OGZ4dCtLVVlGeEtOWFY0cDJDSFIxZUo5NDNETjlQYkYxUzhMMkNuUTVOaTl0S3NyRXlmakxpZkVJUjRSV0luNDVZakQvbGZ0YXJqNjAvV1JhYjRqQlg0UGVHWFkyN2hzNUdabFVCOWxTY3dJSEswOUNadXJlU2dyMmhmcFpWZklEMnRZNHpJbHBIT0xmdDJ5Y0EvQ2hwa1czVmw0L083dWx5dWI0M1RtOURVa0FNaHZwRlltUkFMSDZRT0IvL1BMWFo2YkUvU0p5SEdPOWdBSllSOUcvbXQvWmxQTjlVaFlPVnAyMWRHdTRZTWd0UFo2K3g3ZmRYZStPcGNUZmJtdnZMbSt2d2JzSE9Uc3RtejM0cHcrcG14MENjRnRZNk4yaEg0WEZpY0FLdWkwK3ovYjc2M0Q3TWlCaUJPSjlRakEwYWhKZFQ3c0dMeHpmZ1dKc3VBbVpJWkhZU1NJbkljOFZFUitIMlcyN3Mra0RxVXd5UDNkUlJVMkYzaEhrRjRIZGpiN0NOc041YmNhcmRoT0JtU0x4MittdmJQSUxUdzBmZzVzSFRzUHJjdmt1K2YzYzZWSlZ2YS9JODFhWS9YSXZGTVJOdzk3QTV0dDhsTEtGTkkxU1lFcGFJS1dHSk1FZ1RNcXNLc0x2OEJBNVdXWUxrcGd0WnRyNTRYVFVOajdkYlg5cytQS3FGZ25sUnJTT2k5MVk0amdxOGZ0QVVKQVZFVzh0Zmd2VkY2VjArWm9NMFlkV3h6L0JTeXQzd1VXbXhNSG84anRVV1lVZlpNWWZqNWthTmNSZzg5Y0daM2UxV0pWcGJlTUFXSHFPOGcrQ3IwcUxScEVlNFZ3Q2VHSHNUQnZtR0FiQk1xZlRDc2ZWZERzeXhGMndONnpxendlRzhNSzAvaHZwRjJxNTd2Szc5UWl1akF1UHc2ekVyYlRXZVIyck80b096dTdHKzZDQWVIcjBDRTRNVEVLTDF3OVBqYjhVNytUdXcvbnpYenhzUkVmVlBESTk5TEV6cmo2ZkgzMnByMml0cnJ1MndGdXBJelZsc0xqbGlHM1Y3UjhJc0dNMW1mRnJrK3NvMS9jMnAraEtIaWJqdGpRMGFoTnNTWm1DTTNUUXZCeXBQNDUrbk5tTjI1Q2pNaVJ5TjRmNVJBQnlEcE41c1JFWjFBYmFYSHNQbUMxa3VMYzg0UHFTMStlTzRYWGljSFRuS1Z1TjVyckhDWVZES3hPQUUzRGxrTmdCTFUrc3JKNzV3ZVpuSEM3b2EvT1BVWmp5VXZBd0E4RURpZkp5b0s3YjE1UndmbklBSHJkMFVBQ0N6K2d3K0w4NW9kNTJUOVJmd2JjVkpaTmVjdzZZTFdUQkRZbXpRSUR3OGFybHRLaDZqTk9IRjNBME9UZHJTcnB4KzZ2YnI2dnFwdkd6bnQxM0dNQzJzZGRXZW5OcWlkbXRWcDRVT3h5K1RyN1Y5R2Fwc3JzY3JKNzhDWUJsVi92VFJUL0JBMG53c2pKNEFCUUxmSFhZMUVnT2k4YmVUWDNVNkJaT1BYVG01bUNZUlVmL0I4TmlIUmdiRzR0RlIxOW5DU2FOSmoyZXkxM2E2Zk51YmVkc3czRC9LRnBydUhub1ZJcjJEOEdiZXRuWWY0Z09OV2lnWUdSaUxpU0ZETUNzaUdkSFc1dG9XQnlwUDQ2WGpuME52Tm1MRCtVUFljUDRRWW4xQ2NIWGtHRndkTmRyV0wxR3JxREV0TEFuVHdwSlFiOVJoVC9seGJDODloaFAxenBjaVZpQXdPdEN5dW9ET2JNQ1pobkxiZFc1UG1Hazc3dlB6cmVFdHlqc0l2eHkxM0Zhejl0Lzg3U2hxTTRXUG8vWnhaM2Y1Y1V3TFM4TE1pSkh3VVdueDhLamxlUFR3Ky9CVmVlSFIwZGRCYlcwS3I5WmZ4Ri90cHVKcGE1VzErNEpHcUhEWGtKbTRMbjZ5clZ6TlpnTlc1VzdBb2FwOGgzUHNSemZQaXg2TGsyMXFmVmNPbW13YnVGWFU2UGk0Wm9TM0R0N0pxbTRkWlMwQTNKWXdFemNQbm00N3Q5YlFpQ2VPZnV3d01Nd01pWCtlMm9LU3BscDhaK2hWRUFCbVJTUWozamNNeitXc1ExbHorMlovQVVzTmRBdWRCL1gzSlNMcTd4Z2UrNEFDZ2VYeGFiaHJ5Q3piWUp0R1V6UCtjSFJOcDlPdEFKWWFydWVPcmNOekUyNjNoYVhGTVJPUUhCaUwxMDV2SFJCelFQcW90QWpWK2lQYUp4aXhQaUdJOHduRk1QOG9EUEdQZ01iSjRLTnEvVVc4ZDJZbnRqbFpqckM0cVJvZm5OMk5EODd1eHRpZ1FiZ21haXltaDQrQXQ4cFM2eFdnOXNiaW1JbFlIRE1SRjNRMTJGNmFnKzJseHh3Q3lvakFHTnZ4SitzdTJHb1BieDA4dy9ZYzF4b2FiYzNLWG9vR2o0MWVpUUJybjhDOUZjYS9qUjBBQUNBQVNVUkJWS2Z3Wlp1NU9nRkw3VjFMdjhHV2FXdmErdmZwTFJnVFBBakJHbDhNOTQvQ3N0Z1VyRCtmamtOVmVaZ2RNUXA2c3hHcmNqOURiUmR6STA0TUdZSWZESi9uTUpsNWxiNEJ6K1dzdyttRzlqVzc5bUZ4WWZRRVRBd1pna3BydjhZd0wzK0hRUzZIcXZKc3Q0TTB2aGdiM0ZvVDNOSXRZSmgvSkg2VXRCQ0ovdEcyZlNXNkdqeWI4Mm1IYTJoL1duUUFWZm9HL0dURVlxaUZnaWp2SUFSb3ZESFVQeEkvRzdrRWRZWW02RXg2R0tVSllkb0FoejZ2QlJmYlR4OUVSRVR1d2ZEWXkrSjhRdkdMNUd0dE5ZZUFKUno5TVdkdHU1R3lIYWxzcnNkdnN6N0NIOGJmaWlqcm1zRkQvQ0x3N0lUYjhYcmUxL2lpT0xOWHluNnBCSUFYSjkyTllkWUpvenNqQVp5c0s4YVdraVBZVVpiclVxMXF5d1RYL3o2OUZUTWpSbUorOURpSCtSbGp2SU54ZThKTTNEQm9DdTQvOEpxdHIrVTR1NUhESjZ6aE95VmtLSzRmTk1XMi9iMkNYYlltVlFtSmM0MFZTUENMUUZGVEZmNTI4a3NBd05XUm94SG1GWUFta3g0S0JHWkVqTFRWQUhZVW9PcU5PdnpyMUdiOGV2UktmRk9hWS91LysvZXByUmdkR0k4Mzg3L3A4Z3ZCOWZGVGNQZFF4M25aanRTY3hjdkhOM1lZT3RNcjgzQ3F2c1RXWHpQU0s4Z2hNTGJJYXlqRnJ2TGp0dC9UUW9mWkhsT3RvUkZuTDVaalluQUNmamZ1Sm9mcHFES3FDL0R5OGMrN25MOXhSOWt4MUJvYThWRHlNcXpLL1F4NTFtbC9mRlZhK0txY0wxdFcxRmlKZzVWNVR2Y1JFVkhmWTNqc1pmWEdKdHRBQk1BeVNPUzVZK3ZhRFlUb1NsbHpIWDZWK1M0ZUhyWGNObTFLVG0waHRsdzRjbG5MZXpsSkFCK2UzWTNIeDl6Z2RIKzlVWWVjMmtJY3FUNkxBMVY1N2ViQWRGV3oyWUJ0cGRuWVZwcU5XSjhRekk4ZWoydWl4dGo2OEswck91Z3dMNkY5d0d3Wi9ISFIySXdta3g2K0tpMU8xQmZqNjlLanRtUDBaaU5lUHI0UnArdExrVjZWWjVzdUtNNDNGRGNObXRhdVBEcVRBVnRMT3Y1LzJWOTVHazhjK1JoSGExdVgrTHRvYXNZdk05OXhLR2RIdmlqT3hJeUlFVWowajBhejJZRDNDblk1N1I5cHp3eUpKNDkrakZzVFppQXRkQmhDdEg1UXJNM2tKck1aRmMxMXlLZ3V3TnJDQXc3OUVMOHV6VWE5VVlmcjQ2ZWd2Tm5TRi9KSXpUbmsxaFpoVE5BZ05KcWE4ZjZaM2ZpeU9OUGxmb21IcTgvZy9nT3YyWjdIOHVZNk5KbjB0clhFVzlRYmRVaXZ6TU03QlR0YzZzZEtSRVI5ZytHeGw5VVptdkJpN21mNC9iaGJzSzdvSUQ0K3Q5ZWwxVDZjcVRmcThOVFIxVmdTT3dteklwTHhiTTZuTVBUemZvL3BWZm5JcWptTElJMHZMalJWbzZpeENtY3VsaUcvb2RSaEV1ckxwYmlwR3U4VTdNQUhaM1poYW5nU3BvZU53TnBDeHdGR3p4OWJoOVRRWVpnWk1SSW5yT0h4UkgweC9waXpGcjlNWG9aVnVSdWNCcUhQMm93UVBsMWZDak9rclFhdXdhaERma01wL3B1L284c2wrZXlEWXd0WGdpTmdDY3ZQNTZ6RDNVUG40UDB6dTFEV1hOZjFTYkJNL2ZQZi9PMjJKUkpkZGFEeU5BNVVucmFGT3pNa1hqcitPVzRkUEFNZm5kM1RvK1VIMjg3WGVjZTNyd0N3ZFBGUWhBSUoyZU8vRXlJaTZsMERkdEhHbFR0WERhZ0JtQUZxbjA0SHh2U0dsdjZFRXBJMU55N3E2VVRrQ29UTEk2OXBZRnAzMWE4RzdQc2xPU1VBcUFCb0FHak5adk5KSVVUWGZXeUlMak1wWlptaUtDTUE2QUVZQUpqUXp5ZVpVTnhkQUUvUjE4RVJzTXd2YUpBbUJzZHU2T2tLTmd5T1JBT1dCQ0QxZW4yMnV3dENuc242MnBQbzU0SFJIc01qRVJGNU90blUxTVR3U0c1aGZlME5tT0FJTUR3U0VaSG5hcW50a2Z2MzcvLy85dTQ4UHFyeTNoLzQ1M3ZPWkxJWUFwRVFkbGxVQkNPR1RFWVVOMVlCeGRLNmIxUzkxbDV2cmIzYWFyV3R0cld0UC9mbEtrcXY5ZHFyVmFwZTE2S0lpSUFvb01oa1FnS0lxT3c3U2RpeVQrYWM3KytQbVFtVFpBSmh5OG5NZk42djEzbGxjczV6VHI0VEo1NFB6M21lYzZhckttOG9TdTB0c0hqeDRsY1E5VmwwdUo0MllYZ2tJcUprcFFCc0FQYkVpUk8vcmFpb2VNYnBnaWk1bEpXVlBUcHAwcVR2RWY0Y2d1R1JpSWlvdzlLb3J6WUFhOHFVS1U4Mk5EVHdwcUxVTGdLQndJb1JJMFpNUldpQ1RIUnc3UEFCa3VHUmlJaVNWZVF5b1EzQW1qMTdkbTFwYWVsZER0ZEV5Y0ZhdUhEaDdXdldyQW1nYVhqczhNRVJZSGdrSXFMazFuanBHa0RRNi9VdThIZzh2Y3ZLeWlJOVFrUkhrMVZXVnZhY3grTTVZZXpZc2NVQWdvaXpTOVlBYnhKT1JFVEpLM0t5dGhFVkZJdUxpelUzTi9mUE0yYk1lTnZqOFl6Tnlzb3F6TWpJOEppbTJTUDJZWWhhWjFuVzlwcWFHdisrZmZ2OGZyLy9rOG1USjY5RUtEUkdscmpyZVdSNEpDS2laQllkSUtQWDJaTW5UeTRGc0JLaHEzUVN0UkMxVmZRczZzZy9VcG92Y1JVY0FZWkhJaUtpeUlrOThqcjZVcmFGcHVFeGdpR1NEa1Nidlc3K21ZcDhqYXlQbStBSU1Ed1NFUkVCKzAvaUVuNXRSSDBmQ1k4QVF5TWRtdWF6K3FORFpGemQyekZhM0laSFZkMGhJdDJkcm9PSUVwK3E3bkM2Qm1vWDBTZjY2RERKWGtjNkhMRjZINXNIeHJnTGprQWNoMGVJTEFNd3dla3lpQ2dKaFA1L1E4bWgrUWtmWUs4akhabFlRVEV1UTJORS9JWkh4VElJd3lNUnRRTUZ3MlB5YVg2aUY4VDVDWjhjbFZDZm5iZ05qNFpoL04yMjdUdEVrT3AwTFVTVXlEU2dLYTcvY2JvS2NseENuZnlKamtUYzNpVDgzZlB1L0ZhQWg1MnVnNGdTbXlyK09PUHNYMzN2ZEIxRVJCMUYzSVpIQUVqSnFYNVFvYXVkcm9PSUVwTXFpdjkxZnMyalR0ZEJSTlNSeEhWNGZEUHYvb0FCM09KMEhVU1VnQlNXdVBRbXlQMzJ3UnNURVNXUHVBNlBBUER1K1hjdjJKU1I1UWJ3RUpUUElTV2lJNlN3VlBISXB1T3kwdDg3NTI1T2xDRWlhaWFoYmp0d3lhTEhUck9ET2xFRVo2bktXU0xvN1hSTlJOVHhxV0tMaUg1cFE1YVlKbWE5ZTg2dlZ6aGRFeEZSUjVWUTRaR29JMWxhVkhTdkFBODBybERkcTRaeHpSa2V6eXdIeXlJaUlqb2lESTlFeDlCU3YvOXkyUFkvUkNROXZFb1ZlTWpyOGZ4ZVJEaVdqb2lJNGc3REk5RXhWbFJVTk1SV25Ta2lBeUxyRkZoZ2lsemg4WGpLbkt5TmlJam9VREU4RXJXRGI3NzVwbE5sZGZVYkFsd1lXYWVxMjEybWVWbEJRY0ZpSjJzaklpSTZGQXlQUk8xb2FWSFIzVkI5VUVSTUFGRFZvQmpHUFY2UDUwbW5heU1pSW1vTGhrZWlkbFpjWEh5MlpkdnZBZWdXV2FmQWpFN0hIVGRsOE9EQmxRNldSa1JFZEZBTWowUU8rR3JseWg1R2JlMTdFRGt6YXZWNkFhNHBMQ3o4MHJIQ2lJaUlEb0xoa2NnaDgxVmRtWDcvZndudzg2alZObFNmejh6TXZJZTlrRVJFMUJFeFBCSTVMTWJ0ZkFEVmJRQnU5M3E5YnpwWEdSRVJVVXNNajBRZFFGRlIwVW0yNmtzaWNrNlREYW9mRzRieDd4NlBaNE5EcFJFUkVUWEI4RWpVUWFpcStQMytXeFY0R0VCbTFLWnFxTjVmV0ZqNGxJancrZTFFUk9Rb2hrZWlEdWFyNWN2N0d2WDEvNERJcUNZYlZKY2JobkdUeCtQeE9WUWFFUkVSd3lOUlIrWHorVzRHOERoRU9rZXR0cUg2WEdabTVyMmNVRU5FUkU1Z2VDVHF3TDVhdWJLSFVWZjNPSURybW0zYUlzQXZDZ3NMMzNXaUxpSWlTbDRNajBSeElIeGo4UmNBbk5wa2crck1sSlNVLzhqUHo5L3NUR1ZFUkpSc0dCNko0b1NxbWtYRnhiZkN0djhTZlNsYlZXc0ZtQWJnWWEvWFcrNWdpVVJFbEFRWUhvbmlqTi92NzJhclBncmdCa1QvRGF2V3FNaHpvdm9vUXlRUkVSMHJESTlFY1dycHNtWER4YkplQUhCNnMwM1ZVSDAyUFQzOTBieTh2RjFPMUVaRVJJbUw0WkVvanFtcTRmZjdyN0ZWL3l3aUE1dHRyZ3FIeU1jWUlvbUk2R2hoZUNSS0FENmZMd1dHOFJQWTloOGcwak42bTZwV1FtUnFSbHJhRXd5UlJFUjBwQmdlaVJMSTRrMmIwbE4zN3J6TlZ2Mk5pQndmdlUxVjl3bndqR21hVHhRVUZPeHhxa1lpSW9wdkRJOUVDZWpMNzc3TGN1M2RleGRFZm9tbWp6b0VWUGZDTUo2MlUxUC9Pand2YjdzekZSSVJVYnhpZUNSS1lFdFdyZXBxVmxmL1BCd2l1elRiSEZCZ3Vpbnl1TWZqK2RxSitvaUlLUDR3UEJJbGdmRGw3SnRzMVR0RlpFRHo3UXA4RkE2UmM1Mm9qeWdPOEh4SmJhVk9GM0NzOFkrQktJbW9xdWtyTHI0Q3RuMjNpQlRFYUxJS3FvOTR2ZDZYMjcwNG9vNUZZcnptT1pNT1JwdDliZjQ2SWZBUGdTaEpMUzB0SFNpQndCMEszQ2dpbmFLM3FlcDJpUHhkM2U3L0hqNTA2Q2FuYWlSeVFIUlFiTDQwYjBNVTBUd3NObCthdDRsci9BTWdTbkxmZlBOTnA2cXFxcHNnY2h1QWs1cHR0aFg0V0ZTZkx5d3NmRjlFTENkcUpHb24wVUhSV0w5Ky9kRHUzYnRQY0xsY3cwM1RIQzRpdlJ5dWp6bzRWZDFxV2RaWHdXQnd5WTRkT3o3dTM3Ly9jb1JDbzQybVFUS3VNVHdTRVFCQVZhV29xT2dpQVA4SmtmRXhtbXlGNm9zdWwrdjVZY09HYlduditvaU9NUUZnQURBZWZ2amhqRHZ1dU9QM3FhbXBkd0F3SGE2TDRwZFZYMS8vNUs5Kzlhcy9UNXMyclI2aEFCa0prWEdONFpHSVdpZ3VMajdac3UwN0VIcCs5bkhOTnR0UW5TVWl6M3M4bnBraVlqdFFJdEhSMUJnYzE2NWRXOUN2WDc5WERjTTQyZW1pS0RIWXRsMnlkZXZXVy9yMjdldEhnZ1JJaGtjaWF0V1gzMzJYNWFxc3ZGbHQrN1pZczdTaHVrMUZYamVBNllXRmhVVU9sRWgwcENLWHFjMW5uMzAyNjlaYmIvMHF4cU0raVk2SXFxNjkvZmJiQzZaT25Wb0x3RUtjWDhKbWVDU2lnd3BmMGg0RmtldFY5YkxtRTJ6Q2JWWUw4TStVbEpSWDh2UHoxemxSSjlFaGFoemZDTUJWVTFQelJIcDYrcTBPMTBRSnFyYTI5c21Nakl4N0FRUVI1Mk1nR1I2SjZKQ3NXN2N1clh6MzdrdWcrbU9vamhlUmxtUENWSmZBTUtiRHRsL3plcjNsRHBSSjFCYVI0R2l1WDcvKzNINzkrczBKZjA5MExOZ2JOMjRjMzY5ZnY4OFI2bjJNMjh2WERJOUVkTmg4UGwrT2lFeXhWYStQZGQ5SVZiVUUrQnlHOFk0QnZPM3hlTFk2VVNkUks0enc0cXF2cjMvVjdYWmY1blJCbE5nQ2djRDAxTlRVbTdHLzl6RXV4NHd6UEJMUlVWRlVWRFJFVlc5UTREb1I2Uk9qaWFycVVvaThMYXB2ZTczZU5lMWVKTkYraldNZEFhUTBORFFzY2JsY3B6bGNFeVc0WUREb1MwbEpHUW1nQVhFODlwSGhrWWlPS2xXVlpjdVdqYkFzNjFJRkxtbHQ4b0dxcm9ESTJ3YndUbUZoWVdsNzEwbEpyM0dzSTRBVTI3YTNpRWlXd3pWUmdsUFZmWVpoOUVZb1BFYVBmWXdyREk5RWRFejUvZjU4RzdoVWJmdFNFV210WjJjRFZHZXBZY3h5bStiYy9Qejg2bll0a3BKUkpEeW1BRWhSMVgwTzEwTkpJdnlQbElid3d2QklSSFFnUHAvdlJCVzVURlF2aGNod3hQNS9VRUNCejBWMWxtRVlzendlejlmdFhTY2xoY2dsYXhjQXQ2cnVkYmdlU2hJaTBobEFBS0dleDhpbDY3akM4RWhFanZENy9iMVU5UklGTGxYVjgwWEVGYk9oNmtZVm1RWERtSlhoZHMvTnk4dXJhdWRTS1RFMWpuZEVLRHp1Y2JnZVNoSWkwZ1doOEJnOTdqR3VNRHdTa2VOOFBsOW5OWXdMeExZblFtUWlnTjR4RzZvMnFJZ1B3SHdZeHFkaVdZdThYbTlOdXhaTGlTSXkwNXJoa2RwVnMvQVlsek91R1I2SnFNTlp0bXhaWGpBWXZGQkZKZ3B3SGdCM3pJYWhNTGtVd0tjTWszU0lHQjdKRVF5UFJFVEhtTS9ueXdBd09od2tKd0k0cWJXMnFocUV5REpSWFN3aWl5MjNlL0h3b1VNM3RWKzFGRWNZSHNrUkRJOUVSTzJzcEtSa1FEQVl2RWhEUVhJMGdPTU8xRjVWTnd2d2hZZ3N0azF6c1FTRHhWNnZ0NkY5cXFVT2pPR1JITUh3U0VUa01ML2ZQOWEyN1ZFcU1rYUFzOXU0MitjS2ZDR3FYeGlHc2NqajhaUWQweUtwSTJKNEpFY3dQQklSZFNBK255OURSTTVUMVZFS25DY2k1N1JweDlDTWJoOEF2d0g0MHRMU2x1Ymw1ZTA2dHRXU3d4Z2V5UkVNajBSRUhaelA1K3NNNEV3UkdXRURad2x3Sm9Ec2crNFlDcFRMUkdRWmJMdllOTTFsQlFVRjY0OTV3ZFJlR0I3SkVReVBSRVJ4UmxYRlYxbzZ5QWdHSTJGeWhLcm1pWWpaaHQzM0tGQUNvRmhVbHhtR3NjeTI3YTg1aGpJdXRYdDRmSGZHVEx6MHltdm8zYXNucGozOTJMSCtjUWMwZjhGQ3ZQL2hSOWl3Y1ROTTA4UXRQN2tCWTBlZmY4akhLYS9ZaGVtdnY0bWk0aEpVVmxhaFo0L3Vqciszamk0UndtUHNtL0lTRVNVb0VWRUFxOFBMU3dDd2J0MjZ0SXFLaW53UnlWZlZZU295VElDaEFES2I3ZDVGZ0pFQVJrSUV0aW9BTkN6MStkWkNKSFJNa2RWaTI2c053MWpOc1pUVUVVMS8vUzM4Mzl2dkFRRFMwOU9Sa3VMQ3ZzcktWdHZidHVLVzIzNkpuV1hsZU9DUHY4UFEwMDRGQUZUczJvVzdmdk1IN042ekJ5S0M3QzZkc1hjZm4vS1lEQmdlaVNqcERSZ3dvQTdBa3ZBQ0lOUkQ2ZmY3VDdSRmhvbHQ1ME5rbUtvT0U1RStUWFlXU1JIZ0ZJUVdRQldSWU9rckt0b05ZRFZVVndOWUxTS3JUZE5jSFF3R3YyVnZKVGxoMSs0OWVPdmRHUUNBcXk2L0JOZGNlU2xFQkhWMTlhM3VzN1RJajUxbDVlamJwM2RqY0FTQU45K1pnZDE3OWlBbnB5c2UrdE45eU0zdGRzRGpVT0pnZUNRaWlpSGNRL2w5ZUhrcnNqNDhodEtqSXNORU5SOGl3NkI2S2tSU1lod21HOEJaRURrTENEMkRMR2haZ0lqdDgvazJBMWdMWUkySXJBV3d4akNNdFc2M2V3MG42OUN4c3ZyYjcyRGJOa3pUeEZXWC93Z2lvZEZyYVdtcHJlN3p3YXlQQVFBWFh6Uyt5ZnF2VjYwR0FGd3daaFJ5YzdzZDlEaVVPQmdlaVlnT2dkZnIzUXRnZm5nQkFNeFhkV1dYbEF5MExHdVFxcDZpSW9NQW5DS3FneURTTThaaERJaWNBT0FFQUtNaUQ3YTFiQnUxZFhYdytYeDdGVmdyd0JvVldXc0FhMnlSdFc3VFhIUDY2YWR2RkJIcm1MOVJTa2kxdFhVQWdNNVpuV0NhQngvbXUybnpGcFF1WDRtTWpIU01PdS9jWnNlcUJRQWNuOTNsNkJkS0hSckRJeEhSRVJvdEVnVHdiWGo1SUhwYitQWkJRMnlSUVZBTkJVcmdGQVZPRnBGT01ROG8wbG1BQWdBRmdsQ1BwYWlpSVJpRXI2aklXdXJ6bFFIWURwSHRBTGFKeUhiWTluWVJpU3piMHRQVHR3OGVQTGoxZ1d5VWxGVEQvMVNSdHMyWG5SbnVkUnczZW1TTFhzWDl4enBxNVRuT3RrUHZ5VEFTNkUwZEEvenRFQkU1eE8vMzk3SnRPOUpUZWFLRUxuOFBBbkR5MFRpK3F0WWlIRElGMkE1Z0cxUjNpRWdGZ0hKYnBBS0dVYUdtV1o2RWozSHNVTE90YlZ1eFpLa1BzejZlaXkxYnRtTFAzcjNvbE5rSkF3ZjB3eFdYL1JCRFRoblU0bmdscFN2dzhkeFA4YzIzMzJIUG5yMUljYm5RdlhzdXppZ3N3QThtVFVEbnJLekd0dFArOW5mTW5qTXZabDBaR2VsNDdlVVhXcXl2cnFuQlRiZjhBblYxOWZqdnFVK2daNC91MkwxbkQyNzg2VzJ0dnNlZjNEZ0ZreWROYkh5di9mdWRnS2NmZnpCbTI5dnYraDNXYjlpSXE2KzRCTmRjZVZtVGJlWGxGWmd4OHlNc0sxMkJuVHZMQUJIa2REMGVub0o4M0hUOXRTMk90V3YzSHJ6ejN2dFlXbFNNOG9wZFNFMTE0OFNCQTNEaCtMRTQrNnpoTGRyLzVhSEg0Zk12dzRRTHh1Q0c2NjdHMzErZWppVytJbFJXVnVHQisrL0YwTHdocmI3SEk4WFoxa1JFZE5nOEhzOVdBRnNSZFFrODRxdmx5L3U2R2hyNnFHcGZWZTJyb1lrNmZRSDBFcUFmZ0Y0SE83NklwQU1ZRUY0aUt4RzVUQzZxZ0dWQkxBdStvaUtvYWgyQWNoR3BVS0JjZ0Fxb1ZnQW9CMUFoSWhXcXV0TTB6U3BWcmJadHU4cE9UNi9PTXMxcTluSWV2bURRd3A4ZmVnd2xwU3NBQU1jZm40MmNybDFSWGxHQm91SVNERDN0MUNiaE1SZ000cGxwTDJEQjU0c0FBS1pwb2t2bnpxaXRxOFg2RFJ1eGZzTkd6UDVrSHU2NzUwNmNNaWowS1BqT1dWbm8wVDBYdGJWMTJMdHZId3hEa05zdE5FNHhJejA5WmwxejUzK0d1cnA2RkJia28yZVA3cUdmWlpqbzBUMFhBTEN6ckJ5MmJTTXJxMVBqTVk3THlEamkzMGRSY1FrZWZ2eS9FQWcwd08xT1FiZWNIT3lyck1TbXpWdXdzNnk4UlhoYzhmVXFQUGpJVTZpdXFZR0lJTGRiRHZidTI0ZlM1U3RSdW53bGZqQnBJbTYrY1VxclArK2h4NTdDOHBXcjBEMjNHMndyN25LY0l4Z2VpWWc2b0hCUDRDWUFYN1RXeHVmem5XQ2FaaC9idHZ1cWFoK0k5RldnRDFUN2htZUZIelJnUmhPUk5BQjlBUFNSL1NzYnQydjRlOHUyRzdjWmRYV29BcUxEWjdXSVZBR29WcUJhVktzQlZHdDRYZVI3QURVcVVpK3E5VENNZWxHdHQwWHFETlY2VmExWHc2ZzNWT3NOdzZpemJidmVkcm5xWGJaZDMrQjIxNlZaVm4wZ0VLajNlcjAxaC9MK09xclpjK2FpcEhRRlVsTlQ4ZnZmM05rNG85bTJGZjdpRXBpdXBtTVRuMy94WlN6NGZCRk0wOFFOMTEyRjhSZU1RWHBhR2dCZzliZmY0N25uWDhTR2padnd3Q05QWU9vVEQ2TkxsODY0N3VyTGNkM1ZsMlB1L00vd3pMUy9vVXVYTG5qKzJTZGJyVWxWOGVGSGN3QUFGMSs0ZjZKTVZsYW54djF1L3RudEtDdXZ3SSt2dlJMang0NCtLcjhMeTdMd3pMUy9JUkJvd0xsbm40WGIvdU1uU0E4SDAxMjdkbVBlZ3MrYnROKytZeWNlZVBoSjFOYldZdVI1WitPbk4xMlBUcG1aVUZYTW5mOFpubnYrUmJ3Lzh5T2NkdXBnbkRYYzIrTG4rWXRMSUNKNDlxbEgwTGRQYjFpV2hZYUc0RkY1TDRtTTRaR0lLRTU1dmQ2TkFEWWVxRTFKU1VtdVpWazVBSElzb0pzQTNWUzFxNmptQXNnQjBFM0RYd0hraEFQa1lRbnZtd2FnS3hBZUZ4VU9uN0hDYU9OMjFjWnhuWkdBR25rZENhb1NETUlDWU5UVklSQnU0eXNxYWp5V3F0YUppQVhWb0FLV2lBU2hhaWtRREU4d0NxcXFoZkQzbG1WWnRtcXdJUkRRUUgyOW94T1F2bCs3RGdBdzZPUVRtOXdLeHpBRTNzSmhUZHF1MzdBUkgzOFM2cWkrOVphYk1HNzB5Q2JiVHhsMEV2N3loOS9pMWp0K2pYMzdLdkd2RDJiaGhpbFhIM0pOUmNVbDJMWjlCM3IyNkk2Q1lhY2Y4djZIcTJMWGJ1elpzeGNBY05IRUN4cURJeERxa2IzOGtzbE4ydjlqK2h1b3JhMUYvdEE4M0hIYnp4ckhLb29JeG8wWmliWHIxbVBtUjNQdy9vZXpZNGJIc3ZJSy9PbStlOUMzVDI4QW9WN2N0a3drU25ZTWowUkVDU3cvUDM4bmdKMXRiYjl5NWNyTVFDQ1FBNkNiWlZuWmFoaGR4YmF6UmFTTEF0bFF6VmFSYkZITlZpQmJSTEpWTlZ0RXNnNTY4R09vTWZTS05BbXEwclJOazllaUNzTXc0SEk1ZXlyTTZkb1ZBUEQ5OTJ1eGZzTkc5TzkzUXF0dFAxc1k2b2p1bnRzTlkwZkZmaUpNNTg1WkdEUHlQTXlZK1JHV0xDMDZyUEE0TTl6ck9HbmlCVTErYjhkYWw4NmQ0WEtaQ0FZdHpQdjBNd3dlZEZLcllhNnVyaDVmZnVVREFGejZ3NHRqVG5JcEdIWTZabjQwQjkrc0R0Mml5RENNSnR0Nzl1aU9ZZmxEai80YlNYQU1qMFJFMUNndkw2OEtRQldBUTM2Tzk1SlZxN3E2YW1xeURjUEl0aXdyRkN4RnNtSGIyU3B5bkFDcFVIV3JTQ29BdDZpbUFuQ3JTS29BYnFpbXFvaTdzUjJRS2lMUnI5MW8rZFNmdUhmaCtMR1k5ZkVucUt5c3dpL3Z2aGNqemp3REU4YU53ZWxEODFvRXR6WHJRdjlaOGs0ZGZNQlFOK2prRXdFQVc3WnVpeG1hRG1UYjloM3dGNWNnTFMwVll3N2prWVZId3UxT3dZOStjQkhlZXZkOWZESnZBVXFYcjhTRkU4Wmg3S2p6MGJsejAzK2ZyTnV3QVpZVjZqVCszMWRlZy9uUE4xb2NyNzQrQUNBMFRyU3FxaHBaV1UxdmNOQ245eUdON0tBd2hrY2lJam9xemh3eXBBSkFSWHYrVEovUGw1R1ptV25XMXRhYWdiUTBNeTBRTUMzTGNnVlRVc3lVWU5DMExNdDB1VnltWlZtbTdYS1pMdHQyMmJadDFnZURybUJkWFVwbFphVzdzckl5RGNETTlxdzcydkhIWitPcFIvOGZYbnJsTlN6Nllna1dmZkVWRm4zeEZYcjE3SUVmWDN0bGs5bkNWVlhWQUlCT25XTGY1U2tpZXVKS1hWMDlNakppVDRxSkpYSjdudEVqenpzcUUyQU8xWSt2dlFvOWUvYkFhMis4aloxbDVYajUxZGZ4Nm10dll2VEljM0g5ZFZjMXppS3ZydG8vNUhYOWhnT08zZ0FBQkJwYVB0UXB1d3Z2VVhrNEdCNkppQ2h1SGNHa21TYTM2cm4yMnBhM2YybFAzWEs2NHRlL3ZBMDNYSGNWNXN6N0ZMUG56TWZXYmR2eHlCUFA0SmFiYjhSRkU4WUJBTkxEOTFxc3JxNCs0UEdxYTBLL0ZzTXdrSjdlOW1Hc3RYVjFtUHZwWndCQ2w2d1BWNlJYdENGR1lJc0lCQUt0YmhzM2VpUkduMzh1dnZJVlkvYWN1U2d1V1k1UDVpM0E4aFZmNCtrbkhrSjZXaHJTMHZmZmQvTGxGNTVEbHk2ZEQ3MU8zcy94c0xTOUg1dUlpSWlPcWR6Y2JyanU2aXZ3dCtlZWdxY2dId0R3enpjYW40NkpFMDdvQ3dCWTljMjNCenpPZDkrdkJRQU1ITkQva01Zc3psK3dFRFUxdFRoOWFGN2pKSkxERWJtaCtLNWR1Mk51RHdZdDdOaFpkc0JqbUthSkVXZDZjZjk5OStDUDk5NE4welN4WTJjWjVuMGFtbkhkcStmK2h6ZXRYWGZJb3l6b0NEQThFaEVSZFRCcGFhbVllTUVZQUVCbFpSWHE2K3NCQU9lZGZSYUEwRmpHeUgwZW05dTNyN0l4WUkwZWVXN01OcTJKWExLT3ZqM1A0ZWpWb3dlQVVFL204cFdyV215ZlBXZHU0M2pGdHZBTU94MG45QTJGMmJLeWNnQ2h4eUlPSE5BZkFQRGUreC91ZitKTkRNRWduK2g1TkRFOEVoRVJPZWpsVjEvSC9BVUxHd01pRUhwdTlQd0ZDd0VBdlh2MVJHcHFxQ2R2eU9CQmpXTWduNW4yQXQ2ZitSSHE2dmJ2OSszM2EvQ0h2enlFeXFvcURPemZEeFBHdGYzK2l5V2xLN0I1eTFaMHkrbUtNd285Ui9TZUJwOHlDSm1aeHdFQXBqMy9ZdU9ZUkZYRkYwdVc0cFhYM29UYjdXNngzNmJOV3pEMXJ5OWd3OGFtRHp3cVhiNFNtelp2QlFDY09IRC9QZSt2dWVMU1VPM0xWK0tKcDU5RGVmbitJYmVXWmFGaytVcmM5NmNIc1hIejVpTjZQOVFVeHp3U0VSRTVhTnYySFhqblh4OWc2bDlmUUc2M0hJZ0l5c29yME5EUWdQVDBkUHppWno5dDB2NC9mLzd2cUt1dmg3KzRCUC96MHF2NDMxZGVRM1oyRjlUVzFEYU9kUnpZdngvdSsrMmRTRWxKYVhNZEg0UjdIUythZU1FUlA5dlo3VTdCdjExL0xhWk9ld0ZidDIzSDdYZjlEcDB5TTJIYk5xcHJhbkRwRHkrR2YxbHBpNGt1dG0zamsza0w4TW04QmNqSzZvVE9XVm1vcXFyRzdqMmhwMGVlTTJJNHpqMzd6TWIydzgvdzRMcXJMOGYwMTkvQzU0dSt4T2VMdmtSTzErT1JrcEtDaWwyN0c4ZFZwamg4TzZaRXc5OG1FUkdSZ3k2K2FEeGNMaE9ydjF1RGlsMjc0SGE3MGJkM0wzZ0xDekJwNGdVdEpvS2twNlhoRDcrOUM0dStXSUs1bjM2T05XdldZZmZ1UGNoSVQ4ZlF2Q0U0OTV5ek1HNzBLTGhjYmIvWjljNmRaVmhhVkF5M093VVhqQmwxVk43WHVORWprWlhaQ2UvT21JbTE2OWVqUGhCQTN6NjlNR25pZUl3ZGZUNzh5MHBiN0JNYTgzazVsaXoxWThmT25kaTJmUWVPUHo0Ylp4UVc0TUlKNCtBWmRucUxNWnhYWHZZam5KWTNCQjk4T0J0ZnIvb1d1M2J2UVVwS0Nycm5kc09wUTA3QmhIRmpqbWo4SnJYRWFVWkVSSlNNbXN5MlZ0VTlEdGZqcUpkZWVRM3Z6cGlKY2FOSDRoZTMvdlRnTzlCaEU1RXVBQUlBR2dEWTRTV3VjTXdqRVJGUkVnc0VBcGd6NzFNQXdLU0xqbXlpRENVSFhyWW1JaUpLWWhXN2R1UGlDOGNqODdqak1MQi9QNmZMb1RqQXk5WkVSSlNNZU5tYUhNSEwxa1JFUkVTVVZCZ2VpWWlJaUtqTkdCNkppSWlJcU0wWUhvbUlpSWlvelJnZWlZaUlpS2pOR0I2SmlJaUlxTTBZSG9tSWlJaW96UmdlaVlnb0dXbVRiMVIzT2xVSUpZOFluek9OMmJDRFkzZ2tJcUprcGdBMEVBaXNjTG9RU256aHo1a2lUa05qQk1NakVSRWxPNjJ0cldWNHBHTXUvRG1MNitBSU1Ed1NFVkh5aXZRQTZaSWxTNmFyYXNEcGdpaWhCUll2WHZ3S29qNTNEdGR6MlBoc2F5SWlTa1lTSVBDZkh3QUFBbGhKUkVGVVhreUVuMjlkVmxaMmIwNU96bDNPbGtXSnFxeXM3SUhjM053bnNQKzUxaGJpTkVTeTU1R0lpSktSUm4yMUFWaFRwa3g1c3FHaFlZMkROVkdDQ2dRQ0swYU1HREVWb2NCb28rbm5MKzR3UEJJUlViS0s5UHJZQUt6WnMyZlhscGFXc3VlUmpqWnI0Y0tGdDY5WnN5YUFwdUV4TG9NandQQklSRVRKTFJJZWJRQkJyOWU3d09QeDlDNHJLNHYwRWhFZExxdXNyT3c1ajhkend0aXhZNHNCQkxIL3N4YTN3UkhnbUVjaUlrcHUwV01mVFFDdXlESmp4b3c4ajhjek5pc3JxekFqSThOam1tWVBKd3VsanMreXJPMDFOVFgrZmZ2MitmMSsveWVUSjA5ZWlWQm9qQ3dXNG5pc1l3VERJeEVSSlR0QjZFcWNnZjBoTW5veHNEOWs4cnhKclltZVJXMWpmMUNNWGhLaTU5SGxkQUZFUkVRT2k1enNJNitqTDJWYmFCb2VJeGdpS1VLYnZXNysrWWw4amF5UDYrQUk4TU5QUkVRVUVkMjdHT21KbEtpdkFNK2IxTHJtTS9palEyVGMzOXN4R3Y4SWlJaUk5b3NPaWMyWDVtMklJbUwxUGpZUGpBa1JIQUgrQVJBUkVjVVNLeXp5bkVrSEV5c29Ka3hvak9BZkFoRVIwY0h4ZkVsdGxYQmhrW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toMS94OVU2T0dKZDRQTGlRQUFBQUJKUlU1RXJrSmdnZz09IiwKCSJUaGVtZSIgOiAiIiwKCSJUeXBlIiA6ICJtaW5kIiwKCSJWZXJzaW9uIiA6ICIiCn0K"/>
    </extobj>
  </extobjs>
</s:customData>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11.xml>��
</file>

<file path=customXml/itemProps57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customXml/itemProps58.xml><?xml version="1.0" encoding="utf-8"?>
<ds:datastoreItem xmlns:ds="http://schemas.openxmlformats.org/officeDocument/2006/customXml" ds:itemID="{f7bc79f2-c455-434b-bca9-875aecb91bf3}">
  <ds:schemaRefs/>
</ds:datastoreItem>
</file>

<file path=customXml/itemProps59.xml><?xml version="1.0" encoding="utf-8"?>
<ds:datastoreItem xmlns:ds="http://schemas.openxmlformats.org/officeDocument/2006/customXml" ds:itemID="{3c132078-98b1-4deb-b4fd-a1bec46831f1}">
  <ds:schemaRefs/>
</ds:datastoreItem>
</file>

<file path=customXml/itemProps60.xml><?xml version="1.0" encoding="utf-8"?>
<ds:datastoreItem xmlns:ds="http://schemas.openxmlformats.org/officeDocument/2006/customXml" ds:itemID="{c5c661d3-4756-4449-af8a-01387bd7a269}">
  <ds:schemaRefs/>
</ds:datastoreItem>
</file>

<file path=customXml/itemProps61.xml><?xml version="1.0" encoding="utf-8"?>
<ds:datastoreItem xmlns:ds="http://schemas.openxmlformats.org/officeDocument/2006/customXml" ds:itemID="{58dabdbb-c60f-4057-89a4-b5f24a98f472}">
  <ds:schemaRefs/>
</ds:datastoreItem>
</file>

<file path=customXml/itemProps62.xml><?xml version="1.0" encoding="utf-8"?>
<ds:datastoreItem xmlns:ds="http://schemas.openxmlformats.org/officeDocument/2006/customXml" ds:itemID="{6ad86b82-52b5-47a8-ba6d-e9bbe075a083}">
  <ds:schemaRefs/>
</ds:datastoreItem>
</file>

<file path=customXml/itemProps63.xml><?xml version="1.0" encoding="utf-8"?>
<ds:datastoreItem xmlns:ds="http://schemas.openxmlformats.org/officeDocument/2006/customXml" ds:itemID="{8fd2a99b-51ca-42d4-8a98-ac38bf31ee8f}">
  <ds:schemaRefs/>
</ds:datastoreItem>
</file>

<file path=customXml/itemProps64.xml><?xml version="1.0" encoding="utf-8"?>
<ds:datastoreItem xmlns:ds="http://schemas.openxmlformats.org/officeDocument/2006/customXml" ds:itemID="{667e9340-f440-47f7-819a-cdc7dab5fa96}">
  <ds:schemaRefs/>
</ds:datastoreItem>
</file>

<file path=customXml/itemProps65.xml><?xml version="1.0" encoding="utf-8"?>
<ds:datastoreItem xmlns:ds="http://schemas.openxmlformats.org/officeDocument/2006/customXml" ds:itemID="{ae649005-3b55-4298-8017-458659bde268}">
  <ds:schemaRefs/>
</ds:datastoreItem>
</file>

<file path=customXml/itemProps66.xml><?xml version="1.0" encoding="utf-8"?>
<ds:datastoreItem xmlns:ds="http://schemas.openxmlformats.org/officeDocument/2006/customXml" ds:itemID="{eb8fafd0-aa01-4764-b4e6-708160bc6a19}">
  <ds:schemaRefs/>
</ds:datastoreItem>
</file>

<file path=customXml/itemProps67.xml><?xml version="1.0" encoding="utf-8"?>
<ds:datastoreItem xmlns:ds="http://schemas.openxmlformats.org/officeDocument/2006/customXml" ds:itemID="{8960f00e-c9fa-4aa6-a52d-50d8f8a99cd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870</Words>
  <Application>WPS 演示</Application>
  <PresentationFormat/>
  <Paragraphs>84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宋体</vt:lpstr>
      <vt:lpstr>Wingdings</vt:lpstr>
      <vt:lpstr>FZYanSongS-EB-GB</vt:lpstr>
      <vt:lpstr>Segoe Print</vt:lpstr>
      <vt:lpstr>Gill Sans</vt:lpstr>
      <vt:lpstr>OPlusSans 3.0</vt:lpstr>
      <vt:lpstr>Helvetica Neue Light</vt:lpstr>
      <vt:lpstr>Helvetica Neue Medium</vt:lpstr>
      <vt:lpstr>Helvetica Neue</vt:lpstr>
      <vt:lpstr>FZYanSongS-DB-GB</vt:lpstr>
      <vt:lpstr>PingFang SC Light</vt:lpstr>
      <vt:lpstr>等线</vt:lpstr>
      <vt:lpstr>素材集市康康体</vt:lpstr>
      <vt:lpstr>微软雅黑</vt:lpstr>
      <vt:lpstr>Arial Unicode MS</vt:lpstr>
      <vt:lpstr>1_New_Template7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1265</cp:revision>
  <dcterms:created xsi:type="dcterms:W3CDTF">2019-02-26T11:09:00Z</dcterms:created>
  <dcterms:modified xsi:type="dcterms:W3CDTF">2024-09-20T08:27:04Z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