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Override PartName="/customXml/itemProps714.xml" ContentType="application/vnd.openxmlformats-officedocument.customXmlProperties+xml"/>
  <Override PartName="/customXml/itemProps715.xml" ContentType="application/vnd.openxmlformats-officedocument.customXmlProperties+xml"/>
  <Override PartName="/customXml/itemProps716.xml" ContentType="application/vnd.openxmlformats-officedocument.customXmlProperties+xml"/>
  <Override PartName="/customXml/itemProps717.xml" ContentType="application/vnd.openxmlformats-officedocument.customXmlProperties+xml"/>
  <Override PartName="/customXml/itemProps718.xml" ContentType="application/vnd.openxmlformats-officedocument.customXmlProperties+xml"/>
  <Override PartName="/customXml/itemProps719.xml" ContentType="application/vnd.openxmlformats-officedocument.customXmlProperties+xml"/>
  <Override PartName="/customXml/itemProps720.xml" ContentType="application/vnd.openxmlformats-officedocument.customXmlProperties+xml"/>
  <Override PartName="/customXml/itemProps721.xml" ContentType="application/vnd.openxmlformats-officedocument.customXmlProperties+xml"/>
  <Override PartName="/customXml/itemProps722.xml" ContentType="application/vnd.openxmlformats-officedocument.customXmlProperties+xml"/>
  <Override PartName="/customXml/itemProps72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webp" ContentType="image/webp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2.xml" ContentType="application/vnd.openxmlformats-officedocument.presentationml.tags+xml"/>
  <Override PartName="/ppt/tags/tag724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67"/>
  </p:handoutMasterIdLst>
  <p:sldIdLst>
    <p:sldId id="406" r:id="rId3"/>
    <p:sldId id="360" r:id="rId4"/>
    <p:sldId id="569" r:id="rId5"/>
    <p:sldId id="618" r:id="rId7"/>
    <p:sldId id="617" r:id="rId8"/>
    <p:sldId id="620" r:id="rId9"/>
    <p:sldId id="623" r:id="rId10"/>
    <p:sldId id="621" r:id="rId11"/>
    <p:sldId id="622" r:id="rId12"/>
    <p:sldId id="624" r:id="rId13"/>
    <p:sldId id="627" r:id="rId14"/>
    <p:sldId id="629" r:id="rId15"/>
    <p:sldId id="641" r:id="rId16"/>
    <p:sldId id="642" r:id="rId17"/>
    <p:sldId id="638" r:id="rId18"/>
    <p:sldId id="632" r:id="rId19"/>
    <p:sldId id="633" r:id="rId20"/>
    <p:sldId id="634" r:id="rId21"/>
    <p:sldId id="635" r:id="rId22"/>
    <p:sldId id="636" r:id="rId23"/>
    <p:sldId id="637" r:id="rId24"/>
    <p:sldId id="639" r:id="rId25"/>
    <p:sldId id="640" r:id="rId26"/>
    <p:sldId id="693" r:id="rId27"/>
    <p:sldId id="646" r:id="rId28"/>
    <p:sldId id="649" r:id="rId29"/>
    <p:sldId id="650" r:id="rId30"/>
    <p:sldId id="652" r:id="rId31"/>
    <p:sldId id="654" r:id="rId32"/>
    <p:sldId id="656" r:id="rId33"/>
    <p:sldId id="659" r:id="rId34"/>
    <p:sldId id="661" r:id="rId35"/>
    <p:sldId id="751" r:id="rId36"/>
    <p:sldId id="645" r:id="rId37"/>
    <p:sldId id="662" r:id="rId38"/>
    <p:sldId id="663" r:id="rId39"/>
    <p:sldId id="666" r:id="rId40"/>
    <p:sldId id="669" r:id="rId41"/>
    <p:sldId id="670" r:id="rId42"/>
    <p:sldId id="671" r:id="rId43"/>
    <p:sldId id="672" r:id="rId44"/>
    <p:sldId id="725" r:id="rId45"/>
    <p:sldId id="678" r:id="rId46"/>
    <p:sldId id="731" r:id="rId47"/>
    <p:sldId id="673" r:id="rId48"/>
    <p:sldId id="674" r:id="rId49"/>
    <p:sldId id="726" r:id="rId50"/>
    <p:sldId id="728" r:id="rId51"/>
    <p:sldId id="727" r:id="rId52"/>
    <p:sldId id="676" r:id="rId53"/>
    <p:sldId id="729" r:id="rId54"/>
    <p:sldId id="677" r:id="rId55"/>
    <p:sldId id="730" r:id="rId56"/>
    <p:sldId id="681" r:id="rId57"/>
    <p:sldId id="679" r:id="rId58"/>
    <p:sldId id="680" r:id="rId59"/>
    <p:sldId id="682" r:id="rId60"/>
    <p:sldId id="683" r:id="rId61"/>
    <p:sldId id="684" r:id="rId62"/>
    <p:sldId id="685" r:id="rId63"/>
    <p:sldId id="688" r:id="rId64"/>
    <p:sldId id="686" r:id="rId65"/>
    <p:sldId id="687" r:id="rId66"/>
  </p:sldIdLst>
  <p:sldSz cx="12192000" cy="6858000"/>
  <p:notesSz cx="6858000" cy="9144000"/>
  <p:custDataLst>
    <p:tags r:id="rId81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1" Type="http://schemas.openxmlformats.org/officeDocument/2006/relationships/tags" Target="tags/tag724.xml"/><Relationship Id="rId80" Type="http://schemas.openxmlformats.org/officeDocument/2006/relationships/customXml" Target="../customXml/item10.xml"/><Relationship Id="rId8" Type="http://schemas.openxmlformats.org/officeDocument/2006/relationships/slide" Target="slides/slide5.xml"/><Relationship Id="rId79" Type="http://schemas.openxmlformats.org/officeDocument/2006/relationships/customXml" Target="../customXml/item9.xml"/><Relationship Id="rId78" Type="http://schemas.openxmlformats.org/officeDocument/2006/relationships/customXml" Target="../customXml/item8.xml"/><Relationship Id="rId77" Type="http://schemas.openxmlformats.org/officeDocument/2006/relationships/customXml" Target="../customXml/item7.xml"/><Relationship Id="rId76" Type="http://schemas.openxmlformats.org/officeDocument/2006/relationships/customXml" Target="../customXml/item6.xml"/><Relationship Id="rId75" Type="http://schemas.openxmlformats.org/officeDocument/2006/relationships/customXml" Target="../customXml/item5.xml"/><Relationship Id="rId74" Type="http://schemas.openxmlformats.org/officeDocument/2006/relationships/customXml" Target="../customXml/item4.xml"/><Relationship Id="rId73" Type="http://schemas.openxmlformats.org/officeDocument/2006/relationships/customXml" Target="../customXml/item3.xml"/><Relationship Id="rId72" Type="http://schemas.openxmlformats.org/officeDocument/2006/relationships/customXml" Target="../customXml/item2.xml"/><Relationship Id="rId71" Type="http://schemas.openxmlformats.org/officeDocument/2006/relationships/customXml" Target="../customXml/item1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2.xml"/><Relationship Id="rId16" Type="http://schemas.openxmlformats.org/officeDocument/2006/relationships/image" Target="../media/image4.webp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0" Type="http://schemas.openxmlformats.org/officeDocument/2006/relationships/slideLayout" Target="../slideLayouts/slideLayout2.xml"/><Relationship Id="rId4" Type="http://schemas.openxmlformats.org/officeDocument/2006/relationships/tags" Target="../tags/tag45.xml"/><Relationship Id="rId39" Type="http://schemas.openxmlformats.org/officeDocument/2006/relationships/tags" Target="../tags/tag80.xml"/><Relationship Id="rId38" Type="http://schemas.openxmlformats.org/officeDocument/2006/relationships/tags" Target="../tags/tag79.xml"/><Relationship Id="rId37" Type="http://schemas.openxmlformats.org/officeDocument/2006/relationships/tags" Target="../tags/tag78.xml"/><Relationship Id="rId36" Type="http://schemas.openxmlformats.org/officeDocument/2006/relationships/tags" Target="../tags/tag77.xml"/><Relationship Id="rId35" Type="http://schemas.openxmlformats.org/officeDocument/2006/relationships/tags" Target="../tags/tag76.xml"/><Relationship Id="rId34" Type="http://schemas.openxmlformats.org/officeDocument/2006/relationships/tags" Target="../tags/tag75.xml"/><Relationship Id="rId33" Type="http://schemas.openxmlformats.org/officeDocument/2006/relationships/tags" Target="../tags/tag74.xml"/><Relationship Id="rId32" Type="http://schemas.openxmlformats.org/officeDocument/2006/relationships/tags" Target="../tags/tag73.xml"/><Relationship Id="rId31" Type="http://schemas.openxmlformats.org/officeDocument/2006/relationships/tags" Target="../tags/tag72.xml"/><Relationship Id="rId30" Type="http://schemas.openxmlformats.org/officeDocument/2006/relationships/tags" Target="../tags/tag71.xml"/><Relationship Id="rId3" Type="http://schemas.openxmlformats.org/officeDocument/2006/relationships/tags" Target="../tags/tag44.xml"/><Relationship Id="rId29" Type="http://schemas.openxmlformats.org/officeDocument/2006/relationships/tags" Target="../tags/tag70.xml"/><Relationship Id="rId28" Type="http://schemas.openxmlformats.org/officeDocument/2006/relationships/tags" Target="../tags/tag69.xml"/><Relationship Id="rId27" Type="http://schemas.openxmlformats.org/officeDocument/2006/relationships/tags" Target="../tags/tag68.xml"/><Relationship Id="rId26" Type="http://schemas.openxmlformats.org/officeDocument/2006/relationships/tags" Target="../tags/tag67.xml"/><Relationship Id="rId25" Type="http://schemas.openxmlformats.org/officeDocument/2006/relationships/tags" Target="../tags/tag66.xml"/><Relationship Id="rId24" Type="http://schemas.openxmlformats.org/officeDocument/2006/relationships/tags" Target="../tags/tag65.xml"/><Relationship Id="rId23" Type="http://schemas.openxmlformats.org/officeDocument/2006/relationships/tags" Target="../tags/tag64.xml"/><Relationship Id="rId22" Type="http://schemas.openxmlformats.org/officeDocument/2006/relationships/tags" Target="../tags/tag63.xml"/><Relationship Id="rId21" Type="http://schemas.openxmlformats.org/officeDocument/2006/relationships/tags" Target="../tags/tag62.xml"/><Relationship Id="rId20" Type="http://schemas.openxmlformats.org/officeDocument/2006/relationships/tags" Target="../tags/tag61.xml"/><Relationship Id="rId2" Type="http://schemas.openxmlformats.org/officeDocument/2006/relationships/tags" Target="../tags/tag43.xml"/><Relationship Id="rId19" Type="http://schemas.openxmlformats.org/officeDocument/2006/relationships/tags" Target="../tags/tag60.xml"/><Relationship Id="rId18" Type="http://schemas.openxmlformats.org/officeDocument/2006/relationships/tags" Target="../tags/tag59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5" Type="http://schemas.openxmlformats.org/officeDocument/2006/relationships/slideLayout" Target="../slideLayouts/slideLayout2.xml"/><Relationship Id="rId44" Type="http://schemas.openxmlformats.org/officeDocument/2006/relationships/tags" Target="../tags/tag124.xml"/><Relationship Id="rId43" Type="http://schemas.openxmlformats.org/officeDocument/2006/relationships/tags" Target="../tags/tag123.xml"/><Relationship Id="rId42" Type="http://schemas.openxmlformats.org/officeDocument/2006/relationships/tags" Target="../tags/tag122.xml"/><Relationship Id="rId41" Type="http://schemas.openxmlformats.org/officeDocument/2006/relationships/tags" Target="../tags/tag121.xml"/><Relationship Id="rId40" Type="http://schemas.openxmlformats.org/officeDocument/2006/relationships/tags" Target="../tags/tag120.xml"/><Relationship Id="rId4" Type="http://schemas.openxmlformats.org/officeDocument/2006/relationships/tags" Target="../tags/tag84.xml"/><Relationship Id="rId39" Type="http://schemas.openxmlformats.org/officeDocument/2006/relationships/tags" Target="../tags/tag119.xml"/><Relationship Id="rId38" Type="http://schemas.openxmlformats.org/officeDocument/2006/relationships/tags" Target="../tags/tag118.xml"/><Relationship Id="rId37" Type="http://schemas.openxmlformats.org/officeDocument/2006/relationships/tags" Target="../tags/tag117.xml"/><Relationship Id="rId36" Type="http://schemas.openxmlformats.org/officeDocument/2006/relationships/tags" Target="../tags/tag116.xml"/><Relationship Id="rId35" Type="http://schemas.openxmlformats.org/officeDocument/2006/relationships/tags" Target="../tags/tag115.xml"/><Relationship Id="rId34" Type="http://schemas.openxmlformats.org/officeDocument/2006/relationships/tags" Target="../tags/tag114.xml"/><Relationship Id="rId33" Type="http://schemas.openxmlformats.org/officeDocument/2006/relationships/tags" Target="../tags/tag113.xml"/><Relationship Id="rId32" Type="http://schemas.openxmlformats.org/officeDocument/2006/relationships/tags" Target="../tags/tag112.xml"/><Relationship Id="rId31" Type="http://schemas.openxmlformats.org/officeDocument/2006/relationships/tags" Target="../tags/tag111.xml"/><Relationship Id="rId30" Type="http://schemas.openxmlformats.org/officeDocument/2006/relationships/tags" Target="../tags/tag110.xml"/><Relationship Id="rId3" Type="http://schemas.openxmlformats.org/officeDocument/2006/relationships/tags" Target="../tags/tag83.xml"/><Relationship Id="rId29" Type="http://schemas.openxmlformats.org/officeDocument/2006/relationships/tags" Target="../tags/tag109.xml"/><Relationship Id="rId28" Type="http://schemas.openxmlformats.org/officeDocument/2006/relationships/tags" Target="../tags/tag108.xml"/><Relationship Id="rId27" Type="http://schemas.openxmlformats.org/officeDocument/2006/relationships/tags" Target="../tags/tag107.xml"/><Relationship Id="rId26" Type="http://schemas.openxmlformats.org/officeDocument/2006/relationships/tags" Target="../tags/tag106.xml"/><Relationship Id="rId25" Type="http://schemas.openxmlformats.org/officeDocument/2006/relationships/tags" Target="../tags/tag105.xml"/><Relationship Id="rId24" Type="http://schemas.openxmlformats.org/officeDocument/2006/relationships/tags" Target="../tags/tag104.xml"/><Relationship Id="rId23" Type="http://schemas.openxmlformats.org/officeDocument/2006/relationships/tags" Target="../tags/tag103.xml"/><Relationship Id="rId22" Type="http://schemas.openxmlformats.org/officeDocument/2006/relationships/tags" Target="../tags/tag102.xml"/><Relationship Id="rId21" Type="http://schemas.openxmlformats.org/officeDocument/2006/relationships/tags" Target="../tags/tag101.xml"/><Relationship Id="rId20" Type="http://schemas.openxmlformats.org/officeDocument/2006/relationships/tags" Target="../tags/tag100.xml"/><Relationship Id="rId2" Type="http://schemas.openxmlformats.org/officeDocument/2006/relationships/tags" Target="../tags/tag82.xml"/><Relationship Id="rId19" Type="http://schemas.openxmlformats.org/officeDocument/2006/relationships/tags" Target="../tags/tag99.xml"/><Relationship Id="rId18" Type="http://schemas.openxmlformats.org/officeDocument/2006/relationships/tags" Target="../tags/tag98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3" Type="http://schemas.openxmlformats.org/officeDocument/2006/relationships/slideLayout" Target="../slideLayouts/slideLayout2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1" Type="http://schemas.openxmlformats.org/officeDocument/2006/relationships/slideLayout" Target="../slideLayouts/slideLayout2.xml"/><Relationship Id="rId60" Type="http://schemas.openxmlformats.org/officeDocument/2006/relationships/tags" Target="../tags/tag235.xml"/><Relationship Id="rId6" Type="http://schemas.openxmlformats.org/officeDocument/2006/relationships/tags" Target="../tags/tag181.xml"/><Relationship Id="rId59" Type="http://schemas.openxmlformats.org/officeDocument/2006/relationships/tags" Target="../tags/tag234.xml"/><Relationship Id="rId58" Type="http://schemas.openxmlformats.org/officeDocument/2006/relationships/tags" Target="../tags/tag233.xml"/><Relationship Id="rId57" Type="http://schemas.openxmlformats.org/officeDocument/2006/relationships/tags" Target="../tags/tag232.xml"/><Relationship Id="rId56" Type="http://schemas.openxmlformats.org/officeDocument/2006/relationships/tags" Target="../tags/tag231.xml"/><Relationship Id="rId55" Type="http://schemas.openxmlformats.org/officeDocument/2006/relationships/tags" Target="../tags/tag230.xml"/><Relationship Id="rId54" Type="http://schemas.openxmlformats.org/officeDocument/2006/relationships/tags" Target="../tags/tag229.xml"/><Relationship Id="rId53" Type="http://schemas.openxmlformats.org/officeDocument/2006/relationships/tags" Target="../tags/tag228.xml"/><Relationship Id="rId52" Type="http://schemas.openxmlformats.org/officeDocument/2006/relationships/tags" Target="../tags/tag227.xml"/><Relationship Id="rId51" Type="http://schemas.openxmlformats.org/officeDocument/2006/relationships/tags" Target="../tags/tag226.xml"/><Relationship Id="rId50" Type="http://schemas.openxmlformats.org/officeDocument/2006/relationships/tags" Target="../tags/tag225.xml"/><Relationship Id="rId5" Type="http://schemas.openxmlformats.org/officeDocument/2006/relationships/tags" Target="../tags/tag180.xml"/><Relationship Id="rId49" Type="http://schemas.openxmlformats.org/officeDocument/2006/relationships/tags" Target="../tags/tag224.xml"/><Relationship Id="rId48" Type="http://schemas.openxmlformats.org/officeDocument/2006/relationships/tags" Target="../tags/tag223.xml"/><Relationship Id="rId47" Type="http://schemas.openxmlformats.org/officeDocument/2006/relationships/tags" Target="../tags/tag222.xml"/><Relationship Id="rId46" Type="http://schemas.openxmlformats.org/officeDocument/2006/relationships/tags" Target="../tags/tag221.xml"/><Relationship Id="rId45" Type="http://schemas.openxmlformats.org/officeDocument/2006/relationships/tags" Target="../tags/tag220.xml"/><Relationship Id="rId44" Type="http://schemas.openxmlformats.org/officeDocument/2006/relationships/tags" Target="../tags/tag219.xml"/><Relationship Id="rId43" Type="http://schemas.openxmlformats.org/officeDocument/2006/relationships/tags" Target="../tags/tag218.xml"/><Relationship Id="rId42" Type="http://schemas.openxmlformats.org/officeDocument/2006/relationships/tags" Target="../tags/tag217.xml"/><Relationship Id="rId41" Type="http://schemas.openxmlformats.org/officeDocument/2006/relationships/tags" Target="../tags/tag216.xml"/><Relationship Id="rId40" Type="http://schemas.openxmlformats.org/officeDocument/2006/relationships/tags" Target="../tags/tag215.xml"/><Relationship Id="rId4" Type="http://schemas.openxmlformats.org/officeDocument/2006/relationships/tags" Target="../tags/tag179.xml"/><Relationship Id="rId39" Type="http://schemas.openxmlformats.org/officeDocument/2006/relationships/tags" Target="../tags/tag214.xml"/><Relationship Id="rId38" Type="http://schemas.openxmlformats.org/officeDocument/2006/relationships/tags" Target="../tags/tag213.xml"/><Relationship Id="rId37" Type="http://schemas.openxmlformats.org/officeDocument/2006/relationships/tags" Target="../tags/tag212.xml"/><Relationship Id="rId36" Type="http://schemas.openxmlformats.org/officeDocument/2006/relationships/tags" Target="../tags/tag211.xml"/><Relationship Id="rId35" Type="http://schemas.openxmlformats.org/officeDocument/2006/relationships/tags" Target="../tags/tag210.xml"/><Relationship Id="rId34" Type="http://schemas.openxmlformats.org/officeDocument/2006/relationships/tags" Target="../tags/tag209.xml"/><Relationship Id="rId33" Type="http://schemas.openxmlformats.org/officeDocument/2006/relationships/tags" Target="../tags/tag208.xml"/><Relationship Id="rId32" Type="http://schemas.openxmlformats.org/officeDocument/2006/relationships/tags" Target="../tags/tag207.xml"/><Relationship Id="rId31" Type="http://schemas.openxmlformats.org/officeDocument/2006/relationships/tags" Target="../tags/tag206.xml"/><Relationship Id="rId30" Type="http://schemas.openxmlformats.org/officeDocument/2006/relationships/tags" Target="../tags/tag205.xml"/><Relationship Id="rId3" Type="http://schemas.openxmlformats.org/officeDocument/2006/relationships/image" Target="../media/image5.png"/><Relationship Id="rId29" Type="http://schemas.openxmlformats.org/officeDocument/2006/relationships/tags" Target="../tags/tag204.xml"/><Relationship Id="rId28" Type="http://schemas.openxmlformats.org/officeDocument/2006/relationships/tags" Target="../tags/tag203.xml"/><Relationship Id="rId27" Type="http://schemas.openxmlformats.org/officeDocument/2006/relationships/tags" Target="../tags/tag202.xml"/><Relationship Id="rId26" Type="http://schemas.openxmlformats.org/officeDocument/2006/relationships/tags" Target="../tags/tag201.xml"/><Relationship Id="rId25" Type="http://schemas.openxmlformats.org/officeDocument/2006/relationships/tags" Target="../tags/tag200.xml"/><Relationship Id="rId24" Type="http://schemas.openxmlformats.org/officeDocument/2006/relationships/tags" Target="../tags/tag199.xml"/><Relationship Id="rId23" Type="http://schemas.openxmlformats.org/officeDocument/2006/relationships/tags" Target="../tags/tag198.xml"/><Relationship Id="rId22" Type="http://schemas.openxmlformats.org/officeDocument/2006/relationships/tags" Target="../tags/tag197.xml"/><Relationship Id="rId21" Type="http://schemas.openxmlformats.org/officeDocument/2006/relationships/tags" Target="../tags/tag196.xml"/><Relationship Id="rId20" Type="http://schemas.openxmlformats.org/officeDocument/2006/relationships/tags" Target="../tags/tag195.xml"/><Relationship Id="rId2" Type="http://schemas.openxmlformats.org/officeDocument/2006/relationships/tags" Target="../tags/tag178.xml"/><Relationship Id="rId19" Type="http://schemas.openxmlformats.org/officeDocument/2006/relationships/tags" Target="../tags/tag194.xml"/><Relationship Id="rId18" Type="http://schemas.openxmlformats.org/officeDocument/2006/relationships/tags" Target="../tags/tag193.xml"/><Relationship Id="rId17" Type="http://schemas.openxmlformats.org/officeDocument/2006/relationships/tags" Target="../tags/tag192.xml"/><Relationship Id="rId16" Type="http://schemas.openxmlformats.org/officeDocument/2006/relationships/tags" Target="../tags/tag191.xml"/><Relationship Id="rId15" Type="http://schemas.openxmlformats.org/officeDocument/2006/relationships/tags" Target="../tags/tag190.xml"/><Relationship Id="rId14" Type="http://schemas.openxmlformats.org/officeDocument/2006/relationships/tags" Target="../tags/tag189.xml"/><Relationship Id="rId13" Type="http://schemas.openxmlformats.org/officeDocument/2006/relationships/tags" Target="../tags/tag188.xml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tags" Target="../tags/tag17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40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3.xml"/><Relationship Id="rId3" Type="http://schemas.openxmlformats.org/officeDocument/2006/relationships/image" Target="../media/image7.png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tags" Target="../tags/tag252.xml"/><Relationship Id="rId77" Type="http://schemas.openxmlformats.org/officeDocument/2006/relationships/slideLayout" Target="../slideLayouts/slideLayout2.xml"/><Relationship Id="rId76" Type="http://schemas.openxmlformats.org/officeDocument/2006/relationships/tags" Target="../tags/tag320.xml"/><Relationship Id="rId75" Type="http://schemas.openxmlformats.org/officeDocument/2006/relationships/tags" Target="../tags/tag319.xml"/><Relationship Id="rId74" Type="http://schemas.openxmlformats.org/officeDocument/2006/relationships/tags" Target="../tags/tag318.xml"/><Relationship Id="rId73" Type="http://schemas.openxmlformats.org/officeDocument/2006/relationships/tags" Target="../tags/tag317.xml"/><Relationship Id="rId72" Type="http://schemas.openxmlformats.org/officeDocument/2006/relationships/tags" Target="../tags/tag316.xml"/><Relationship Id="rId71" Type="http://schemas.openxmlformats.org/officeDocument/2006/relationships/tags" Target="../tags/tag315.xml"/><Relationship Id="rId70" Type="http://schemas.openxmlformats.org/officeDocument/2006/relationships/tags" Target="../tags/tag314.xml"/><Relationship Id="rId7" Type="http://schemas.openxmlformats.org/officeDocument/2006/relationships/tags" Target="../tags/tag251.xml"/><Relationship Id="rId69" Type="http://schemas.openxmlformats.org/officeDocument/2006/relationships/tags" Target="../tags/tag313.xml"/><Relationship Id="rId68" Type="http://schemas.openxmlformats.org/officeDocument/2006/relationships/tags" Target="../tags/tag312.xml"/><Relationship Id="rId67" Type="http://schemas.openxmlformats.org/officeDocument/2006/relationships/tags" Target="../tags/tag311.xml"/><Relationship Id="rId66" Type="http://schemas.openxmlformats.org/officeDocument/2006/relationships/tags" Target="../tags/tag310.xml"/><Relationship Id="rId65" Type="http://schemas.openxmlformats.org/officeDocument/2006/relationships/tags" Target="../tags/tag309.xml"/><Relationship Id="rId64" Type="http://schemas.openxmlformats.org/officeDocument/2006/relationships/tags" Target="../tags/tag308.xml"/><Relationship Id="rId63" Type="http://schemas.openxmlformats.org/officeDocument/2006/relationships/tags" Target="../tags/tag307.xml"/><Relationship Id="rId62" Type="http://schemas.openxmlformats.org/officeDocument/2006/relationships/tags" Target="../tags/tag306.xml"/><Relationship Id="rId61" Type="http://schemas.openxmlformats.org/officeDocument/2006/relationships/tags" Target="../tags/tag305.xml"/><Relationship Id="rId60" Type="http://schemas.openxmlformats.org/officeDocument/2006/relationships/tags" Target="../tags/tag304.xml"/><Relationship Id="rId6" Type="http://schemas.openxmlformats.org/officeDocument/2006/relationships/tags" Target="../tags/tag250.xml"/><Relationship Id="rId59" Type="http://schemas.openxmlformats.org/officeDocument/2006/relationships/tags" Target="../tags/tag303.xml"/><Relationship Id="rId58" Type="http://schemas.openxmlformats.org/officeDocument/2006/relationships/tags" Target="../tags/tag302.xml"/><Relationship Id="rId57" Type="http://schemas.openxmlformats.org/officeDocument/2006/relationships/tags" Target="../tags/tag301.xml"/><Relationship Id="rId56" Type="http://schemas.openxmlformats.org/officeDocument/2006/relationships/tags" Target="../tags/tag300.xml"/><Relationship Id="rId55" Type="http://schemas.openxmlformats.org/officeDocument/2006/relationships/tags" Target="../tags/tag299.xml"/><Relationship Id="rId54" Type="http://schemas.openxmlformats.org/officeDocument/2006/relationships/tags" Target="../tags/tag298.xml"/><Relationship Id="rId53" Type="http://schemas.openxmlformats.org/officeDocument/2006/relationships/tags" Target="../tags/tag297.xml"/><Relationship Id="rId52" Type="http://schemas.openxmlformats.org/officeDocument/2006/relationships/tags" Target="../tags/tag296.xml"/><Relationship Id="rId51" Type="http://schemas.openxmlformats.org/officeDocument/2006/relationships/tags" Target="../tags/tag295.xml"/><Relationship Id="rId50" Type="http://schemas.openxmlformats.org/officeDocument/2006/relationships/tags" Target="../tags/tag294.xml"/><Relationship Id="rId5" Type="http://schemas.openxmlformats.org/officeDocument/2006/relationships/tags" Target="../tags/tag249.xml"/><Relationship Id="rId49" Type="http://schemas.openxmlformats.org/officeDocument/2006/relationships/tags" Target="../tags/tag293.xml"/><Relationship Id="rId48" Type="http://schemas.openxmlformats.org/officeDocument/2006/relationships/tags" Target="../tags/tag292.xml"/><Relationship Id="rId47" Type="http://schemas.openxmlformats.org/officeDocument/2006/relationships/tags" Target="../tags/tag291.xml"/><Relationship Id="rId46" Type="http://schemas.openxmlformats.org/officeDocument/2006/relationships/tags" Target="../tags/tag290.xml"/><Relationship Id="rId45" Type="http://schemas.openxmlformats.org/officeDocument/2006/relationships/tags" Target="../tags/tag289.xml"/><Relationship Id="rId44" Type="http://schemas.openxmlformats.org/officeDocument/2006/relationships/tags" Target="../tags/tag288.xml"/><Relationship Id="rId43" Type="http://schemas.openxmlformats.org/officeDocument/2006/relationships/tags" Target="../tags/tag287.xml"/><Relationship Id="rId42" Type="http://schemas.openxmlformats.org/officeDocument/2006/relationships/tags" Target="../tags/tag286.xml"/><Relationship Id="rId41" Type="http://schemas.openxmlformats.org/officeDocument/2006/relationships/tags" Target="../tags/tag285.xml"/><Relationship Id="rId40" Type="http://schemas.openxmlformats.org/officeDocument/2006/relationships/tags" Target="../tags/tag284.xml"/><Relationship Id="rId4" Type="http://schemas.openxmlformats.org/officeDocument/2006/relationships/tags" Target="../tags/tag248.xml"/><Relationship Id="rId39" Type="http://schemas.openxmlformats.org/officeDocument/2006/relationships/tags" Target="../tags/tag283.xml"/><Relationship Id="rId38" Type="http://schemas.openxmlformats.org/officeDocument/2006/relationships/tags" Target="../tags/tag282.xml"/><Relationship Id="rId37" Type="http://schemas.openxmlformats.org/officeDocument/2006/relationships/tags" Target="../tags/tag281.xml"/><Relationship Id="rId36" Type="http://schemas.openxmlformats.org/officeDocument/2006/relationships/tags" Target="../tags/tag280.xml"/><Relationship Id="rId35" Type="http://schemas.openxmlformats.org/officeDocument/2006/relationships/tags" Target="../tags/tag279.xml"/><Relationship Id="rId34" Type="http://schemas.openxmlformats.org/officeDocument/2006/relationships/tags" Target="../tags/tag278.xml"/><Relationship Id="rId33" Type="http://schemas.openxmlformats.org/officeDocument/2006/relationships/tags" Target="../tags/tag277.xml"/><Relationship Id="rId32" Type="http://schemas.openxmlformats.org/officeDocument/2006/relationships/tags" Target="../tags/tag276.xml"/><Relationship Id="rId31" Type="http://schemas.openxmlformats.org/officeDocument/2006/relationships/tags" Target="../tags/tag275.xml"/><Relationship Id="rId30" Type="http://schemas.openxmlformats.org/officeDocument/2006/relationships/tags" Target="../tags/tag274.xml"/><Relationship Id="rId3" Type="http://schemas.openxmlformats.org/officeDocument/2006/relationships/tags" Target="../tags/tag247.xml"/><Relationship Id="rId29" Type="http://schemas.openxmlformats.org/officeDocument/2006/relationships/tags" Target="../tags/tag273.xml"/><Relationship Id="rId28" Type="http://schemas.openxmlformats.org/officeDocument/2006/relationships/tags" Target="../tags/tag272.xml"/><Relationship Id="rId27" Type="http://schemas.openxmlformats.org/officeDocument/2006/relationships/tags" Target="../tags/tag271.xml"/><Relationship Id="rId26" Type="http://schemas.openxmlformats.org/officeDocument/2006/relationships/tags" Target="../tags/tag270.xml"/><Relationship Id="rId25" Type="http://schemas.openxmlformats.org/officeDocument/2006/relationships/tags" Target="../tags/tag269.xml"/><Relationship Id="rId24" Type="http://schemas.openxmlformats.org/officeDocument/2006/relationships/tags" Target="../tags/tag268.xml"/><Relationship Id="rId23" Type="http://schemas.openxmlformats.org/officeDocument/2006/relationships/tags" Target="../tags/tag267.xml"/><Relationship Id="rId22" Type="http://schemas.openxmlformats.org/officeDocument/2006/relationships/tags" Target="../tags/tag266.xml"/><Relationship Id="rId21" Type="http://schemas.openxmlformats.org/officeDocument/2006/relationships/tags" Target="../tags/tag265.xml"/><Relationship Id="rId20" Type="http://schemas.openxmlformats.org/officeDocument/2006/relationships/tags" Target="../tags/tag264.xml"/><Relationship Id="rId2" Type="http://schemas.openxmlformats.org/officeDocument/2006/relationships/tags" Target="../tags/tag246.xml"/><Relationship Id="rId19" Type="http://schemas.openxmlformats.org/officeDocument/2006/relationships/tags" Target="../tags/tag263.xml"/><Relationship Id="rId18" Type="http://schemas.openxmlformats.org/officeDocument/2006/relationships/tags" Target="../tags/tag262.xml"/><Relationship Id="rId17" Type="http://schemas.openxmlformats.org/officeDocument/2006/relationships/tags" Target="../tags/tag261.xml"/><Relationship Id="rId16" Type="http://schemas.openxmlformats.org/officeDocument/2006/relationships/tags" Target="../tags/tag260.xml"/><Relationship Id="rId15" Type="http://schemas.openxmlformats.org/officeDocument/2006/relationships/tags" Target="../tags/tag259.xml"/><Relationship Id="rId14" Type="http://schemas.openxmlformats.org/officeDocument/2006/relationships/tags" Target="../tags/tag258.xml"/><Relationship Id="rId13" Type="http://schemas.openxmlformats.org/officeDocument/2006/relationships/tags" Target="../tags/tag257.xml"/><Relationship Id="rId12" Type="http://schemas.openxmlformats.org/officeDocument/2006/relationships/tags" Target="../tags/tag256.xml"/><Relationship Id="rId11" Type="http://schemas.openxmlformats.org/officeDocument/2006/relationships/tags" Target="../tags/tag255.xml"/><Relationship Id="rId10" Type="http://schemas.openxmlformats.org/officeDocument/2006/relationships/tags" Target="../tags/tag254.xml"/><Relationship Id="rId1" Type="http://schemas.openxmlformats.org/officeDocument/2006/relationships/tags" Target="../tags/tag2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wmf"/><Relationship Id="rId6" Type="http://schemas.openxmlformats.org/officeDocument/2006/relationships/oleObject" Target="../embeddings/oleObject2.bin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" Type="http://schemas.openxmlformats.org/officeDocument/2006/relationships/tags" Target="../tags/tag32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tags" Target="../tags/tag334.xml"/><Relationship Id="rId7" Type="http://schemas.openxmlformats.org/officeDocument/2006/relationships/tags" Target="../tags/tag333.xml"/><Relationship Id="rId6" Type="http://schemas.openxmlformats.org/officeDocument/2006/relationships/tags" Target="../tags/tag332.xml"/><Relationship Id="rId55" Type="http://schemas.openxmlformats.org/officeDocument/2006/relationships/slideLayout" Target="../slideLayouts/slideLayout2.xml"/><Relationship Id="rId54" Type="http://schemas.openxmlformats.org/officeDocument/2006/relationships/tags" Target="../tags/tag380.xml"/><Relationship Id="rId53" Type="http://schemas.openxmlformats.org/officeDocument/2006/relationships/tags" Target="../tags/tag379.xml"/><Relationship Id="rId52" Type="http://schemas.openxmlformats.org/officeDocument/2006/relationships/tags" Target="../tags/tag378.xml"/><Relationship Id="rId51" Type="http://schemas.openxmlformats.org/officeDocument/2006/relationships/tags" Target="../tags/tag377.xml"/><Relationship Id="rId50" Type="http://schemas.openxmlformats.org/officeDocument/2006/relationships/tags" Target="../tags/tag376.xml"/><Relationship Id="rId5" Type="http://schemas.openxmlformats.org/officeDocument/2006/relationships/tags" Target="../tags/tag331.xml"/><Relationship Id="rId49" Type="http://schemas.openxmlformats.org/officeDocument/2006/relationships/tags" Target="../tags/tag375.xml"/><Relationship Id="rId48" Type="http://schemas.openxmlformats.org/officeDocument/2006/relationships/tags" Target="../tags/tag374.xml"/><Relationship Id="rId47" Type="http://schemas.openxmlformats.org/officeDocument/2006/relationships/tags" Target="../tags/tag373.xml"/><Relationship Id="rId46" Type="http://schemas.openxmlformats.org/officeDocument/2006/relationships/tags" Target="../tags/tag372.xml"/><Relationship Id="rId45" Type="http://schemas.openxmlformats.org/officeDocument/2006/relationships/tags" Target="../tags/tag371.xml"/><Relationship Id="rId44" Type="http://schemas.openxmlformats.org/officeDocument/2006/relationships/tags" Target="../tags/tag370.xml"/><Relationship Id="rId43" Type="http://schemas.openxmlformats.org/officeDocument/2006/relationships/tags" Target="../tags/tag369.xml"/><Relationship Id="rId42" Type="http://schemas.openxmlformats.org/officeDocument/2006/relationships/tags" Target="../tags/tag368.xml"/><Relationship Id="rId41" Type="http://schemas.openxmlformats.org/officeDocument/2006/relationships/tags" Target="../tags/tag367.xml"/><Relationship Id="rId40" Type="http://schemas.openxmlformats.org/officeDocument/2006/relationships/tags" Target="../tags/tag366.xml"/><Relationship Id="rId4" Type="http://schemas.openxmlformats.org/officeDocument/2006/relationships/tags" Target="../tags/tag330.xml"/><Relationship Id="rId39" Type="http://schemas.openxmlformats.org/officeDocument/2006/relationships/tags" Target="../tags/tag365.xml"/><Relationship Id="rId38" Type="http://schemas.openxmlformats.org/officeDocument/2006/relationships/tags" Target="../tags/tag364.xml"/><Relationship Id="rId37" Type="http://schemas.openxmlformats.org/officeDocument/2006/relationships/tags" Target="../tags/tag363.xml"/><Relationship Id="rId36" Type="http://schemas.openxmlformats.org/officeDocument/2006/relationships/tags" Target="../tags/tag362.xml"/><Relationship Id="rId35" Type="http://schemas.openxmlformats.org/officeDocument/2006/relationships/tags" Target="../tags/tag361.xml"/><Relationship Id="rId34" Type="http://schemas.openxmlformats.org/officeDocument/2006/relationships/tags" Target="../tags/tag360.xml"/><Relationship Id="rId33" Type="http://schemas.openxmlformats.org/officeDocument/2006/relationships/tags" Target="../tags/tag359.xml"/><Relationship Id="rId32" Type="http://schemas.openxmlformats.org/officeDocument/2006/relationships/tags" Target="../tags/tag358.xml"/><Relationship Id="rId31" Type="http://schemas.openxmlformats.org/officeDocument/2006/relationships/tags" Target="../tags/tag357.xml"/><Relationship Id="rId30" Type="http://schemas.openxmlformats.org/officeDocument/2006/relationships/tags" Target="../tags/tag356.xml"/><Relationship Id="rId3" Type="http://schemas.openxmlformats.org/officeDocument/2006/relationships/tags" Target="../tags/tag329.xml"/><Relationship Id="rId29" Type="http://schemas.openxmlformats.org/officeDocument/2006/relationships/tags" Target="../tags/tag355.xml"/><Relationship Id="rId28" Type="http://schemas.openxmlformats.org/officeDocument/2006/relationships/tags" Target="../tags/tag354.xml"/><Relationship Id="rId27" Type="http://schemas.openxmlformats.org/officeDocument/2006/relationships/tags" Target="../tags/tag353.xml"/><Relationship Id="rId26" Type="http://schemas.openxmlformats.org/officeDocument/2006/relationships/tags" Target="../tags/tag352.xml"/><Relationship Id="rId25" Type="http://schemas.openxmlformats.org/officeDocument/2006/relationships/tags" Target="../tags/tag351.xml"/><Relationship Id="rId24" Type="http://schemas.openxmlformats.org/officeDocument/2006/relationships/tags" Target="../tags/tag350.xml"/><Relationship Id="rId23" Type="http://schemas.openxmlformats.org/officeDocument/2006/relationships/tags" Target="../tags/tag349.xml"/><Relationship Id="rId22" Type="http://schemas.openxmlformats.org/officeDocument/2006/relationships/tags" Target="../tags/tag348.xml"/><Relationship Id="rId21" Type="http://schemas.openxmlformats.org/officeDocument/2006/relationships/tags" Target="../tags/tag347.xml"/><Relationship Id="rId20" Type="http://schemas.openxmlformats.org/officeDocument/2006/relationships/tags" Target="../tags/tag346.xml"/><Relationship Id="rId2" Type="http://schemas.openxmlformats.org/officeDocument/2006/relationships/tags" Target="../tags/tag328.xml"/><Relationship Id="rId19" Type="http://schemas.openxmlformats.org/officeDocument/2006/relationships/tags" Target="../tags/tag345.xml"/><Relationship Id="rId18" Type="http://schemas.openxmlformats.org/officeDocument/2006/relationships/tags" Target="../tags/tag344.xml"/><Relationship Id="rId17" Type="http://schemas.openxmlformats.org/officeDocument/2006/relationships/tags" Target="../tags/tag343.xml"/><Relationship Id="rId16" Type="http://schemas.openxmlformats.org/officeDocument/2006/relationships/tags" Target="../tags/tag342.xml"/><Relationship Id="rId15" Type="http://schemas.openxmlformats.org/officeDocument/2006/relationships/tags" Target="../tags/tag341.xml"/><Relationship Id="rId14" Type="http://schemas.openxmlformats.org/officeDocument/2006/relationships/tags" Target="../tags/tag340.xml"/><Relationship Id="rId13" Type="http://schemas.openxmlformats.org/officeDocument/2006/relationships/tags" Target="../tags/tag339.xml"/><Relationship Id="rId12" Type="http://schemas.openxmlformats.org/officeDocument/2006/relationships/tags" Target="../tags/tag338.xml"/><Relationship Id="rId11" Type="http://schemas.openxmlformats.org/officeDocument/2006/relationships/tags" Target="../tags/tag337.xml"/><Relationship Id="rId10" Type="http://schemas.openxmlformats.org/officeDocument/2006/relationships/tags" Target="../tags/tag336.xml"/><Relationship Id="rId1" Type="http://schemas.openxmlformats.org/officeDocument/2006/relationships/tags" Target="../tags/tag32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webp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92.xml"/><Relationship Id="rId8" Type="http://schemas.openxmlformats.org/officeDocument/2006/relationships/tags" Target="../tags/tag391.xml"/><Relationship Id="rId7" Type="http://schemas.openxmlformats.org/officeDocument/2006/relationships/tags" Target="../tags/tag390.xml"/><Relationship Id="rId6" Type="http://schemas.openxmlformats.org/officeDocument/2006/relationships/tags" Target="../tags/tag389.xml"/><Relationship Id="rId50" Type="http://schemas.openxmlformats.org/officeDocument/2006/relationships/slideLayout" Target="../slideLayouts/slideLayout2.xml"/><Relationship Id="rId5" Type="http://schemas.openxmlformats.org/officeDocument/2006/relationships/tags" Target="../tags/tag388.xml"/><Relationship Id="rId49" Type="http://schemas.openxmlformats.org/officeDocument/2006/relationships/tags" Target="../tags/tag432.xml"/><Relationship Id="rId48" Type="http://schemas.openxmlformats.org/officeDocument/2006/relationships/tags" Target="../tags/tag431.xml"/><Relationship Id="rId47" Type="http://schemas.openxmlformats.org/officeDocument/2006/relationships/tags" Target="../tags/tag430.xml"/><Relationship Id="rId46" Type="http://schemas.openxmlformats.org/officeDocument/2006/relationships/tags" Target="../tags/tag429.xml"/><Relationship Id="rId45" Type="http://schemas.openxmlformats.org/officeDocument/2006/relationships/tags" Target="../tags/tag428.xml"/><Relationship Id="rId44" Type="http://schemas.openxmlformats.org/officeDocument/2006/relationships/tags" Target="../tags/tag427.xml"/><Relationship Id="rId43" Type="http://schemas.openxmlformats.org/officeDocument/2006/relationships/tags" Target="../tags/tag426.xml"/><Relationship Id="rId42" Type="http://schemas.openxmlformats.org/officeDocument/2006/relationships/tags" Target="../tags/tag425.xml"/><Relationship Id="rId41" Type="http://schemas.openxmlformats.org/officeDocument/2006/relationships/tags" Target="../tags/tag424.xml"/><Relationship Id="rId40" Type="http://schemas.openxmlformats.org/officeDocument/2006/relationships/tags" Target="../tags/tag423.xml"/><Relationship Id="rId4" Type="http://schemas.openxmlformats.org/officeDocument/2006/relationships/tags" Target="../tags/tag387.xml"/><Relationship Id="rId39" Type="http://schemas.openxmlformats.org/officeDocument/2006/relationships/tags" Target="../tags/tag422.xml"/><Relationship Id="rId38" Type="http://schemas.openxmlformats.org/officeDocument/2006/relationships/tags" Target="../tags/tag421.xml"/><Relationship Id="rId37" Type="http://schemas.openxmlformats.org/officeDocument/2006/relationships/tags" Target="../tags/tag420.xml"/><Relationship Id="rId36" Type="http://schemas.openxmlformats.org/officeDocument/2006/relationships/tags" Target="../tags/tag419.xml"/><Relationship Id="rId35" Type="http://schemas.openxmlformats.org/officeDocument/2006/relationships/tags" Target="../tags/tag418.xml"/><Relationship Id="rId34" Type="http://schemas.openxmlformats.org/officeDocument/2006/relationships/tags" Target="../tags/tag417.xml"/><Relationship Id="rId33" Type="http://schemas.openxmlformats.org/officeDocument/2006/relationships/tags" Target="../tags/tag416.xml"/><Relationship Id="rId32" Type="http://schemas.openxmlformats.org/officeDocument/2006/relationships/tags" Target="../tags/tag415.xml"/><Relationship Id="rId31" Type="http://schemas.openxmlformats.org/officeDocument/2006/relationships/tags" Target="../tags/tag414.xml"/><Relationship Id="rId30" Type="http://schemas.openxmlformats.org/officeDocument/2006/relationships/tags" Target="../tags/tag413.xml"/><Relationship Id="rId3" Type="http://schemas.openxmlformats.org/officeDocument/2006/relationships/tags" Target="../tags/tag386.xml"/><Relationship Id="rId29" Type="http://schemas.openxmlformats.org/officeDocument/2006/relationships/tags" Target="../tags/tag412.xml"/><Relationship Id="rId28" Type="http://schemas.openxmlformats.org/officeDocument/2006/relationships/tags" Target="../tags/tag411.xml"/><Relationship Id="rId27" Type="http://schemas.openxmlformats.org/officeDocument/2006/relationships/tags" Target="../tags/tag410.xml"/><Relationship Id="rId26" Type="http://schemas.openxmlformats.org/officeDocument/2006/relationships/tags" Target="../tags/tag409.xml"/><Relationship Id="rId25" Type="http://schemas.openxmlformats.org/officeDocument/2006/relationships/tags" Target="../tags/tag408.xml"/><Relationship Id="rId24" Type="http://schemas.openxmlformats.org/officeDocument/2006/relationships/tags" Target="../tags/tag407.xml"/><Relationship Id="rId23" Type="http://schemas.openxmlformats.org/officeDocument/2006/relationships/tags" Target="../tags/tag406.xml"/><Relationship Id="rId22" Type="http://schemas.openxmlformats.org/officeDocument/2006/relationships/tags" Target="../tags/tag405.xml"/><Relationship Id="rId21" Type="http://schemas.openxmlformats.org/officeDocument/2006/relationships/tags" Target="../tags/tag404.xml"/><Relationship Id="rId20" Type="http://schemas.openxmlformats.org/officeDocument/2006/relationships/tags" Target="../tags/tag403.xml"/><Relationship Id="rId2" Type="http://schemas.openxmlformats.org/officeDocument/2006/relationships/tags" Target="../tags/tag385.xml"/><Relationship Id="rId19" Type="http://schemas.openxmlformats.org/officeDocument/2006/relationships/tags" Target="../tags/tag402.xml"/><Relationship Id="rId18" Type="http://schemas.openxmlformats.org/officeDocument/2006/relationships/tags" Target="../tags/tag401.xml"/><Relationship Id="rId17" Type="http://schemas.openxmlformats.org/officeDocument/2006/relationships/tags" Target="../tags/tag400.xml"/><Relationship Id="rId16" Type="http://schemas.openxmlformats.org/officeDocument/2006/relationships/tags" Target="../tags/tag399.xml"/><Relationship Id="rId15" Type="http://schemas.openxmlformats.org/officeDocument/2006/relationships/tags" Target="../tags/tag398.xml"/><Relationship Id="rId14" Type="http://schemas.openxmlformats.org/officeDocument/2006/relationships/tags" Target="../tags/tag397.xml"/><Relationship Id="rId13" Type="http://schemas.openxmlformats.org/officeDocument/2006/relationships/tags" Target="../tags/tag396.xml"/><Relationship Id="rId12" Type="http://schemas.openxmlformats.org/officeDocument/2006/relationships/tags" Target="../tags/tag395.xml"/><Relationship Id="rId11" Type="http://schemas.openxmlformats.org/officeDocument/2006/relationships/tags" Target="../tags/tag394.xml"/><Relationship Id="rId10" Type="http://schemas.openxmlformats.org/officeDocument/2006/relationships/tags" Target="../tags/tag393.xml"/><Relationship Id="rId1" Type="http://schemas.openxmlformats.org/officeDocument/2006/relationships/tags" Target="../tags/tag38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441.xml"/><Relationship Id="rId8" Type="http://schemas.openxmlformats.org/officeDocument/2006/relationships/tags" Target="../tags/tag440.xml"/><Relationship Id="rId7" Type="http://schemas.openxmlformats.org/officeDocument/2006/relationships/tags" Target="../tags/tag439.xml"/><Relationship Id="rId6" Type="http://schemas.openxmlformats.org/officeDocument/2006/relationships/tags" Target="../tags/tag438.xml"/><Relationship Id="rId54" Type="http://schemas.openxmlformats.org/officeDocument/2006/relationships/slideLayout" Target="../slideLayouts/slideLayout2.xml"/><Relationship Id="rId53" Type="http://schemas.openxmlformats.org/officeDocument/2006/relationships/tags" Target="../tags/tag485.xml"/><Relationship Id="rId52" Type="http://schemas.openxmlformats.org/officeDocument/2006/relationships/tags" Target="../tags/tag484.xml"/><Relationship Id="rId51" Type="http://schemas.openxmlformats.org/officeDocument/2006/relationships/tags" Target="../tags/tag483.xml"/><Relationship Id="rId50" Type="http://schemas.openxmlformats.org/officeDocument/2006/relationships/tags" Target="../tags/tag482.xml"/><Relationship Id="rId5" Type="http://schemas.openxmlformats.org/officeDocument/2006/relationships/tags" Target="../tags/tag437.xml"/><Relationship Id="rId49" Type="http://schemas.openxmlformats.org/officeDocument/2006/relationships/tags" Target="../tags/tag481.xml"/><Relationship Id="rId48" Type="http://schemas.openxmlformats.org/officeDocument/2006/relationships/tags" Target="../tags/tag480.xml"/><Relationship Id="rId47" Type="http://schemas.openxmlformats.org/officeDocument/2006/relationships/tags" Target="../tags/tag479.xml"/><Relationship Id="rId46" Type="http://schemas.openxmlformats.org/officeDocument/2006/relationships/tags" Target="../tags/tag478.xml"/><Relationship Id="rId45" Type="http://schemas.openxmlformats.org/officeDocument/2006/relationships/tags" Target="../tags/tag477.xml"/><Relationship Id="rId44" Type="http://schemas.openxmlformats.org/officeDocument/2006/relationships/tags" Target="../tags/tag476.xml"/><Relationship Id="rId43" Type="http://schemas.openxmlformats.org/officeDocument/2006/relationships/tags" Target="../tags/tag475.xml"/><Relationship Id="rId42" Type="http://schemas.openxmlformats.org/officeDocument/2006/relationships/tags" Target="../tags/tag474.xml"/><Relationship Id="rId41" Type="http://schemas.openxmlformats.org/officeDocument/2006/relationships/tags" Target="../tags/tag473.xml"/><Relationship Id="rId40" Type="http://schemas.openxmlformats.org/officeDocument/2006/relationships/tags" Target="../tags/tag472.xml"/><Relationship Id="rId4" Type="http://schemas.openxmlformats.org/officeDocument/2006/relationships/tags" Target="../tags/tag436.xml"/><Relationship Id="rId39" Type="http://schemas.openxmlformats.org/officeDocument/2006/relationships/tags" Target="../tags/tag471.xml"/><Relationship Id="rId38" Type="http://schemas.openxmlformats.org/officeDocument/2006/relationships/tags" Target="../tags/tag470.xml"/><Relationship Id="rId37" Type="http://schemas.openxmlformats.org/officeDocument/2006/relationships/tags" Target="../tags/tag469.xml"/><Relationship Id="rId36" Type="http://schemas.openxmlformats.org/officeDocument/2006/relationships/tags" Target="../tags/tag468.xml"/><Relationship Id="rId35" Type="http://schemas.openxmlformats.org/officeDocument/2006/relationships/tags" Target="../tags/tag467.xml"/><Relationship Id="rId34" Type="http://schemas.openxmlformats.org/officeDocument/2006/relationships/tags" Target="../tags/tag466.xml"/><Relationship Id="rId33" Type="http://schemas.openxmlformats.org/officeDocument/2006/relationships/tags" Target="../tags/tag465.xml"/><Relationship Id="rId32" Type="http://schemas.openxmlformats.org/officeDocument/2006/relationships/tags" Target="../tags/tag464.xml"/><Relationship Id="rId31" Type="http://schemas.openxmlformats.org/officeDocument/2006/relationships/tags" Target="../tags/tag463.xml"/><Relationship Id="rId30" Type="http://schemas.openxmlformats.org/officeDocument/2006/relationships/tags" Target="../tags/tag462.xml"/><Relationship Id="rId3" Type="http://schemas.openxmlformats.org/officeDocument/2006/relationships/tags" Target="../tags/tag435.xml"/><Relationship Id="rId29" Type="http://schemas.openxmlformats.org/officeDocument/2006/relationships/tags" Target="../tags/tag461.xml"/><Relationship Id="rId28" Type="http://schemas.openxmlformats.org/officeDocument/2006/relationships/tags" Target="../tags/tag460.xml"/><Relationship Id="rId27" Type="http://schemas.openxmlformats.org/officeDocument/2006/relationships/tags" Target="../tags/tag459.xml"/><Relationship Id="rId26" Type="http://schemas.openxmlformats.org/officeDocument/2006/relationships/tags" Target="../tags/tag458.xml"/><Relationship Id="rId25" Type="http://schemas.openxmlformats.org/officeDocument/2006/relationships/tags" Target="../tags/tag457.xml"/><Relationship Id="rId24" Type="http://schemas.openxmlformats.org/officeDocument/2006/relationships/tags" Target="../tags/tag456.xml"/><Relationship Id="rId23" Type="http://schemas.openxmlformats.org/officeDocument/2006/relationships/tags" Target="../tags/tag455.xml"/><Relationship Id="rId22" Type="http://schemas.openxmlformats.org/officeDocument/2006/relationships/tags" Target="../tags/tag454.xml"/><Relationship Id="rId21" Type="http://schemas.openxmlformats.org/officeDocument/2006/relationships/tags" Target="../tags/tag453.xml"/><Relationship Id="rId20" Type="http://schemas.openxmlformats.org/officeDocument/2006/relationships/tags" Target="../tags/tag452.xml"/><Relationship Id="rId2" Type="http://schemas.openxmlformats.org/officeDocument/2006/relationships/tags" Target="../tags/tag434.xml"/><Relationship Id="rId19" Type="http://schemas.openxmlformats.org/officeDocument/2006/relationships/tags" Target="../tags/tag451.xml"/><Relationship Id="rId18" Type="http://schemas.openxmlformats.org/officeDocument/2006/relationships/tags" Target="../tags/tag450.xml"/><Relationship Id="rId17" Type="http://schemas.openxmlformats.org/officeDocument/2006/relationships/tags" Target="../tags/tag449.xml"/><Relationship Id="rId16" Type="http://schemas.openxmlformats.org/officeDocument/2006/relationships/tags" Target="../tags/tag448.xml"/><Relationship Id="rId15" Type="http://schemas.openxmlformats.org/officeDocument/2006/relationships/tags" Target="../tags/tag447.xml"/><Relationship Id="rId14" Type="http://schemas.openxmlformats.org/officeDocument/2006/relationships/tags" Target="../tags/tag446.xml"/><Relationship Id="rId13" Type="http://schemas.openxmlformats.org/officeDocument/2006/relationships/tags" Target="../tags/tag445.xml"/><Relationship Id="rId12" Type="http://schemas.openxmlformats.org/officeDocument/2006/relationships/tags" Target="../tags/tag444.xml"/><Relationship Id="rId11" Type="http://schemas.openxmlformats.org/officeDocument/2006/relationships/tags" Target="../tags/tag443.xml"/><Relationship Id="rId10" Type="http://schemas.openxmlformats.org/officeDocument/2006/relationships/tags" Target="../tags/tag442.xml"/><Relationship Id="rId1" Type="http://schemas.openxmlformats.org/officeDocument/2006/relationships/tags" Target="../tags/tag43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94.xml"/><Relationship Id="rId8" Type="http://schemas.openxmlformats.org/officeDocument/2006/relationships/tags" Target="../tags/tag493.xml"/><Relationship Id="rId7" Type="http://schemas.openxmlformats.org/officeDocument/2006/relationships/tags" Target="../tags/tag492.xml"/><Relationship Id="rId6" Type="http://schemas.openxmlformats.org/officeDocument/2006/relationships/tags" Target="../tags/tag491.xml"/><Relationship Id="rId5" Type="http://schemas.openxmlformats.org/officeDocument/2006/relationships/tags" Target="../tags/tag490.xml"/><Relationship Id="rId4" Type="http://schemas.openxmlformats.org/officeDocument/2006/relationships/tags" Target="../tags/tag489.xml"/><Relationship Id="rId3" Type="http://schemas.openxmlformats.org/officeDocument/2006/relationships/tags" Target="../tags/tag488.xml"/><Relationship Id="rId2" Type="http://schemas.openxmlformats.org/officeDocument/2006/relationships/tags" Target="../tags/tag487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99.xml"/><Relationship Id="rId13" Type="http://schemas.openxmlformats.org/officeDocument/2006/relationships/tags" Target="../tags/tag498.xml"/><Relationship Id="rId12" Type="http://schemas.openxmlformats.org/officeDocument/2006/relationships/tags" Target="../tags/tag497.xml"/><Relationship Id="rId11" Type="http://schemas.openxmlformats.org/officeDocument/2006/relationships/tags" Target="../tags/tag496.xml"/><Relationship Id="rId10" Type="http://schemas.openxmlformats.org/officeDocument/2006/relationships/tags" Target="../tags/tag495.xml"/><Relationship Id="rId1" Type="http://schemas.openxmlformats.org/officeDocument/2006/relationships/tags" Target="../tags/tag48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0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09.xml"/><Relationship Id="rId81" Type="http://schemas.openxmlformats.org/officeDocument/2006/relationships/slideLayout" Target="../slideLayouts/slideLayout2.xml"/><Relationship Id="rId80" Type="http://schemas.openxmlformats.org/officeDocument/2006/relationships/tags" Target="../tags/tag580.xml"/><Relationship Id="rId8" Type="http://schemas.openxmlformats.org/officeDocument/2006/relationships/tags" Target="../tags/tag508.xml"/><Relationship Id="rId79" Type="http://schemas.openxmlformats.org/officeDocument/2006/relationships/tags" Target="../tags/tag579.xml"/><Relationship Id="rId78" Type="http://schemas.openxmlformats.org/officeDocument/2006/relationships/tags" Target="../tags/tag578.xml"/><Relationship Id="rId77" Type="http://schemas.openxmlformats.org/officeDocument/2006/relationships/tags" Target="../tags/tag577.xml"/><Relationship Id="rId76" Type="http://schemas.openxmlformats.org/officeDocument/2006/relationships/tags" Target="../tags/tag576.xml"/><Relationship Id="rId75" Type="http://schemas.openxmlformats.org/officeDocument/2006/relationships/tags" Target="../tags/tag575.xml"/><Relationship Id="rId74" Type="http://schemas.openxmlformats.org/officeDocument/2006/relationships/tags" Target="../tags/tag574.xml"/><Relationship Id="rId73" Type="http://schemas.openxmlformats.org/officeDocument/2006/relationships/tags" Target="../tags/tag573.xml"/><Relationship Id="rId72" Type="http://schemas.openxmlformats.org/officeDocument/2006/relationships/tags" Target="../tags/tag572.xml"/><Relationship Id="rId71" Type="http://schemas.openxmlformats.org/officeDocument/2006/relationships/tags" Target="../tags/tag571.xml"/><Relationship Id="rId70" Type="http://schemas.openxmlformats.org/officeDocument/2006/relationships/tags" Target="../tags/tag570.xml"/><Relationship Id="rId7" Type="http://schemas.openxmlformats.org/officeDocument/2006/relationships/tags" Target="../tags/tag507.xml"/><Relationship Id="rId69" Type="http://schemas.openxmlformats.org/officeDocument/2006/relationships/tags" Target="../tags/tag569.xml"/><Relationship Id="rId68" Type="http://schemas.openxmlformats.org/officeDocument/2006/relationships/tags" Target="../tags/tag568.xml"/><Relationship Id="rId67" Type="http://schemas.openxmlformats.org/officeDocument/2006/relationships/tags" Target="../tags/tag567.xml"/><Relationship Id="rId66" Type="http://schemas.openxmlformats.org/officeDocument/2006/relationships/tags" Target="../tags/tag566.xml"/><Relationship Id="rId65" Type="http://schemas.openxmlformats.org/officeDocument/2006/relationships/tags" Target="../tags/tag565.xml"/><Relationship Id="rId64" Type="http://schemas.openxmlformats.org/officeDocument/2006/relationships/tags" Target="../tags/tag564.xml"/><Relationship Id="rId63" Type="http://schemas.openxmlformats.org/officeDocument/2006/relationships/tags" Target="../tags/tag563.xml"/><Relationship Id="rId62" Type="http://schemas.openxmlformats.org/officeDocument/2006/relationships/tags" Target="../tags/tag562.xml"/><Relationship Id="rId61" Type="http://schemas.openxmlformats.org/officeDocument/2006/relationships/tags" Target="../tags/tag561.xml"/><Relationship Id="rId60" Type="http://schemas.openxmlformats.org/officeDocument/2006/relationships/tags" Target="../tags/tag560.xml"/><Relationship Id="rId6" Type="http://schemas.openxmlformats.org/officeDocument/2006/relationships/tags" Target="../tags/tag506.xml"/><Relationship Id="rId59" Type="http://schemas.openxmlformats.org/officeDocument/2006/relationships/tags" Target="../tags/tag559.xml"/><Relationship Id="rId58" Type="http://schemas.openxmlformats.org/officeDocument/2006/relationships/tags" Target="../tags/tag558.xml"/><Relationship Id="rId57" Type="http://schemas.openxmlformats.org/officeDocument/2006/relationships/tags" Target="../tags/tag557.xml"/><Relationship Id="rId56" Type="http://schemas.openxmlformats.org/officeDocument/2006/relationships/tags" Target="../tags/tag556.xml"/><Relationship Id="rId55" Type="http://schemas.openxmlformats.org/officeDocument/2006/relationships/tags" Target="../tags/tag555.xml"/><Relationship Id="rId54" Type="http://schemas.openxmlformats.org/officeDocument/2006/relationships/tags" Target="../tags/tag554.xml"/><Relationship Id="rId53" Type="http://schemas.openxmlformats.org/officeDocument/2006/relationships/tags" Target="../tags/tag553.xml"/><Relationship Id="rId52" Type="http://schemas.openxmlformats.org/officeDocument/2006/relationships/tags" Target="../tags/tag552.xml"/><Relationship Id="rId51" Type="http://schemas.openxmlformats.org/officeDocument/2006/relationships/tags" Target="../tags/tag551.xml"/><Relationship Id="rId50" Type="http://schemas.openxmlformats.org/officeDocument/2006/relationships/tags" Target="../tags/tag550.xml"/><Relationship Id="rId5" Type="http://schemas.openxmlformats.org/officeDocument/2006/relationships/tags" Target="../tags/tag505.xml"/><Relationship Id="rId49" Type="http://schemas.openxmlformats.org/officeDocument/2006/relationships/tags" Target="../tags/tag549.xml"/><Relationship Id="rId48" Type="http://schemas.openxmlformats.org/officeDocument/2006/relationships/tags" Target="../tags/tag548.xml"/><Relationship Id="rId47" Type="http://schemas.openxmlformats.org/officeDocument/2006/relationships/tags" Target="../tags/tag547.xml"/><Relationship Id="rId46" Type="http://schemas.openxmlformats.org/officeDocument/2006/relationships/tags" Target="../tags/tag546.xml"/><Relationship Id="rId45" Type="http://schemas.openxmlformats.org/officeDocument/2006/relationships/tags" Target="../tags/tag545.xml"/><Relationship Id="rId44" Type="http://schemas.openxmlformats.org/officeDocument/2006/relationships/tags" Target="../tags/tag544.xml"/><Relationship Id="rId43" Type="http://schemas.openxmlformats.org/officeDocument/2006/relationships/tags" Target="../tags/tag543.xml"/><Relationship Id="rId42" Type="http://schemas.openxmlformats.org/officeDocument/2006/relationships/tags" Target="../tags/tag542.xml"/><Relationship Id="rId41" Type="http://schemas.openxmlformats.org/officeDocument/2006/relationships/tags" Target="../tags/tag541.xml"/><Relationship Id="rId40" Type="http://schemas.openxmlformats.org/officeDocument/2006/relationships/tags" Target="../tags/tag540.xml"/><Relationship Id="rId4" Type="http://schemas.openxmlformats.org/officeDocument/2006/relationships/tags" Target="../tags/tag504.xml"/><Relationship Id="rId39" Type="http://schemas.openxmlformats.org/officeDocument/2006/relationships/tags" Target="../tags/tag539.xml"/><Relationship Id="rId38" Type="http://schemas.openxmlformats.org/officeDocument/2006/relationships/tags" Target="../tags/tag538.xml"/><Relationship Id="rId37" Type="http://schemas.openxmlformats.org/officeDocument/2006/relationships/tags" Target="../tags/tag537.xml"/><Relationship Id="rId36" Type="http://schemas.openxmlformats.org/officeDocument/2006/relationships/tags" Target="../tags/tag536.xml"/><Relationship Id="rId35" Type="http://schemas.openxmlformats.org/officeDocument/2006/relationships/tags" Target="../tags/tag535.xml"/><Relationship Id="rId34" Type="http://schemas.openxmlformats.org/officeDocument/2006/relationships/tags" Target="../tags/tag534.xml"/><Relationship Id="rId33" Type="http://schemas.openxmlformats.org/officeDocument/2006/relationships/tags" Target="../tags/tag533.xml"/><Relationship Id="rId32" Type="http://schemas.openxmlformats.org/officeDocument/2006/relationships/tags" Target="../tags/tag532.xml"/><Relationship Id="rId31" Type="http://schemas.openxmlformats.org/officeDocument/2006/relationships/tags" Target="../tags/tag531.xml"/><Relationship Id="rId30" Type="http://schemas.openxmlformats.org/officeDocument/2006/relationships/tags" Target="../tags/tag530.xml"/><Relationship Id="rId3" Type="http://schemas.openxmlformats.org/officeDocument/2006/relationships/tags" Target="../tags/tag503.xml"/><Relationship Id="rId29" Type="http://schemas.openxmlformats.org/officeDocument/2006/relationships/tags" Target="../tags/tag529.xml"/><Relationship Id="rId28" Type="http://schemas.openxmlformats.org/officeDocument/2006/relationships/tags" Target="../tags/tag528.xml"/><Relationship Id="rId27" Type="http://schemas.openxmlformats.org/officeDocument/2006/relationships/tags" Target="../tags/tag527.xml"/><Relationship Id="rId26" Type="http://schemas.openxmlformats.org/officeDocument/2006/relationships/tags" Target="../tags/tag526.xml"/><Relationship Id="rId25" Type="http://schemas.openxmlformats.org/officeDocument/2006/relationships/tags" Target="../tags/tag525.xml"/><Relationship Id="rId24" Type="http://schemas.openxmlformats.org/officeDocument/2006/relationships/tags" Target="../tags/tag524.xml"/><Relationship Id="rId23" Type="http://schemas.openxmlformats.org/officeDocument/2006/relationships/tags" Target="../tags/tag523.xml"/><Relationship Id="rId22" Type="http://schemas.openxmlformats.org/officeDocument/2006/relationships/tags" Target="../tags/tag522.xml"/><Relationship Id="rId21" Type="http://schemas.openxmlformats.org/officeDocument/2006/relationships/tags" Target="../tags/tag521.xml"/><Relationship Id="rId20" Type="http://schemas.openxmlformats.org/officeDocument/2006/relationships/tags" Target="../tags/tag520.xml"/><Relationship Id="rId2" Type="http://schemas.openxmlformats.org/officeDocument/2006/relationships/tags" Target="../tags/tag502.xml"/><Relationship Id="rId19" Type="http://schemas.openxmlformats.org/officeDocument/2006/relationships/tags" Target="../tags/tag519.xml"/><Relationship Id="rId18" Type="http://schemas.openxmlformats.org/officeDocument/2006/relationships/tags" Target="../tags/tag518.xml"/><Relationship Id="rId17" Type="http://schemas.openxmlformats.org/officeDocument/2006/relationships/tags" Target="../tags/tag517.xml"/><Relationship Id="rId16" Type="http://schemas.openxmlformats.org/officeDocument/2006/relationships/tags" Target="../tags/tag516.xml"/><Relationship Id="rId15" Type="http://schemas.openxmlformats.org/officeDocument/2006/relationships/tags" Target="../tags/tag515.xml"/><Relationship Id="rId14" Type="http://schemas.openxmlformats.org/officeDocument/2006/relationships/tags" Target="../tags/tag514.xml"/><Relationship Id="rId13" Type="http://schemas.openxmlformats.org/officeDocument/2006/relationships/tags" Target="../tags/tag513.xml"/><Relationship Id="rId12" Type="http://schemas.openxmlformats.org/officeDocument/2006/relationships/tags" Target="../tags/tag512.xml"/><Relationship Id="rId11" Type="http://schemas.openxmlformats.org/officeDocument/2006/relationships/tags" Target="../tags/tag511.xml"/><Relationship Id="rId10" Type="http://schemas.openxmlformats.org/officeDocument/2006/relationships/tags" Target="../tags/tag510.xml"/><Relationship Id="rId1" Type="http://schemas.openxmlformats.org/officeDocument/2006/relationships/tags" Target="../tags/tag50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586.xml"/><Relationship Id="rId6" Type="http://schemas.openxmlformats.org/officeDocument/2006/relationships/image" Target="../media/image10.png"/><Relationship Id="rId5" Type="http://schemas.openxmlformats.org/officeDocument/2006/relationships/tags" Target="../tags/tag585.xml"/><Relationship Id="rId4" Type="http://schemas.openxmlformats.org/officeDocument/2006/relationships/tags" Target="../tags/tag584.xml"/><Relationship Id="rId3" Type="http://schemas.openxmlformats.org/officeDocument/2006/relationships/tags" Target="../tags/tag583.xml"/><Relationship Id="rId2" Type="http://schemas.openxmlformats.org/officeDocument/2006/relationships/tags" Target="../tags/tag582.xml"/><Relationship Id="rId1" Type="http://schemas.openxmlformats.org/officeDocument/2006/relationships/tags" Target="../tags/tag581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tags" Target="../tags/tag590.xml"/><Relationship Id="rId3" Type="http://schemas.openxmlformats.org/officeDocument/2006/relationships/tags" Target="../tags/tag589.xml"/><Relationship Id="rId2" Type="http://schemas.openxmlformats.org/officeDocument/2006/relationships/tags" Target="../tags/tag588.xml"/><Relationship Id="rId1" Type="http://schemas.openxmlformats.org/officeDocument/2006/relationships/tags" Target="../tags/tag587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3.xml"/><Relationship Id="rId3" Type="http://schemas.openxmlformats.org/officeDocument/2006/relationships/tags" Target="../tags/tag592.xml"/><Relationship Id="rId2" Type="http://schemas.openxmlformats.org/officeDocument/2006/relationships/image" Target="../media/image12.png"/><Relationship Id="rId1" Type="http://schemas.openxmlformats.org/officeDocument/2006/relationships/tags" Target="../tags/tag591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596.xml"/><Relationship Id="rId2" Type="http://schemas.openxmlformats.org/officeDocument/2006/relationships/tags" Target="../tags/tag595.xml"/><Relationship Id="rId1" Type="http://schemas.openxmlformats.org/officeDocument/2006/relationships/tags" Target="../tags/tag59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02.xml"/><Relationship Id="rId7" Type="http://schemas.openxmlformats.org/officeDocument/2006/relationships/tags" Target="../tags/tag601.xml"/><Relationship Id="rId6" Type="http://schemas.openxmlformats.org/officeDocument/2006/relationships/tags" Target="../tags/tag600.xml"/><Relationship Id="rId5" Type="http://schemas.openxmlformats.org/officeDocument/2006/relationships/tags" Target="../tags/tag599.xml"/><Relationship Id="rId4" Type="http://schemas.openxmlformats.org/officeDocument/2006/relationships/image" Target="../media/image15.png"/><Relationship Id="rId3" Type="http://schemas.openxmlformats.org/officeDocument/2006/relationships/tags" Target="../tags/tag598.xml"/><Relationship Id="rId2" Type="http://schemas.openxmlformats.org/officeDocument/2006/relationships/image" Target="../media/image14.png"/><Relationship Id="rId1" Type="http://schemas.openxmlformats.org/officeDocument/2006/relationships/tags" Target="../tags/tag59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07.xml"/><Relationship Id="rId6" Type="http://schemas.openxmlformats.org/officeDocument/2006/relationships/tags" Target="../tags/tag606.xml"/><Relationship Id="rId5" Type="http://schemas.openxmlformats.org/officeDocument/2006/relationships/tags" Target="../tags/tag605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604.xml"/><Relationship Id="rId1" Type="http://schemas.openxmlformats.org/officeDocument/2006/relationships/tags" Target="../tags/tag603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12.xml"/><Relationship Id="rId7" Type="http://schemas.openxmlformats.org/officeDocument/2006/relationships/tags" Target="../tags/tag611.xml"/><Relationship Id="rId6" Type="http://schemas.openxmlformats.org/officeDocument/2006/relationships/tags" Target="../tags/tag6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tags" Target="../tags/tag609.xml"/><Relationship Id="rId1" Type="http://schemas.openxmlformats.org/officeDocument/2006/relationships/tags" Target="../tags/tag608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16.xml"/><Relationship Id="rId4" Type="http://schemas.openxmlformats.org/officeDocument/2006/relationships/image" Target="../media/image21.png"/><Relationship Id="rId3" Type="http://schemas.openxmlformats.org/officeDocument/2006/relationships/tags" Target="../tags/tag615.xml"/><Relationship Id="rId2" Type="http://schemas.openxmlformats.org/officeDocument/2006/relationships/tags" Target="../tags/tag614.xml"/><Relationship Id="rId1" Type="http://schemas.openxmlformats.org/officeDocument/2006/relationships/tags" Target="../tags/tag6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tags" Target="../tags/tag6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9.xml"/><Relationship Id="rId1" Type="http://schemas.openxmlformats.org/officeDocument/2006/relationships/tags" Target="../tags/tag618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png"/><Relationship Id="rId7" Type="http://schemas.openxmlformats.org/officeDocument/2006/relationships/tags" Target="../tags/tag625.xml"/><Relationship Id="rId6" Type="http://schemas.openxmlformats.org/officeDocument/2006/relationships/tags" Target="../tags/tag624.xml"/><Relationship Id="rId5" Type="http://schemas.openxmlformats.org/officeDocument/2006/relationships/image" Target="../media/image5.png"/><Relationship Id="rId4" Type="http://schemas.openxmlformats.org/officeDocument/2006/relationships/tags" Target="../tags/tag623.xml"/><Relationship Id="rId3" Type="http://schemas.openxmlformats.org/officeDocument/2006/relationships/tags" Target="../tags/tag622.xml"/><Relationship Id="rId2" Type="http://schemas.openxmlformats.org/officeDocument/2006/relationships/tags" Target="../tags/tag621.xml"/><Relationship Id="rId1" Type="http://schemas.openxmlformats.org/officeDocument/2006/relationships/tags" Target="../tags/tag620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tags" Target="../tags/tag628.xml"/><Relationship Id="rId2" Type="http://schemas.openxmlformats.org/officeDocument/2006/relationships/tags" Target="../tags/tag627.xml"/><Relationship Id="rId1" Type="http://schemas.openxmlformats.org/officeDocument/2006/relationships/tags" Target="../tags/tag626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32.xml"/><Relationship Id="rId4" Type="http://schemas.openxmlformats.org/officeDocument/2006/relationships/image" Target="../media/image25.png"/><Relationship Id="rId3" Type="http://schemas.openxmlformats.org/officeDocument/2006/relationships/tags" Target="../tags/tag631.xml"/><Relationship Id="rId2" Type="http://schemas.openxmlformats.org/officeDocument/2006/relationships/tags" Target="../tags/tag630.xml"/><Relationship Id="rId1" Type="http://schemas.openxmlformats.org/officeDocument/2006/relationships/tags" Target="../tags/tag629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3.bin"/><Relationship Id="rId3" Type="http://schemas.openxmlformats.org/officeDocument/2006/relationships/tags" Target="../tags/tag635.xml"/><Relationship Id="rId2" Type="http://schemas.openxmlformats.org/officeDocument/2006/relationships/tags" Target="../tags/tag634.xml"/><Relationship Id="rId1" Type="http://schemas.openxmlformats.org/officeDocument/2006/relationships/tags" Target="../tags/tag633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38.xml"/><Relationship Id="rId3" Type="http://schemas.openxmlformats.org/officeDocument/2006/relationships/image" Target="../media/image27.png"/><Relationship Id="rId2" Type="http://schemas.openxmlformats.org/officeDocument/2006/relationships/tags" Target="../tags/tag637.xml"/><Relationship Id="rId1" Type="http://schemas.openxmlformats.org/officeDocument/2006/relationships/tags" Target="../tags/tag636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1.xml"/><Relationship Id="rId3" Type="http://schemas.openxmlformats.org/officeDocument/2006/relationships/image" Target="../media/image28.png"/><Relationship Id="rId2" Type="http://schemas.openxmlformats.org/officeDocument/2006/relationships/tags" Target="../tags/tag640.xml"/><Relationship Id="rId1" Type="http://schemas.openxmlformats.org/officeDocument/2006/relationships/tags" Target="../tags/tag639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5.xml"/><Relationship Id="rId4" Type="http://schemas.openxmlformats.org/officeDocument/2006/relationships/image" Target="../media/image29.png"/><Relationship Id="rId3" Type="http://schemas.openxmlformats.org/officeDocument/2006/relationships/tags" Target="../tags/tag644.xml"/><Relationship Id="rId2" Type="http://schemas.openxmlformats.org/officeDocument/2006/relationships/tags" Target="../tags/tag643.xml"/><Relationship Id="rId1" Type="http://schemas.openxmlformats.org/officeDocument/2006/relationships/tags" Target="../tags/tag642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png"/><Relationship Id="rId3" Type="http://schemas.openxmlformats.org/officeDocument/2006/relationships/tags" Target="../tags/tag648.xml"/><Relationship Id="rId2" Type="http://schemas.openxmlformats.org/officeDocument/2006/relationships/tags" Target="../tags/tag647.xml"/><Relationship Id="rId1" Type="http://schemas.openxmlformats.org/officeDocument/2006/relationships/tags" Target="../tags/tag64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2.png"/><Relationship Id="rId6" Type="http://schemas.openxmlformats.org/officeDocument/2006/relationships/tags" Target="../tags/tag653.xml"/><Relationship Id="rId5" Type="http://schemas.openxmlformats.org/officeDocument/2006/relationships/tags" Target="../tags/tag652.xml"/><Relationship Id="rId4" Type="http://schemas.openxmlformats.org/officeDocument/2006/relationships/image" Target="../media/image31.png"/><Relationship Id="rId3" Type="http://schemas.openxmlformats.org/officeDocument/2006/relationships/tags" Target="../tags/tag651.xml"/><Relationship Id="rId2" Type="http://schemas.openxmlformats.org/officeDocument/2006/relationships/tags" Target="../tags/tag650.xml"/><Relationship Id="rId1" Type="http://schemas.openxmlformats.org/officeDocument/2006/relationships/tags" Target="../tags/tag649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tags" Target="../tags/tag655.xml"/><Relationship Id="rId1" Type="http://schemas.openxmlformats.org/officeDocument/2006/relationships/tags" Target="../tags/tag654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8.xml"/><Relationship Id="rId3" Type="http://schemas.openxmlformats.org/officeDocument/2006/relationships/image" Target="../media/image34.png"/><Relationship Id="rId2" Type="http://schemas.openxmlformats.org/officeDocument/2006/relationships/tags" Target="../tags/tag657.xml"/><Relationship Id="rId1" Type="http://schemas.openxmlformats.org/officeDocument/2006/relationships/tags" Target="../tags/tag656.xml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63.xml"/><Relationship Id="rId5" Type="http://schemas.openxmlformats.org/officeDocument/2006/relationships/image" Target="../media/image35.png"/><Relationship Id="rId4" Type="http://schemas.openxmlformats.org/officeDocument/2006/relationships/tags" Target="../tags/tag662.xml"/><Relationship Id="rId3" Type="http://schemas.openxmlformats.org/officeDocument/2006/relationships/tags" Target="../tags/tag661.xml"/><Relationship Id="rId2" Type="http://schemas.openxmlformats.org/officeDocument/2006/relationships/tags" Target="../tags/tag660.xml"/><Relationship Id="rId1" Type="http://schemas.openxmlformats.org/officeDocument/2006/relationships/tags" Target="../tags/tag659.xml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4.bin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" Type="http://schemas.openxmlformats.org/officeDocument/2006/relationships/tags" Target="../tags/tag664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png"/><Relationship Id="rId3" Type="http://schemas.openxmlformats.org/officeDocument/2006/relationships/tags" Target="../tags/tag669.xml"/><Relationship Id="rId2" Type="http://schemas.openxmlformats.org/officeDocument/2006/relationships/tags" Target="../tags/tag668.xml"/><Relationship Id="rId1" Type="http://schemas.openxmlformats.org/officeDocument/2006/relationships/tags" Target="../tags/tag66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2.xml"/><Relationship Id="rId3" Type="http://schemas.openxmlformats.org/officeDocument/2006/relationships/image" Target="../media/image38.png"/><Relationship Id="rId2" Type="http://schemas.openxmlformats.org/officeDocument/2006/relationships/tags" Target="../tags/tag671.xml"/><Relationship Id="rId1" Type="http://schemas.openxmlformats.org/officeDocument/2006/relationships/tags" Target="../tags/tag670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.png"/><Relationship Id="rId3" Type="http://schemas.openxmlformats.org/officeDocument/2006/relationships/tags" Target="../tags/tag675.xml"/><Relationship Id="rId2" Type="http://schemas.openxmlformats.org/officeDocument/2006/relationships/tags" Target="../tags/tag674.xml"/><Relationship Id="rId1" Type="http://schemas.openxmlformats.org/officeDocument/2006/relationships/tags" Target="../tags/tag673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tags" Target="../tags/tag678.xml"/><Relationship Id="rId2" Type="http://schemas.openxmlformats.org/officeDocument/2006/relationships/tags" Target="../tags/tag677.xml"/><Relationship Id="rId1" Type="http://schemas.openxmlformats.org/officeDocument/2006/relationships/tags" Target="../tags/tag676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png"/><Relationship Id="rId3" Type="http://schemas.openxmlformats.org/officeDocument/2006/relationships/tags" Target="../tags/tag681.xml"/><Relationship Id="rId2" Type="http://schemas.openxmlformats.org/officeDocument/2006/relationships/tags" Target="../tags/tag680.xml"/><Relationship Id="rId1" Type="http://schemas.openxmlformats.org/officeDocument/2006/relationships/tags" Target="../tags/tag679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tags" Target="../tags/tag683.xml"/><Relationship Id="rId1" Type="http://schemas.openxmlformats.org/officeDocument/2006/relationships/tags" Target="../tags/tag682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png"/><Relationship Id="rId3" Type="http://schemas.openxmlformats.org/officeDocument/2006/relationships/tags" Target="../tags/tag686.xml"/><Relationship Id="rId2" Type="http://schemas.openxmlformats.org/officeDocument/2006/relationships/tags" Target="../tags/tag685.xml"/><Relationship Id="rId1" Type="http://schemas.openxmlformats.org/officeDocument/2006/relationships/tags" Target="../tags/tag684.xml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tags" Target="../tags/tag690.xml"/><Relationship Id="rId3" Type="http://schemas.openxmlformats.org/officeDocument/2006/relationships/tags" Target="../tags/tag689.xml"/><Relationship Id="rId2" Type="http://schemas.openxmlformats.org/officeDocument/2006/relationships/tags" Target="../tags/tag688.xml"/><Relationship Id="rId1" Type="http://schemas.openxmlformats.org/officeDocument/2006/relationships/tags" Target="../tags/tag68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1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4.xml"/><Relationship Id="rId2" Type="http://schemas.openxmlformats.org/officeDocument/2006/relationships/tags" Target="../tags/tag693.xml"/><Relationship Id="rId1" Type="http://schemas.openxmlformats.org/officeDocument/2006/relationships/tags" Target="../tags/tag692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7.xml"/><Relationship Id="rId2" Type="http://schemas.openxmlformats.org/officeDocument/2006/relationships/tags" Target="../tags/tag696.xml"/><Relationship Id="rId1" Type="http://schemas.openxmlformats.org/officeDocument/2006/relationships/tags" Target="../tags/tag695.xml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02.xml"/><Relationship Id="rId5" Type="http://schemas.openxmlformats.org/officeDocument/2006/relationships/tags" Target="../tags/tag701.xml"/><Relationship Id="rId4" Type="http://schemas.openxmlformats.org/officeDocument/2006/relationships/image" Target="../media/image45.png"/><Relationship Id="rId3" Type="http://schemas.openxmlformats.org/officeDocument/2006/relationships/tags" Target="../tags/tag700.xml"/><Relationship Id="rId2" Type="http://schemas.openxmlformats.org/officeDocument/2006/relationships/tags" Target="../tags/tag699.xml"/><Relationship Id="rId1" Type="http://schemas.openxmlformats.org/officeDocument/2006/relationships/tags" Target="../tags/tag698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5.xml"/><Relationship Id="rId2" Type="http://schemas.openxmlformats.org/officeDocument/2006/relationships/tags" Target="../tags/tag704.xml"/><Relationship Id="rId1" Type="http://schemas.openxmlformats.org/officeDocument/2006/relationships/tags" Target="../tags/tag703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8.xml"/><Relationship Id="rId2" Type="http://schemas.openxmlformats.org/officeDocument/2006/relationships/tags" Target="../tags/tag707.xml"/><Relationship Id="rId1" Type="http://schemas.openxmlformats.org/officeDocument/2006/relationships/tags" Target="../tags/tag70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0.xml"/><Relationship Id="rId1" Type="http://schemas.openxmlformats.org/officeDocument/2006/relationships/tags" Target="../tags/tag70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3.xml"/><Relationship Id="rId1" Type="http://schemas.openxmlformats.org/officeDocument/2006/relationships/tags" Target="../tags/tag7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内存占用分析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Linux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物理内存划分</a:t>
            </a:r>
            <a:endParaRPr kumimoji="0" lang="en-US" alt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Linux内存划分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node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划分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5657215" cy="15519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现在多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机器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非单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多核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一般是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NUMA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架构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，如下，每一组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都有自己配套的内存，当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访问自己本地内存时速度较快，而访问其它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的内存，则速度较慢。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423025" y="1988820"/>
            <a:ext cx="5481320" cy="3702050"/>
            <a:chOff x="10115" y="3132"/>
            <a:chExt cx="8632" cy="5830"/>
          </a:xfrm>
        </p:grpSpPr>
        <p:sp>
          <p:nvSpPr>
            <p:cNvPr id="5" name="矩形 4"/>
            <p:cNvSpPr/>
            <p:nvPr/>
          </p:nvSpPr>
          <p:spPr>
            <a:xfrm>
              <a:off x="10117" y="3132"/>
              <a:ext cx="8630" cy="4815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117" y="7945"/>
              <a:ext cx="8630" cy="9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117" y="8366"/>
              <a:ext cx="176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硬件资源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117" y="7343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操作系统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3"/>
              </p:custDataLst>
            </p:nvPr>
          </p:nvSpPr>
          <p:spPr>
            <a:xfrm>
              <a:off x="11816" y="8125"/>
              <a:ext cx="1371" cy="6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4"/>
              </p:custDataLst>
            </p:nvPr>
          </p:nvSpPr>
          <p:spPr>
            <a:xfrm>
              <a:off x="11816" y="815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5"/>
              </p:custDataLst>
            </p:nvPr>
          </p:nvSpPr>
          <p:spPr>
            <a:xfrm>
              <a:off x="13290" y="8100"/>
              <a:ext cx="1371" cy="7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6"/>
              </p:custDataLst>
            </p:nvPr>
          </p:nvSpPr>
          <p:spPr>
            <a:xfrm>
              <a:off x="13290" y="812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7"/>
              </p:custDataLst>
            </p:nvPr>
          </p:nvSpPr>
          <p:spPr>
            <a:xfrm>
              <a:off x="14764" y="8125"/>
              <a:ext cx="1371" cy="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8"/>
              </p:custDataLst>
            </p:nvPr>
          </p:nvSpPr>
          <p:spPr>
            <a:xfrm>
              <a:off x="14764" y="815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9"/>
              </p:custDataLst>
            </p:nvPr>
          </p:nvSpPr>
          <p:spPr>
            <a:xfrm>
              <a:off x="16435" y="8125"/>
              <a:ext cx="1371" cy="6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0"/>
              </p:custDataLst>
            </p:nvPr>
          </p:nvSpPr>
          <p:spPr>
            <a:xfrm>
              <a:off x="16435" y="815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>
            <a:xfrm flipH="1" flipV="1">
              <a:off x="13858" y="7346"/>
              <a:ext cx="1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11"/>
              </p:custDataLst>
            </p:nvPr>
          </p:nvSpPr>
          <p:spPr>
            <a:xfrm>
              <a:off x="10117" y="5877"/>
              <a:ext cx="4764" cy="14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12"/>
              </p:custDataLst>
            </p:nvPr>
          </p:nvSpPr>
          <p:spPr>
            <a:xfrm>
              <a:off x="14880" y="5877"/>
              <a:ext cx="3867" cy="146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3"/>
              </p:custDataLst>
            </p:nvPr>
          </p:nvSpPr>
          <p:spPr>
            <a:xfrm>
              <a:off x="10115" y="6766"/>
              <a:ext cx="1611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node0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4"/>
              </p:custDataLst>
            </p:nvPr>
          </p:nvSpPr>
          <p:spPr>
            <a:xfrm>
              <a:off x="14881" y="6779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node1</a:t>
              </a:r>
              <a:endPara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pic>
        <p:nvPicPr>
          <p:cNvPr id="100" name="图片 99"/>
          <p:cNvPicPr/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11860" y="2708911"/>
            <a:ext cx="4610100" cy="18668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17"/>
            </p:custDataLst>
          </p:nvPr>
        </p:nvSpPr>
        <p:spPr>
          <a:xfrm>
            <a:off x="695325" y="4683125"/>
            <a:ext cx="5657215" cy="15519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每一组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CPU+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内存被称为一个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节点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node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因此，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上内存首先按照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node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划分。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Linux内存划分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zone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划分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383020" y="2049145"/>
            <a:ext cx="5481320" cy="3702050"/>
            <a:chOff x="10052" y="3227"/>
            <a:chExt cx="8632" cy="5830"/>
          </a:xfrm>
        </p:grpSpPr>
        <p:sp>
          <p:nvSpPr>
            <p:cNvPr id="5" name="矩形 4"/>
            <p:cNvSpPr/>
            <p:nvPr/>
          </p:nvSpPr>
          <p:spPr>
            <a:xfrm>
              <a:off x="10054" y="3227"/>
              <a:ext cx="8630" cy="4815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054" y="8040"/>
              <a:ext cx="8630" cy="9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054" y="8461"/>
              <a:ext cx="176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硬件资源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054" y="7438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操作系统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2"/>
              </p:custDataLst>
            </p:nvPr>
          </p:nvSpPr>
          <p:spPr>
            <a:xfrm>
              <a:off x="11753" y="8220"/>
              <a:ext cx="1371" cy="6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3"/>
              </p:custDataLst>
            </p:nvPr>
          </p:nvSpPr>
          <p:spPr>
            <a:xfrm>
              <a:off x="11753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4"/>
              </p:custDataLst>
            </p:nvPr>
          </p:nvSpPr>
          <p:spPr>
            <a:xfrm>
              <a:off x="13227" y="8195"/>
              <a:ext cx="1371" cy="7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5"/>
              </p:custDataLst>
            </p:nvPr>
          </p:nvSpPr>
          <p:spPr>
            <a:xfrm>
              <a:off x="13227" y="822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6"/>
              </p:custDataLst>
            </p:nvPr>
          </p:nvSpPr>
          <p:spPr>
            <a:xfrm>
              <a:off x="14701" y="8220"/>
              <a:ext cx="1371" cy="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7"/>
              </p:custDataLst>
            </p:nvPr>
          </p:nvSpPr>
          <p:spPr>
            <a:xfrm>
              <a:off x="14701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8"/>
              </p:custDataLst>
            </p:nvPr>
          </p:nvSpPr>
          <p:spPr>
            <a:xfrm>
              <a:off x="16372" y="8220"/>
              <a:ext cx="1371" cy="6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9"/>
              </p:custDataLst>
            </p:nvPr>
          </p:nvSpPr>
          <p:spPr>
            <a:xfrm>
              <a:off x="16372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>
            <a:xfrm flipH="1" flipV="1">
              <a:off x="13795" y="7441"/>
              <a:ext cx="1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10"/>
              </p:custDataLst>
            </p:nvPr>
          </p:nvSpPr>
          <p:spPr>
            <a:xfrm>
              <a:off x="10054" y="5972"/>
              <a:ext cx="8631" cy="14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1"/>
              </p:custDataLst>
            </p:nvPr>
          </p:nvSpPr>
          <p:spPr>
            <a:xfrm>
              <a:off x="10052" y="6967"/>
              <a:ext cx="1611" cy="44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node0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0104" y="5961"/>
              <a:ext cx="2823" cy="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3"/>
              </p:custDataLst>
            </p:nvPr>
          </p:nvSpPr>
          <p:spPr>
            <a:xfrm>
              <a:off x="10052" y="6422"/>
              <a:ext cx="1419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927" y="5961"/>
              <a:ext cx="2711" cy="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5"/>
              </p:custDataLst>
            </p:nvPr>
          </p:nvSpPr>
          <p:spPr>
            <a:xfrm>
              <a:off x="12974" y="6398"/>
              <a:ext cx="1419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DMA32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16"/>
              </p:custDataLst>
            </p:nvPr>
          </p:nvSpPr>
          <p:spPr>
            <a:xfrm>
              <a:off x="15638" y="5965"/>
              <a:ext cx="3005" cy="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7"/>
              </p:custDataLst>
            </p:nvPr>
          </p:nvSpPr>
          <p:spPr>
            <a:xfrm>
              <a:off x="15704" y="6422"/>
              <a:ext cx="1419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Normal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622935" y="1629410"/>
            <a:ext cx="5657215" cy="284861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每个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Node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，又会划分为多个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Zone(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区域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DMA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地址段最低的一块内存区域，供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设备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DMA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访问。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DMA32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用于支持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32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位地址总线的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DMA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设备，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64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位系统里才有效。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NORMAL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DMA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DMA32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之外的内存，全部在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NORMAL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623570" y="4654550"/>
            <a:ext cx="5657215" cy="10153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zone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划分情况可通过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/proc/zoneinfo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Linux内存划分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分页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465455" y="1414145"/>
            <a:ext cx="5152390" cy="32797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最后，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将区域中的内存划分成各种类型的页面管理，俗称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分页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(page)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，页面之间通过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多种链表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连接。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空闲页面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(free)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未分配出去的页面。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匿名页面</a:t>
            </a:r>
            <a:r>
              <a:rPr lang="en-US" altLang="zh-CN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(anon)</a:t>
            </a:r>
            <a:r>
              <a:rPr lang="zh-CN" altLang="en-US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已分配出去的内存页面，无关联文件，若开启了</a:t>
            </a:r>
            <a:r>
              <a:rPr lang="en-US" altLang="zh-CN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，内存不足时可</a:t>
            </a:r>
            <a:r>
              <a:rPr lang="en-US" altLang="zh-CN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swapout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以释放。</a:t>
            </a:r>
            <a:endParaRPr lang="zh-CN" altLang="en-US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文件页面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(file)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已分配的文件关联的内存页面，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比如文件缓存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Cache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与块缓存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Buffers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，如果页面被修改，称为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脏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(dirty)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页面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73075" y="4869180"/>
            <a:ext cx="5807710" cy="10153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中，各个页面情况，也可通过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/proc/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pagetype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info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查看，</a:t>
            </a:r>
            <a:r>
              <a:rPr lang="en-US" altLang="zh-CN" sz="2000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/proc/meminfo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则是各个区域的汇总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6383020" y="2049145"/>
            <a:ext cx="5483225" cy="3702050"/>
            <a:chOff x="10052" y="3227"/>
            <a:chExt cx="8635" cy="5830"/>
          </a:xfrm>
        </p:grpSpPr>
        <p:sp>
          <p:nvSpPr>
            <p:cNvPr id="5" name="矩形 4"/>
            <p:cNvSpPr/>
            <p:nvPr/>
          </p:nvSpPr>
          <p:spPr>
            <a:xfrm>
              <a:off x="10054" y="3227"/>
              <a:ext cx="8630" cy="4815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054" y="8040"/>
              <a:ext cx="8630" cy="9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054" y="8461"/>
              <a:ext cx="176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硬件资源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054" y="7438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操作系统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4"/>
              </p:custDataLst>
            </p:nvPr>
          </p:nvSpPr>
          <p:spPr>
            <a:xfrm>
              <a:off x="11753" y="8220"/>
              <a:ext cx="1371" cy="6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5"/>
              </p:custDataLst>
            </p:nvPr>
          </p:nvSpPr>
          <p:spPr>
            <a:xfrm>
              <a:off x="11753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3227" y="8195"/>
              <a:ext cx="1371" cy="7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7"/>
              </p:custDataLst>
            </p:nvPr>
          </p:nvSpPr>
          <p:spPr>
            <a:xfrm>
              <a:off x="13227" y="822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8"/>
              </p:custDataLst>
            </p:nvPr>
          </p:nvSpPr>
          <p:spPr>
            <a:xfrm>
              <a:off x="14701" y="8220"/>
              <a:ext cx="1371" cy="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9"/>
              </p:custDataLst>
            </p:nvPr>
          </p:nvSpPr>
          <p:spPr>
            <a:xfrm>
              <a:off x="14701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10"/>
              </p:custDataLst>
            </p:nvPr>
          </p:nvSpPr>
          <p:spPr>
            <a:xfrm>
              <a:off x="16372" y="8220"/>
              <a:ext cx="1371" cy="6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1"/>
              </p:custDataLst>
            </p:nvPr>
          </p:nvSpPr>
          <p:spPr>
            <a:xfrm>
              <a:off x="16372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>
            <a:xfrm flipH="1" flipV="1">
              <a:off x="13795" y="7441"/>
              <a:ext cx="1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12"/>
              </p:custDataLst>
            </p:nvPr>
          </p:nvSpPr>
          <p:spPr>
            <a:xfrm>
              <a:off x="10054" y="4994"/>
              <a:ext cx="8631" cy="244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3"/>
              </p:custDataLst>
            </p:nvPr>
          </p:nvSpPr>
          <p:spPr>
            <a:xfrm>
              <a:off x="10052" y="6948"/>
              <a:ext cx="1267" cy="46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node0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10095" y="5012"/>
              <a:ext cx="748" cy="1949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5"/>
              </p:custDataLst>
            </p:nvPr>
          </p:nvSpPr>
          <p:spPr>
            <a:xfrm>
              <a:off x="10052" y="6475"/>
              <a:ext cx="1050" cy="49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6"/>
              </p:custDataLst>
            </p:nvPr>
          </p:nvSpPr>
          <p:spPr>
            <a:xfrm>
              <a:off x="10843" y="5000"/>
              <a:ext cx="1002" cy="196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7"/>
              </p:custDataLst>
            </p:nvPr>
          </p:nvSpPr>
          <p:spPr>
            <a:xfrm>
              <a:off x="10760" y="6496"/>
              <a:ext cx="1181" cy="48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DMA32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18"/>
              </p:custDataLst>
            </p:nvPr>
          </p:nvSpPr>
          <p:spPr>
            <a:xfrm>
              <a:off x="11813" y="4994"/>
              <a:ext cx="6840" cy="197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9"/>
              </p:custDataLst>
            </p:nvPr>
          </p:nvSpPr>
          <p:spPr>
            <a:xfrm>
              <a:off x="11903" y="6493"/>
              <a:ext cx="1419" cy="48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Normal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11811" y="5012"/>
              <a:ext cx="2278" cy="1278"/>
              <a:chOff x="12323" y="5012"/>
              <a:chExt cx="2278" cy="1278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3" name="矩形 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4" name="文本框 3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空闲</a:t>
                  </a:r>
                  <a:endPara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13" name="矩形 12"/>
              <p:cNvSpPr/>
              <p:nvPr>
                <p:custDataLst>
                  <p:tags r:id="rId22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4" name="矩形 23"/>
              <p:cNvSpPr/>
              <p:nvPr>
                <p:custDataLst>
                  <p:tags r:id="rId23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24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26" name="直接箭头连接符 25"/>
              <p:cNvCxnSpPr>
                <a:stCxn id="13" idx="3"/>
                <a:endCxn id="24" idx="1"/>
              </p:cNvCxnSpPr>
              <p:nvPr/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27" name="直接箭头连接符 26"/>
              <p:cNvCxnSpPr>
                <a:stCxn id="24" idx="3"/>
                <a:endCxn id="25" idx="1"/>
              </p:cNvCxnSpPr>
              <p:nvPr/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29" name="组合 28"/>
            <p:cNvGrpSpPr/>
            <p:nvPr/>
          </p:nvGrpSpPr>
          <p:grpSpPr>
            <a:xfrm>
              <a:off x="14112" y="5012"/>
              <a:ext cx="2278" cy="1278"/>
              <a:chOff x="12323" y="5012"/>
              <a:chExt cx="2278" cy="1278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31" name="矩形 30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32" name="文本框 31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anon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33" name="矩形 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28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29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36" name="直接箭头连接符 35"/>
              <p:cNvCxnSpPr>
                <a:stCxn id="33" idx="3"/>
                <a:endCxn id="34" idx="1"/>
              </p:cNvCxnSpPr>
              <p:nvPr>
                <p:custDataLst>
                  <p:tags r:id="rId30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37" name="直接箭头连接符 36"/>
              <p:cNvCxnSpPr>
                <a:stCxn id="34" idx="3"/>
                <a:endCxn id="35" idx="1"/>
              </p:cNvCxnSpPr>
              <p:nvPr>
                <p:custDataLst>
                  <p:tags r:id="rId31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16409" y="4994"/>
              <a:ext cx="2278" cy="1278"/>
              <a:chOff x="12323" y="5012"/>
              <a:chExt cx="2278" cy="1278"/>
            </a:xfrm>
          </p:grpSpPr>
          <p:grpSp>
            <p:nvGrpSpPr>
              <p:cNvPr id="39" name="组合 38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40" name="矩形 3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41" name="文本框 40"/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file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42" name="矩形 41"/>
              <p:cNvSpPr/>
              <p:nvPr>
                <p:custDataLst>
                  <p:tags r:id="rId34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3" name="矩形 42"/>
              <p:cNvSpPr/>
              <p:nvPr>
                <p:custDataLst>
                  <p:tags r:id="rId35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4" name="矩形 43"/>
              <p:cNvSpPr/>
              <p:nvPr>
                <p:custDataLst>
                  <p:tags r:id="rId36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50" name="直接箭头连接符 49"/>
              <p:cNvCxnSpPr>
                <a:stCxn id="42" idx="3"/>
                <a:endCxn id="43" idx="1"/>
              </p:cNvCxnSpPr>
              <p:nvPr>
                <p:custDataLst>
                  <p:tags r:id="rId37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52" name="直接箭头连接符 51"/>
              <p:cNvCxnSpPr>
                <a:stCxn id="43" idx="3"/>
                <a:endCxn id="44" idx="1"/>
              </p:cNvCxnSpPr>
              <p:nvPr>
                <p:custDataLst>
                  <p:tags r:id="rId38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cxnSp>
          <p:nvCxnSpPr>
            <p:cNvPr id="53" name="直接箭头连接符 52"/>
            <p:cNvCxnSpPr>
              <a:endCxn id="44" idx="0"/>
            </p:cNvCxnSpPr>
            <p:nvPr>
              <p:custDataLst>
                <p:tags r:id="rId39"/>
              </p:custDataLst>
            </p:nvPr>
          </p:nvCxnSpPr>
          <p:spPr>
            <a:xfrm>
              <a:off x="18118" y="4545"/>
              <a:ext cx="213" cy="78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文本框 53"/>
            <p:cNvSpPr txBox="1"/>
            <p:nvPr/>
          </p:nvSpPr>
          <p:spPr>
            <a:xfrm>
              <a:off x="17459" y="3978"/>
              <a:ext cx="1166" cy="45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dirty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Linux内存划分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Buffer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Cache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465455" y="1557655"/>
            <a:ext cx="5740400" cy="32797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中有两种类型的磁盘数据缓存，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文件缓存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Cache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块缓存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Buffer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文件缓存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Cache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用于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缓存文件数据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的内存页面。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块缓存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Buffer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用于直接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缓存块设备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磁盘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数据的内存页面。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例如文件系统的超级块、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inode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索引块等，都是辅助文件存储的元数据，不属于文件数据，故不在文件缓存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Cache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中，单独计入块缓存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Buffer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73075" y="4869180"/>
            <a:ext cx="5807710" cy="10153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网上有一种说法，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Buffer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是写缓冲，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Cache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是读缓存，这是说法是错误的，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Buffer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Cache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都涵盖了读和写操作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6383020" y="2049145"/>
            <a:ext cx="5483225" cy="3702050"/>
            <a:chOff x="10052" y="3227"/>
            <a:chExt cx="8635" cy="5830"/>
          </a:xfrm>
        </p:grpSpPr>
        <p:sp>
          <p:nvSpPr>
            <p:cNvPr id="5" name="矩形 4"/>
            <p:cNvSpPr/>
            <p:nvPr/>
          </p:nvSpPr>
          <p:spPr>
            <a:xfrm>
              <a:off x="10054" y="3227"/>
              <a:ext cx="8630" cy="4815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054" y="8040"/>
              <a:ext cx="8630" cy="9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054" y="8461"/>
              <a:ext cx="176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硬件资源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054" y="7438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操作系统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4"/>
              </p:custDataLst>
            </p:nvPr>
          </p:nvSpPr>
          <p:spPr>
            <a:xfrm>
              <a:off x="11753" y="8220"/>
              <a:ext cx="1371" cy="6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5"/>
              </p:custDataLst>
            </p:nvPr>
          </p:nvSpPr>
          <p:spPr>
            <a:xfrm>
              <a:off x="11753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3227" y="8195"/>
              <a:ext cx="1371" cy="7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7"/>
              </p:custDataLst>
            </p:nvPr>
          </p:nvSpPr>
          <p:spPr>
            <a:xfrm>
              <a:off x="13227" y="822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8"/>
              </p:custDataLst>
            </p:nvPr>
          </p:nvSpPr>
          <p:spPr>
            <a:xfrm>
              <a:off x="14701" y="8220"/>
              <a:ext cx="1371" cy="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9"/>
              </p:custDataLst>
            </p:nvPr>
          </p:nvSpPr>
          <p:spPr>
            <a:xfrm>
              <a:off x="14701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10"/>
              </p:custDataLst>
            </p:nvPr>
          </p:nvSpPr>
          <p:spPr>
            <a:xfrm>
              <a:off x="16372" y="8220"/>
              <a:ext cx="1371" cy="6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1"/>
              </p:custDataLst>
            </p:nvPr>
          </p:nvSpPr>
          <p:spPr>
            <a:xfrm>
              <a:off x="16372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>
            <a:xfrm flipH="1" flipV="1">
              <a:off x="13795" y="7441"/>
              <a:ext cx="1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12"/>
              </p:custDataLst>
            </p:nvPr>
          </p:nvSpPr>
          <p:spPr>
            <a:xfrm>
              <a:off x="10054" y="4994"/>
              <a:ext cx="8631" cy="244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3"/>
              </p:custDataLst>
            </p:nvPr>
          </p:nvSpPr>
          <p:spPr>
            <a:xfrm>
              <a:off x="10052" y="6948"/>
              <a:ext cx="1267" cy="46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node0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10095" y="5012"/>
              <a:ext cx="748" cy="1949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5"/>
              </p:custDataLst>
            </p:nvPr>
          </p:nvSpPr>
          <p:spPr>
            <a:xfrm>
              <a:off x="10052" y="6475"/>
              <a:ext cx="1050" cy="49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6"/>
              </p:custDataLst>
            </p:nvPr>
          </p:nvSpPr>
          <p:spPr>
            <a:xfrm>
              <a:off x="10843" y="5000"/>
              <a:ext cx="1002" cy="196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7"/>
              </p:custDataLst>
            </p:nvPr>
          </p:nvSpPr>
          <p:spPr>
            <a:xfrm>
              <a:off x="10760" y="6496"/>
              <a:ext cx="1181" cy="48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DMA32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18"/>
              </p:custDataLst>
            </p:nvPr>
          </p:nvSpPr>
          <p:spPr>
            <a:xfrm>
              <a:off x="11813" y="4994"/>
              <a:ext cx="6840" cy="197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9"/>
              </p:custDataLst>
            </p:nvPr>
          </p:nvSpPr>
          <p:spPr>
            <a:xfrm>
              <a:off x="11903" y="6493"/>
              <a:ext cx="1419" cy="48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Normal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11811" y="5012"/>
              <a:ext cx="2278" cy="1278"/>
              <a:chOff x="12323" y="5012"/>
              <a:chExt cx="2278" cy="1278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3" name="矩形 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4" name="文本框 3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空闲</a:t>
                  </a:r>
                  <a:endPara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13" name="矩形 12"/>
              <p:cNvSpPr/>
              <p:nvPr>
                <p:custDataLst>
                  <p:tags r:id="rId22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4" name="矩形 23"/>
              <p:cNvSpPr/>
              <p:nvPr>
                <p:custDataLst>
                  <p:tags r:id="rId23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24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26" name="直接箭头连接符 25"/>
              <p:cNvCxnSpPr>
                <a:stCxn id="13" idx="3"/>
                <a:endCxn id="24" idx="1"/>
              </p:cNvCxnSpPr>
              <p:nvPr/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27" name="直接箭头连接符 26"/>
              <p:cNvCxnSpPr>
                <a:stCxn id="24" idx="3"/>
                <a:endCxn id="25" idx="1"/>
              </p:cNvCxnSpPr>
              <p:nvPr/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29" name="组合 28"/>
            <p:cNvGrpSpPr/>
            <p:nvPr/>
          </p:nvGrpSpPr>
          <p:grpSpPr>
            <a:xfrm>
              <a:off x="14112" y="5012"/>
              <a:ext cx="2278" cy="1278"/>
              <a:chOff x="12323" y="5012"/>
              <a:chExt cx="2278" cy="1278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31" name="矩形 30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32" name="文本框 31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anon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33" name="矩形 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28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29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36" name="直接箭头连接符 35"/>
              <p:cNvCxnSpPr>
                <a:stCxn id="33" idx="3"/>
                <a:endCxn id="34" idx="1"/>
              </p:cNvCxnSpPr>
              <p:nvPr>
                <p:custDataLst>
                  <p:tags r:id="rId30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37" name="直接箭头连接符 36"/>
              <p:cNvCxnSpPr>
                <a:stCxn id="34" idx="3"/>
                <a:endCxn id="35" idx="1"/>
              </p:cNvCxnSpPr>
              <p:nvPr>
                <p:custDataLst>
                  <p:tags r:id="rId31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16409" y="4994"/>
              <a:ext cx="2278" cy="1278"/>
              <a:chOff x="12323" y="5012"/>
              <a:chExt cx="2278" cy="1278"/>
            </a:xfrm>
          </p:grpSpPr>
          <p:grpSp>
            <p:nvGrpSpPr>
              <p:cNvPr id="39" name="组合 38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40" name="矩形 3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41" name="文本框 40"/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file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42" name="矩形 41"/>
              <p:cNvSpPr/>
              <p:nvPr>
                <p:custDataLst>
                  <p:tags r:id="rId34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3" name="矩形 42"/>
              <p:cNvSpPr/>
              <p:nvPr>
                <p:custDataLst>
                  <p:tags r:id="rId35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4" name="矩形 43"/>
              <p:cNvSpPr/>
              <p:nvPr>
                <p:custDataLst>
                  <p:tags r:id="rId36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50" name="直接箭头连接符 49"/>
              <p:cNvCxnSpPr>
                <a:stCxn id="42" idx="3"/>
                <a:endCxn id="43" idx="1"/>
              </p:cNvCxnSpPr>
              <p:nvPr>
                <p:custDataLst>
                  <p:tags r:id="rId37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52" name="直接箭头连接符 51"/>
              <p:cNvCxnSpPr>
                <a:stCxn id="43" idx="3"/>
                <a:endCxn id="44" idx="1"/>
              </p:cNvCxnSpPr>
              <p:nvPr>
                <p:custDataLst>
                  <p:tags r:id="rId38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sp>
          <p:nvSpPr>
            <p:cNvPr id="63" name="矩形 62"/>
            <p:cNvSpPr/>
            <p:nvPr>
              <p:custDataLst>
                <p:tags r:id="rId39"/>
              </p:custDataLst>
            </p:nvPr>
          </p:nvSpPr>
          <p:spPr>
            <a:xfrm>
              <a:off x="16455" y="5060"/>
              <a:ext cx="1423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5" name="矩形 64"/>
            <p:cNvSpPr/>
            <p:nvPr>
              <p:custDataLst>
                <p:tags r:id="rId40"/>
              </p:custDataLst>
            </p:nvPr>
          </p:nvSpPr>
          <p:spPr>
            <a:xfrm>
              <a:off x="17927" y="5052"/>
              <a:ext cx="677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66" name="直接箭头连接符 65"/>
            <p:cNvCxnSpPr/>
            <p:nvPr>
              <p:custDataLst>
                <p:tags r:id="rId41"/>
              </p:custDataLst>
            </p:nvPr>
          </p:nvCxnSpPr>
          <p:spPr>
            <a:xfrm>
              <a:off x="16836" y="4578"/>
              <a:ext cx="331" cy="47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7" name="文本框 66"/>
            <p:cNvSpPr txBox="1"/>
            <p:nvPr>
              <p:custDataLst>
                <p:tags r:id="rId42"/>
              </p:custDataLst>
            </p:nvPr>
          </p:nvSpPr>
          <p:spPr>
            <a:xfrm>
              <a:off x="16251" y="4142"/>
              <a:ext cx="1169" cy="44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Cache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8" name="文本框 67"/>
            <p:cNvSpPr txBox="1"/>
            <p:nvPr>
              <p:custDataLst>
                <p:tags r:id="rId43"/>
              </p:custDataLst>
            </p:nvPr>
          </p:nvSpPr>
          <p:spPr>
            <a:xfrm>
              <a:off x="17519" y="4142"/>
              <a:ext cx="1169" cy="44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Buffer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69" name="直接箭头连接符 68"/>
            <p:cNvCxnSpPr>
              <a:stCxn id="68" idx="2"/>
              <a:endCxn id="65" idx="0"/>
            </p:cNvCxnSpPr>
            <p:nvPr>
              <p:custDataLst>
                <p:tags r:id="rId44"/>
              </p:custDataLst>
            </p:nvPr>
          </p:nvCxnSpPr>
          <p:spPr>
            <a:xfrm>
              <a:off x="18104" y="4586"/>
              <a:ext cx="162" cy="46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Linux内存划分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slab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473075" y="4869180"/>
            <a:ext cx="5807710" cy="10153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slab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占用情况可通过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/proc/slabinfo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slabtop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查看，有些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slab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可回收，有些不能回收。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95325" y="1701165"/>
            <a:ext cx="4102100" cy="25774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slab是Linux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基于对象的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一种内存分配机制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，类似于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对象池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的概念，当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需要一个内核对象时，如果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slab(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对象池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中有，就可以直接获取对象，而不用申请内存块。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383020" y="2049145"/>
            <a:ext cx="5483225" cy="3702050"/>
            <a:chOff x="10052" y="3227"/>
            <a:chExt cx="8635" cy="5830"/>
          </a:xfrm>
        </p:grpSpPr>
        <p:sp>
          <p:nvSpPr>
            <p:cNvPr id="5" name="矩形 4"/>
            <p:cNvSpPr/>
            <p:nvPr/>
          </p:nvSpPr>
          <p:spPr>
            <a:xfrm>
              <a:off x="10054" y="3227"/>
              <a:ext cx="8630" cy="4815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054" y="8040"/>
              <a:ext cx="8630" cy="9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054" y="8461"/>
              <a:ext cx="176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硬件资源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054" y="7438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操作系统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4"/>
              </p:custDataLst>
            </p:nvPr>
          </p:nvSpPr>
          <p:spPr>
            <a:xfrm>
              <a:off x="11753" y="8220"/>
              <a:ext cx="1371" cy="6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5"/>
              </p:custDataLst>
            </p:nvPr>
          </p:nvSpPr>
          <p:spPr>
            <a:xfrm>
              <a:off x="11753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3227" y="8195"/>
              <a:ext cx="1371" cy="7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7"/>
              </p:custDataLst>
            </p:nvPr>
          </p:nvSpPr>
          <p:spPr>
            <a:xfrm>
              <a:off x="13227" y="822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8"/>
              </p:custDataLst>
            </p:nvPr>
          </p:nvSpPr>
          <p:spPr>
            <a:xfrm>
              <a:off x="14701" y="8220"/>
              <a:ext cx="1371" cy="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9"/>
              </p:custDataLst>
            </p:nvPr>
          </p:nvSpPr>
          <p:spPr>
            <a:xfrm>
              <a:off x="14701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10"/>
              </p:custDataLst>
            </p:nvPr>
          </p:nvSpPr>
          <p:spPr>
            <a:xfrm>
              <a:off x="16372" y="8220"/>
              <a:ext cx="1371" cy="6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1"/>
              </p:custDataLst>
            </p:nvPr>
          </p:nvSpPr>
          <p:spPr>
            <a:xfrm>
              <a:off x="16372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>
            <a:xfrm flipH="1" flipV="1">
              <a:off x="13795" y="7441"/>
              <a:ext cx="1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12"/>
              </p:custDataLst>
            </p:nvPr>
          </p:nvSpPr>
          <p:spPr>
            <a:xfrm>
              <a:off x="10054" y="4994"/>
              <a:ext cx="8631" cy="244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3"/>
              </p:custDataLst>
            </p:nvPr>
          </p:nvSpPr>
          <p:spPr>
            <a:xfrm>
              <a:off x="10052" y="6948"/>
              <a:ext cx="1267" cy="46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node0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10095" y="5012"/>
              <a:ext cx="748" cy="1949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5"/>
              </p:custDataLst>
            </p:nvPr>
          </p:nvSpPr>
          <p:spPr>
            <a:xfrm>
              <a:off x="10052" y="6475"/>
              <a:ext cx="1050" cy="49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6"/>
              </p:custDataLst>
            </p:nvPr>
          </p:nvSpPr>
          <p:spPr>
            <a:xfrm>
              <a:off x="10843" y="5000"/>
              <a:ext cx="1002" cy="196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7"/>
              </p:custDataLst>
            </p:nvPr>
          </p:nvSpPr>
          <p:spPr>
            <a:xfrm>
              <a:off x="10760" y="6496"/>
              <a:ext cx="1181" cy="48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DMA32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18"/>
              </p:custDataLst>
            </p:nvPr>
          </p:nvSpPr>
          <p:spPr>
            <a:xfrm>
              <a:off x="11813" y="4994"/>
              <a:ext cx="6840" cy="197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9"/>
              </p:custDataLst>
            </p:nvPr>
          </p:nvSpPr>
          <p:spPr>
            <a:xfrm>
              <a:off x="11903" y="6493"/>
              <a:ext cx="1419" cy="48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Normal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11811" y="5012"/>
              <a:ext cx="2278" cy="1278"/>
              <a:chOff x="12323" y="5012"/>
              <a:chExt cx="2278" cy="1278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3" name="矩形 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4" name="文本框 3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空闲</a:t>
                  </a:r>
                  <a:endPara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13" name="矩形 12"/>
              <p:cNvSpPr/>
              <p:nvPr>
                <p:custDataLst>
                  <p:tags r:id="rId22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4" name="矩形 23"/>
              <p:cNvSpPr/>
              <p:nvPr>
                <p:custDataLst>
                  <p:tags r:id="rId23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24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26" name="直接箭头连接符 25"/>
              <p:cNvCxnSpPr>
                <a:stCxn id="13" idx="3"/>
                <a:endCxn id="24" idx="1"/>
              </p:cNvCxnSpPr>
              <p:nvPr/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27" name="直接箭头连接符 26"/>
              <p:cNvCxnSpPr>
                <a:stCxn id="24" idx="3"/>
                <a:endCxn id="25" idx="1"/>
              </p:cNvCxnSpPr>
              <p:nvPr/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29" name="组合 28"/>
            <p:cNvGrpSpPr/>
            <p:nvPr/>
          </p:nvGrpSpPr>
          <p:grpSpPr>
            <a:xfrm>
              <a:off x="14112" y="5012"/>
              <a:ext cx="2278" cy="1278"/>
              <a:chOff x="12323" y="5012"/>
              <a:chExt cx="2278" cy="1278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31" name="矩形 30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32" name="文本框 31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anon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33" name="矩形 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28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29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36" name="直接箭头连接符 35"/>
              <p:cNvCxnSpPr>
                <a:stCxn id="33" idx="3"/>
                <a:endCxn id="34" idx="1"/>
              </p:cNvCxnSpPr>
              <p:nvPr>
                <p:custDataLst>
                  <p:tags r:id="rId30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37" name="直接箭头连接符 36"/>
              <p:cNvCxnSpPr>
                <a:stCxn id="34" idx="3"/>
                <a:endCxn id="35" idx="1"/>
              </p:cNvCxnSpPr>
              <p:nvPr>
                <p:custDataLst>
                  <p:tags r:id="rId31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38" name="组合 37"/>
            <p:cNvGrpSpPr/>
            <p:nvPr/>
          </p:nvGrpSpPr>
          <p:grpSpPr>
            <a:xfrm>
              <a:off x="16409" y="4994"/>
              <a:ext cx="2278" cy="1278"/>
              <a:chOff x="12323" y="5012"/>
              <a:chExt cx="2278" cy="1278"/>
            </a:xfrm>
          </p:grpSpPr>
          <p:grpSp>
            <p:nvGrpSpPr>
              <p:cNvPr id="39" name="组合 38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40" name="矩形 3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41" name="文本框 40"/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file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42" name="矩形 41"/>
              <p:cNvSpPr/>
              <p:nvPr>
                <p:custDataLst>
                  <p:tags r:id="rId34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3" name="矩形 42"/>
              <p:cNvSpPr/>
              <p:nvPr>
                <p:custDataLst>
                  <p:tags r:id="rId35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4" name="矩形 43"/>
              <p:cNvSpPr/>
              <p:nvPr>
                <p:custDataLst>
                  <p:tags r:id="rId36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50" name="直接箭头连接符 49"/>
              <p:cNvCxnSpPr>
                <a:stCxn id="42" idx="3"/>
                <a:endCxn id="43" idx="1"/>
              </p:cNvCxnSpPr>
              <p:nvPr>
                <p:custDataLst>
                  <p:tags r:id="rId37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52" name="直接箭头连接符 51"/>
              <p:cNvCxnSpPr>
                <a:stCxn id="43" idx="3"/>
                <a:endCxn id="44" idx="1"/>
              </p:cNvCxnSpPr>
              <p:nvPr>
                <p:custDataLst>
                  <p:tags r:id="rId38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12" name="组合 11"/>
            <p:cNvGrpSpPr/>
            <p:nvPr/>
          </p:nvGrpSpPr>
          <p:grpSpPr>
            <a:xfrm>
              <a:off x="12773" y="3359"/>
              <a:ext cx="2846" cy="1279"/>
              <a:chOff x="11756" y="5012"/>
              <a:chExt cx="2846" cy="1279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11756" y="5012"/>
                <a:ext cx="2846" cy="1279"/>
                <a:chOff x="11756" y="5012"/>
                <a:chExt cx="2846" cy="1279"/>
              </a:xfrm>
            </p:grpSpPr>
            <p:sp>
              <p:nvSpPr>
                <p:cNvPr id="55" name="矩形 54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11756" y="5012"/>
                  <a:ext cx="2846" cy="1279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58" name="文本框 57"/>
                <p:cNvSpPr txBox="1"/>
                <p:nvPr>
                  <p:custDataLst>
                    <p:tags r:id="rId40"/>
                  </p:custDataLst>
                </p:nvPr>
              </p:nvSpPr>
              <p:spPr>
                <a:xfrm>
                  <a:off x="11758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slab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59" name="矩形 5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1905" y="5221"/>
                <a:ext cx="628" cy="441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obj</a:t>
                </a:r>
                <a:endParaRPr kumimoji="0" lang="en-US" altLang="zh-CN" sz="12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0" name="矩形 59"/>
              <p:cNvSpPr/>
              <p:nvPr>
                <p:custDataLst>
                  <p:tags r:id="rId42"/>
                </p:custDataLst>
              </p:nvPr>
            </p:nvSpPr>
            <p:spPr>
              <a:xfrm>
                <a:off x="12786" y="5221"/>
                <a:ext cx="745" cy="441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obj</a:t>
                </a:r>
                <a:endParaRPr kumimoji="0" lang="en-US" altLang="zh-CN" sz="12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1" name="矩形 60"/>
              <p:cNvSpPr/>
              <p:nvPr>
                <p:custDataLst>
                  <p:tags r:id="rId43"/>
                </p:custDataLst>
              </p:nvPr>
            </p:nvSpPr>
            <p:spPr>
              <a:xfrm>
                <a:off x="13781" y="5221"/>
                <a:ext cx="641" cy="441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obj</a:t>
                </a:r>
                <a:endParaRPr kumimoji="0" lang="en-US" altLang="zh-CN" sz="12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62" name="直接箭头连接符 61"/>
              <p:cNvCxnSpPr>
                <a:stCxn id="59" idx="3"/>
                <a:endCxn id="60" idx="1"/>
              </p:cNvCxnSpPr>
              <p:nvPr>
                <p:custDataLst>
                  <p:tags r:id="rId44"/>
                </p:custDataLst>
              </p:nvPr>
            </p:nvCxnSpPr>
            <p:spPr>
              <a:xfrm>
                <a:off x="12533" y="5442"/>
                <a:ext cx="253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63" name="直接箭头连接符 62"/>
              <p:cNvCxnSpPr>
                <a:stCxn id="60" idx="3"/>
                <a:endCxn id="61" idx="1"/>
              </p:cNvCxnSpPr>
              <p:nvPr>
                <p:custDataLst>
                  <p:tags r:id="rId45"/>
                </p:custDataLst>
              </p:nvPr>
            </p:nvCxnSpPr>
            <p:spPr>
              <a:xfrm>
                <a:off x="13531" y="5442"/>
                <a:ext cx="250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cxnSp>
          <p:nvCxnSpPr>
            <p:cNvPr id="64" name="直接箭头连接符 63"/>
            <p:cNvCxnSpPr>
              <a:stCxn id="31" idx="0"/>
              <a:endCxn id="55" idx="2"/>
            </p:cNvCxnSpPr>
            <p:nvPr>
              <p:custDataLst>
                <p:tags r:id="rId46"/>
              </p:custDataLst>
            </p:nvPr>
          </p:nvCxnSpPr>
          <p:spPr>
            <a:xfrm flipH="1" flipV="1">
              <a:off x="14196" y="4638"/>
              <a:ext cx="1056" cy="37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5" name="矩形 64"/>
            <p:cNvSpPr/>
            <p:nvPr>
              <p:custDataLst>
                <p:tags r:id="rId47"/>
              </p:custDataLst>
            </p:nvPr>
          </p:nvSpPr>
          <p:spPr>
            <a:xfrm>
              <a:off x="16455" y="5060"/>
              <a:ext cx="1423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48"/>
              </p:custDataLst>
            </p:nvPr>
          </p:nvSpPr>
          <p:spPr>
            <a:xfrm>
              <a:off x="17927" y="5052"/>
              <a:ext cx="677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67" name="直接箭头连接符 66"/>
            <p:cNvCxnSpPr/>
            <p:nvPr>
              <p:custDataLst>
                <p:tags r:id="rId49"/>
              </p:custDataLst>
            </p:nvPr>
          </p:nvCxnSpPr>
          <p:spPr>
            <a:xfrm>
              <a:off x="16836" y="4578"/>
              <a:ext cx="331" cy="47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8" name="文本框 67"/>
            <p:cNvSpPr txBox="1"/>
            <p:nvPr>
              <p:custDataLst>
                <p:tags r:id="rId50"/>
              </p:custDataLst>
            </p:nvPr>
          </p:nvSpPr>
          <p:spPr>
            <a:xfrm>
              <a:off x="16251" y="4142"/>
              <a:ext cx="1169" cy="44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Cache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51"/>
              </p:custDataLst>
            </p:nvPr>
          </p:nvSpPr>
          <p:spPr>
            <a:xfrm>
              <a:off x="17519" y="4142"/>
              <a:ext cx="1169" cy="44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Buffer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0" name="直接箭头连接符 69"/>
            <p:cNvCxnSpPr>
              <a:stCxn id="69" idx="2"/>
              <a:endCxn id="66" idx="0"/>
            </p:cNvCxnSpPr>
            <p:nvPr>
              <p:custDataLst>
                <p:tags r:id="rId52"/>
              </p:custDataLst>
            </p:nvPr>
          </p:nvCxnSpPr>
          <p:spPr>
            <a:xfrm>
              <a:off x="18104" y="4586"/>
              <a:ext cx="162" cy="46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free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内存指标解释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5965" y="1412875"/>
            <a:ext cx="10316845" cy="920750"/>
          </a:xfrm>
          <a:prstGeom prst="rect">
            <a:avLst/>
          </a:prstGeom>
        </p:spPr>
      </p:pic>
      <p:grpSp>
        <p:nvGrpSpPr>
          <p:cNvPr id="71" name="组合 70"/>
          <p:cNvGrpSpPr/>
          <p:nvPr/>
        </p:nvGrpSpPr>
        <p:grpSpPr>
          <a:xfrm>
            <a:off x="6311265" y="2551430"/>
            <a:ext cx="5483225" cy="3702050"/>
            <a:chOff x="10052" y="3227"/>
            <a:chExt cx="8635" cy="5830"/>
          </a:xfrm>
        </p:grpSpPr>
        <p:sp>
          <p:nvSpPr>
            <p:cNvPr id="66" name="矩形 65"/>
            <p:cNvSpPr/>
            <p:nvPr>
              <p:custDataLst>
                <p:tags r:id="rId4"/>
              </p:custDataLst>
            </p:nvPr>
          </p:nvSpPr>
          <p:spPr>
            <a:xfrm>
              <a:off x="10054" y="3227"/>
              <a:ext cx="8630" cy="4815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7" name="矩形 66"/>
            <p:cNvSpPr/>
            <p:nvPr>
              <p:custDataLst>
                <p:tags r:id="rId5"/>
              </p:custDataLst>
            </p:nvPr>
          </p:nvSpPr>
          <p:spPr>
            <a:xfrm>
              <a:off x="10054" y="8040"/>
              <a:ext cx="8630" cy="9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8" name="文本框 67"/>
            <p:cNvSpPr txBox="1"/>
            <p:nvPr>
              <p:custDataLst>
                <p:tags r:id="rId6"/>
              </p:custDataLst>
            </p:nvPr>
          </p:nvSpPr>
          <p:spPr>
            <a:xfrm>
              <a:off x="10054" y="8461"/>
              <a:ext cx="176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硬件资源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7"/>
              </p:custDataLst>
            </p:nvPr>
          </p:nvSpPr>
          <p:spPr>
            <a:xfrm>
              <a:off x="10054" y="7438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操作系统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0" name="矩形 69"/>
            <p:cNvSpPr/>
            <p:nvPr>
              <p:custDataLst>
                <p:tags r:id="rId8"/>
              </p:custDataLst>
            </p:nvPr>
          </p:nvSpPr>
          <p:spPr>
            <a:xfrm>
              <a:off x="11753" y="8220"/>
              <a:ext cx="1371" cy="6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9"/>
              </p:custDataLst>
            </p:nvPr>
          </p:nvSpPr>
          <p:spPr>
            <a:xfrm>
              <a:off x="11753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4" name="矩形 73"/>
            <p:cNvSpPr/>
            <p:nvPr>
              <p:custDataLst>
                <p:tags r:id="rId10"/>
              </p:custDataLst>
            </p:nvPr>
          </p:nvSpPr>
          <p:spPr>
            <a:xfrm>
              <a:off x="13227" y="8195"/>
              <a:ext cx="1371" cy="7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5" name="文本框 74"/>
            <p:cNvSpPr txBox="1"/>
            <p:nvPr>
              <p:custDataLst>
                <p:tags r:id="rId11"/>
              </p:custDataLst>
            </p:nvPr>
          </p:nvSpPr>
          <p:spPr>
            <a:xfrm>
              <a:off x="13227" y="822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6" name="矩形 75"/>
            <p:cNvSpPr/>
            <p:nvPr>
              <p:custDataLst>
                <p:tags r:id="rId12"/>
              </p:custDataLst>
            </p:nvPr>
          </p:nvSpPr>
          <p:spPr>
            <a:xfrm>
              <a:off x="14701" y="8220"/>
              <a:ext cx="1371" cy="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13"/>
              </p:custDataLst>
            </p:nvPr>
          </p:nvSpPr>
          <p:spPr>
            <a:xfrm>
              <a:off x="14701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8" name="矩形 77"/>
            <p:cNvSpPr/>
            <p:nvPr>
              <p:custDataLst>
                <p:tags r:id="rId14"/>
              </p:custDataLst>
            </p:nvPr>
          </p:nvSpPr>
          <p:spPr>
            <a:xfrm>
              <a:off x="16372" y="8220"/>
              <a:ext cx="1371" cy="6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15"/>
              </p:custDataLst>
            </p:nvPr>
          </p:nvSpPr>
          <p:spPr>
            <a:xfrm>
              <a:off x="16372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80" name="直接箭头连接符 79"/>
            <p:cNvCxnSpPr/>
            <p:nvPr>
              <p:custDataLst>
                <p:tags r:id="rId16"/>
              </p:custDataLst>
            </p:nvPr>
          </p:nvCxnSpPr>
          <p:spPr>
            <a:xfrm flipH="1" flipV="1">
              <a:off x="13795" y="7441"/>
              <a:ext cx="1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1" name="矩形 80"/>
            <p:cNvSpPr/>
            <p:nvPr>
              <p:custDataLst>
                <p:tags r:id="rId17"/>
              </p:custDataLst>
            </p:nvPr>
          </p:nvSpPr>
          <p:spPr>
            <a:xfrm>
              <a:off x="10054" y="4994"/>
              <a:ext cx="8631" cy="244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2" name="文本框 81"/>
            <p:cNvSpPr txBox="1"/>
            <p:nvPr>
              <p:custDataLst>
                <p:tags r:id="rId18"/>
              </p:custDataLst>
            </p:nvPr>
          </p:nvSpPr>
          <p:spPr>
            <a:xfrm>
              <a:off x="10052" y="6948"/>
              <a:ext cx="1267" cy="46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node0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3" name="矩形 82"/>
            <p:cNvSpPr/>
            <p:nvPr>
              <p:custDataLst>
                <p:tags r:id="rId19"/>
              </p:custDataLst>
            </p:nvPr>
          </p:nvSpPr>
          <p:spPr>
            <a:xfrm>
              <a:off x="10095" y="5012"/>
              <a:ext cx="748" cy="1949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20"/>
              </p:custDataLst>
            </p:nvPr>
          </p:nvSpPr>
          <p:spPr>
            <a:xfrm>
              <a:off x="10052" y="6475"/>
              <a:ext cx="1050" cy="49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5" name="矩形 84"/>
            <p:cNvSpPr/>
            <p:nvPr>
              <p:custDataLst>
                <p:tags r:id="rId21"/>
              </p:custDataLst>
            </p:nvPr>
          </p:nvSpPr>
          <p:spPr>
            <a:xfrm>
              <a:off x="10843" y="5000"/>
              <a:ext cx="1002" cy="196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6" name="文本框 85"/>
            <p:cNvSpPr txBox="1"/>
            <p:nvPr>
              <p:custDataLst>
                <p:tags r:id="rId22"/>
              </p:custDataLst>
            </p:nvPr>
          </p:nvSpPr>
          <p:spPr>
            <a:xfrm>
              <a:off x="10760" y="6496"/>
              <a:ext cx="1181" cy="48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DMA32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7" name="矩形 86"/>
            <p:cNvSpPr/>
            <p:nvPr>
              <p:custDataLst>
                <p:tags r:id="rId23"/>
              </p:custDataLst>
            </p:nvPr>
          </p:nvSpPr>
          <p:spPr>
            <a:xfrm>
              <a:off x="11813" y="4994"/>
              <a:ext cx="6840" cy="197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8" name="文本框 87"/>
            <p:cNvSpPr txBox="1"/>
            <p:nvPr>
              <p:custDataLst>
                <p:tags r:id="rId24"/>
              </p:custDataLst>
            </p:nvPr>
          </p:nvSpPr>
          <p:spPr>
            <a:xfrm>
              <a:off x="11903" y="6493"/>
              <a:ext cx="1419" cy="48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Normal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11811" y="5012"/>
              <a:ext cx="2278" cy="1278"/>
              <a:chOff x="12323" y="5012"/>
              <a:chExt cx="2278" cy="1278"/>
            </a:xfrm>
          </p:grpSpPr>
          <p:grpSp>
            <p:nvGrpSpPr>
              <p:cNvPr id="90" name="组合 89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91" name="矩形 90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92" name="文本框 91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空闲</a:t>
                  </a:r>
                  <a:endPara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93" name="矩形 92"/>
              <p:cNvSpPr/>
              <p:nvPr>
                <p:custDataLst>
                  <p:tags r:id="rId27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94" name="矩形 93"/>
              <p:cNvSpPr/>
              <p:nvPr>
                <p:custDataLst>
                  <p:tags r:id="rId28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95" name="矩形 94"/>
              <p:cNvSpPr/>
              <p:nvPr>
                <p:custDataLst>
                  <p:tags r:id="rId29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96" name="直接箭头连接符 95"/>
              <p:cNvCxnSpPr>
                <a:stCxn id="93" idx="3"/>
                <a:endCxn id="94" idx="1"/>
              </p:cNvCxnSpPr>
              <p:nvPr>
                <p:custDataLst>
                  <p:tags r:id="rId30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97" name="直接箭头连接符 96"/>
              <p:cNvCxnSpPr>
                <a:stCxn id="94" idx="3"/>
                <a:endCxn id="95" idx="1"/>
              </p:cNvCxnSpPr>
              <p:nvPr>
                <p:custDataLst>
                  <p:tags r:id="rId31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98" name="组合 97"/>
            <p:cNvGrpSpPr/>
            <p:nvPr/>
          </p:nvGrpSpPr>
          <p:grpSpPr>
            <a:xfrm>
              <a:off x="14112" y="5012"/>
              <a:ext cx="2278" cy="1278"/>
              <a:chOff x="12323" y="5012"/>
              <a:chExt cx="2278" cy="1278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100" name="矩形 9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01" name="文本框 100"/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anon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102" name="矩形 101"/>
              <p:cNvSpPr/>
              <p:nvPr>
                <p:custDataLst>
                  <p:tags r:id="rId34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03" name="矩形 102"/>
              <p:cNvSpPr/>
              <p:nvPr>
                <p:custDataLst>
                  <p:tags r:id="rId35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04" name="矩形 103"/>
              <p:cNvSpPr/>
              <p:nvPr>
                <p:custDataLst>
                  <p:tags r:id="rId36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105" name="直接箭头连接符 104"/>
              <p:cNvCxnSpPr>
                <a:stCxn id="102" idx="3"/>
                <a:endCxn id="103" idx="1"/>
              </p:cNvCxnSpPr>
              <p:nvPr>
                <p:custDataLst>
                  <p:tags r:id="rId37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106" name="直接箭头连接符 105"/>
              <p:cNvCxnSpPr>
                <a:stCxn id="103" idx="3"/>
                <a:endCxn id="104" idx="1"/>
              </p:cNvCxnSpPr>
              <p:nvPr>
                <p:custDataLst>
                  <p:tags r:id="rId38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107" name="组合 106"/>
            <p:cNvGrpSpPr/>
            <p:nvPr/>
          </p:nvGrpSpPr>
          <p:grpSpPr>
            <a:xfrm>
              <a:off x="16409" y="4994"/>
              <a:ext cx="2278" cy="1278"/>
              <a:chOff x="12323" y="5012"/>
              <a:chExt cx="2278" cy="1278"/>
            </a:xfrm>
          </p:grpSpPr>
          <p:grpSp>
            <p:nvGrpSpPr>
              <p:cNvPr id="108" name="组合 107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109" name="矩形 10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10" name="文本框 109"/>
                <p:cNvSpPr txBox="1"/>
                <p:nvPr>
                  <p:custDataLst>
                    <p:tags r:id="rId40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file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111" name="矩形 110"/>
              <p:cNvSpPr/>
              <p:nvPr>
                <p:custDataLst>
                  <p:tags r:id="rId41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12" name="矩形 111"/>
              <p:cNvSpPr/>
              <p:nvPr>
                <p:custDataLst>
                  <p:tags r:id="rId42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13" name="矩形 112"/>
              <p:cNvSpPr/>
              <p:nvPr>
                <p:custDataLst>
                  <p:tags r:id="rId43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114" name="直接箭头连接符 113"/>
              <p:cNvCxnSpPr>
                <a:stCxn id="111" idx="3"/>
                <a:endCxn id="112" idx="1"/>
              </p:cNvCxnSpPr>
              <p:nvPr>
                <p:custDataLst>
                  <p:tags r:id="rId44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115" name="直接箭头连接符 114"/>
              <p:cNvCxnSpPr>
                <a:stCxn id="112" idx="3"/>
                <a:endCxn id="113" idx="1"/>
              </p:cNvCxnSpPr>
              <p:nvPr>
                <p:custDataLst>
                  <p:tags r:id="rId45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116" name="组合 115"/>
            <p:cNvGrpSpPr/>
            <p:nvPr/>
          </p:nvGrpSpPr>
          <p:grpSpPr>
            <a:xfrm>
              <a:off x="12773" y="3359"/>
              <a:ext cx="2846" cy="1279"/>
              <a:chOff x="11756" y="5012"/>
              <a:chExt cx="2846" cy="1279"/>
            </a:xfrm>
          </p:grpSpPr>
          <p:grpSp>
            <p:nvGrpSpPr>
              <p:cNvPr id="117" name="组合 116"/>
              <p:cNvGrpSpPr/>
              <p:nvPr/>
            </p:nvGrpSpPr>
            <p:grpSpPr>
              <a:xfrm>
                <a:off x="11756" y="5012"/>
                <a:ext cx="2846" cy="1279"/>
                <a:chOff x="11756" y="5012"/>
                <a:chExt cx="2846" cy="1279"/>
              </a:xfrm>
            </p:grpSpPr>
            <p:sp>
              <p:nvSpPr>
                <p:cNvPr id="118" name="矩形 117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11756" y="5012"/>
                  <a:ext cx="2846" cy="1279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19" name="文本框 118"/>
                <p:cNvSpPr txBox="1"/>
                <p:nvPr>
                  <p:custDataLst>
                    <p:tags r:id="rId47"/>
                  </p:custDataLst>
                </p:nvPr>
              </p:nvSpPr>
              <p:spPr>
                <a:xfrm>
                  <a:off x="11758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slab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120" name="矩形 119"/>
              <p:cNvSpPr/>
              <p:nvPr>
                <p:custDataLst>
                  <p:tags r:id="rId48"/>
                </p:custDataLst>
              </p:nvPr>
            </p:nvSpPr>
            <p:spPr>
              <a:xfrm>
                <a:off x="11905" y="5221"/>
                <a:ext cx="628" cy="441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obj</a:t>
                </a:r>
                <a:endParaRPr kumimoji="0" lang="en-US" altLang="zh-CN" sz="12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21" name="矩形 120"/>
              <p:cNvSpPr/>
              <p:nvPr>
                <p:custDataLst>
                  <p:tags r:id="rId49"/>
                </p:custDataLst>
              </p:nvPr>
            </p:nvSpPr>
            <p:spPr>
              <a:xfrm>
                <a:off x="12786" y="5221"/>
                <a:ext cx="745" cy="441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obj</a:t>
                </a:r>
                <a:endParaRPr kumimoji="0" lang="en-US" altLang="zh-CN" sz="12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22" name="矩形 121"/>
              <p:cNvSpPr/>
              <p:nvPr>
                <p:custDataLst>
                  <p:tags r:id="rId50"/>
                </p:custDataLst>
              </p:nvPr>
            </p:nvSpPr>
            <p:spPr>
              <a:xfrm>
                <a:off x="13781" y="5221"/>
                <a:ext cx="641" cy="441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obj</a:t>
                </a:r>
                <a:endParaRPr kumimoji="0" lang="en-US" altLang="zh-CN" sz="12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123" name="直接箭头连接符 122"/>
              <p:cNvCxnSpPr>
                <a:stCxn id="120" idx="3"/>
                <a:endCxn id="121" idx="1"/>
              </p:cNvCxnSpPr>
              <p:nvPr>
                <p:custDataLst>
                  <p:tags r:id="rId51"/>
                </p:custDataLst>
              </p:nvPr>
            </p:nvCxnSpPr>
            <p:spPr>
              <a:xfrm>
                <a:off x="12533" y="5442"/>
                <a:ext cx="253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124" name="直接箭头连接符 123"/>
              <p:cNvCxnSpPr>
                <a:stCxn id="121" idx="3"/>
                <a:endCxn id="122" idx="1"/>
              </p:cNvCxnSpPr>
              <p:nvPr>
                <p:custDataLst>
                  <p:tags r:id="rId52"/>
                </p:custDataLst>
              </p:nvPr>
            </p:nvCxnSpPr>
            <p:spPr>
              <a:xfrm>
                <a:off x="13531" y="5442"/>
                <a:ext cx="250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cxnSp>
          <p:nvCxnSpPr>
            <p:cNvPr id="125" name="直接箭头连接符 124"/>
            <p:cNvCxnSpPr>
              <a:stCxn id="100" idx="0"/>
              <a:endCxn id="118" idx="2"/>
            </p:cNvCxnSpPr>
            <p:nvPr>
              <p:custDataLst>
                <p:tags r:id="rId53"/>
              </p:custDataLst>
            </p:nvPr>
          </p:nvCxnSpPr>
          <p:spPr>
            <a:xfrm flipH="1" flipV="1">
              <a:off x="14196" y="4638"/>
              <a:ext cx="1056" cy="37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6" name="矩形 125"/>
            <p:cNvSpPr/>
            <p:nvPr>
              <p:custDataLst>
                <p:tags r:id="rId54"/>
              </p:custDataLst>
            </p:nvPr>
          </p:nvSpPr>
          <p:spPr>
            <a:xfrm>
              <a:off x="16455" y="5060"/>
              <a:ext cx="1423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27" name="矩形 126"/>
            <p:cNvSpPr/>
            <p:nvPr>
              <p:custDataLst>
                <p:tags r:id="rId55"/>
              </p:custDataLst>
            </p:nvPr>
          </p:nvSpPr>
          <p:spPr>
            <a:xfrm>
              <a:off x="17927" y="5052"/>
              <a:ext cx="677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28" name="直接箭头连接符 127"/>
            <p:cNvCxnSpPr/>
            <p:nvPr>
              <p:custDataLst>
                <p:tags r:id="rId56"/>
              </p:custDataLst>
            </p:nvPr>
          </p:nvCxnSpPr>
          <p:spPr>
            <a:xfrm>
              <a:off x="16836" y="4578"/>
              <a:ext cx="331" cy="47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9" name="文本框 128"/>
            <p:cNvSpPr txBox="1"/>
            <p:nvPr>
              <p:custDataLst>
                <p:tags r:id="rId57"/>
              </p:custDataLst>
            </p:nvPr>
          </p:nvSpPr>
          <p:spPr>
            <a:xfrm>
              <a:off x="16251" y="4142"/>
              <a:ext cx="1169" cy="44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Cache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58"/>
              </p:custDataLst>
            </p:nvPr>
          </p:nvSpPr>
          <p:spPr>
            <a:xfrm>
              <a:off x="17519" y="4142"/>
              <a:ext cx="1169" cy="44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Buffer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31" name="直接箭头连接符 130"/>
            <p:cNvCxnSpPr>
              <a:stCxn id="130" idx="2"/>
              <a:endCxn id="127" idx="0"/>
            </p:cNvCxnSpPr>
            <p:nvPr>
              <p:custDataLst>
                <p:tags r:id="rId59"/>
              </p:custDataLst>
            </p:nvPr>
          </p:nvCxnSpPr>
          <p:spPr>
            <a:xfrm>
              <a:off x="18104" y="4586"/>
              <a:ext cx="162" cy="46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32" name="文本框 131"/>
          <p:cNvSpPr txBox="1"/>
          <p:nvPr>
            <p:custDataLst>
              <p:tags r:id="rId60"/>
            </p:custDataLst>
          </p:nvPr>
        </p:nvSpPr>
        <p:spPr>
          <a:xfrm>
            <a:off x="839470" y="2498090"/>
            <a:ext cx="5295265" cy="38093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Mem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行：</a:t>
            </a:r>
            <a:endParaRPr lang="zh-CN" altLang="en-US" sz="2000" b="1">
              <a:solidFill>
                <a:srgbClr val="FFC000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total：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总内存大小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used：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使用中的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anon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内存大小</a:t>
            </a:r>
            <a:endParaRPr kumimoji="0" lang="zh-CN" altLang="en-US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free：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空闲内存大小</a:t>
            </a:r>
            <a:endParaRPr lang="zh-CN" altLang="en-US" b="1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shared：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共享使用的内存大小</a:t>
            </a:r>
            <a:endParaRPr kumimoji="0" lang="zh-CN" altLang="en-US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buffers：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用于块设备缓存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Buffer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的内存大小</a:t>
            </a:r>
            <a:endParaRPr kumimoji="0" lang="zh-CN" altLang="en-US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cache：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用于文件缓存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Cache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slab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的内存大小</a:t>
            </a:r>
            <a:endParaRPr kumimoji="0" lang="zh-CN" altLang="en-US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available</a:t>
            </a: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可用内存大小，约等于free+buff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ers+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cache</a:t>
            </a:r>
            <a:endParaRPr lang="zh-CN" altLang="en-US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Swap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行：</a:t>
            </a:r>
            <a:endParaRPr lang="zh-CN" altLang="en-US" sz="2000" b="1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total：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总swap文件大小</a:t>
            </a:r>
            <a:endParaRPr kumimoji="0" lang="zh-CN" altLang="en-US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used：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swap使用大小，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anon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页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swapout</a:t>
            </a:r>
            <a:endParaRPr kumimoji="0" lang="zh-CN" altLang="en-US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free：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swap空闲大小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Linux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虚拟内存划分</a:t>
            </a:r>
            <a:endParaRPr kumimoji="0" lang="en-US" alt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551815" y="16065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Linux虚拟内存划分</a:t>
            </a:r>
            <a:endParaRPr kumimoji="0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839470" y="2853055"/>
            <a:ext cx="6914515" cy="26765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虚拟内存区域划分：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栈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(Stack)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存储线程运行的栈数据，向下生长。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内存映射段：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提供给进程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mmap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动态申请内存的区域。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堆(Heap)：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进程堆内存区域，通过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brk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向上扩展大小。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数据段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(.data)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存储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等程序中的常量等。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代码段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(.text)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存储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等程序中的程序指令。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3" name="对象 2"/>
          <p:cNvGraphicFramePr/>
          <p:nvPr>
            <p:custDataLst>
              <p:tags r:id="rId3"/>
            </p:custDataLst>
          </p:nvPr>
        </p:nvGraphicFramePr>
        <p:xfrm>
          <a:off x="8036560" y="850265"/>
          <a:ext cx="3323590" cy="567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4" imgW="3581400" imgH="7562850" progId="Paint.Picture">
                  <p:embed/>
                </p:oleObj>
              </mc:Choice>
              <mc:Fallback>
                <p:oleObj name="" r:id="rId4" imgW="3581400" imgH="7562850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36560" y="850265"/>
                        <a:ext cx="3323590" cy="5678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838835" y="1196975"/>
            <a:ext cx="6987540" cy="13589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为隔离各个进程的内存空间，实现了虚拟内存机制，使得每个进程都有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单独的虚拟内存空间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，同时，为了方便管理，将虚拟内存空间划分成了多个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区域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段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332105"/>
            <a:ext cx="10640060" cy="9334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Linux虚拟内存划分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96595" y="1412240"/>
            <a:ext cx="8119745" cy="8610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通过pmap命令，就可以查看进程的虚拟内存布局，它的输出样例如下：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9" name="图片 118"/>
          <p:cNvPicPr/>
          <p:nvPr/>
        </p:nvPicPr>
        <p:blipFill>
          <a:blip r:embed="rId3"/>
          <a:stretch>
            <a:fillRect/>
          </a:stretch>
        </p:blipFill>
        <p:spPr>
          <a:xfrm>
            <a:off x="550228" y="2276158"/>
            <a:ext cx="6391275" cy="3724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090410" y="2276475"/>
            <a:ext cx="5066030" cy="30156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各字段含义解释：</a:t>
            </a:r>
            <a:endParaRPr kumimoji="0" lang="zh-CN" sz="14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Address：</a:t>
            </a: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表示此内存段的起始地址。</a:t>
            </a:r>
            <a:endParaRPr kumimoji="0" lang="zh-CN" sz="1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Kbytes：</a:t>
            </a: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表示此虚拟内存段的大小。</a:t>
            </a:r>
            <a:endParaRPr kumimoji="0" lang="zh-CN" sz="1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RSS：</a:t>
            </a: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表示此内存段被读写时</a:t>
            </a:r>
            <a:r>
              <a:rPr kumimoji="0" lang="en-US" altLang="zh-CN" sz="1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实际分配的物理内存大小。</a:t>
            </a:r>
            <a:endParaRPr kumimoji="0" lang="zh-CN" sz="1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Dirty：</a:t>
            </a: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此内存段中被修改过的脏内存大小。</a:t>
            </a:r>
            <a:endParaRPr kumimoji="0" lang="zh-CN" sz="1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Mode：</a:t>
            </a: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内存段是否可读(r)可写(w)可执行(x)</a:t>
            </a:r>
            <a:endParaRPr kumimoji="0" lang="zh-CN" sz="1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Mapping：</a:t>
            </a:r>
            <a:r>
              <a:rPr kumimoji="0" lang="zh-CN" sz="1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内存段映射的文件，匿名内存段显示为anon，非匿名内存段显示文件名(加-p可显示全路径)。</a:t>
            </a:r>
            <a:endParaRPr kumimoji="0" lang="zh-CN" sz="1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Java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内存区域划分</a:t>
            </a:r>
            <a:endParaRPr kumimoji="0" lang="en-US" alt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553720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内存区域划分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69570" y="1067435"/>
            <a:ext cx="5836920" cy="54019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进程在申请虚拟内存后，又按照自己的虚拟机特性，对申请的虚拟内存又进行了进一步的划分，如右图：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堆区域：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用于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对象的分配与存储，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的主战场。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非堆区域：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MetaSpace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元</a:t>
            </a: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空间，主要用于存储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类与</a:t>
            </a: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常量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altLang="zh-CN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Code Cache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JIT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编译的代码缓存。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altLang="zh-CN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Direct ByteBuffer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直接内存机制分配的内存。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altLang="zh-CN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Mapped ByteBuffer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文件映射机制分配的内存。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altLang="zh-CN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Thread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线程占用的内存。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altLang="zh-CN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 GC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占用的内存。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3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native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JNI malloc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JNI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机制中调用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malloc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分配的内存。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 malloc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做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操作时申请的内存。</a:t>
            </a:r>
            <a:endParaRPr kumimoji="0" lang="en-US" altLang="zh-CN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311265" y="311785"/>
            <a:ext cx="5483225" cy="6156960"/>
            <a:chOff x="9939" y="491"/>
            <a:chExt cx="8635" cy="9696"/>
          </a:xfrm>
        </p:grpSpPr>
        <p:grpSp>
          <p:nvGrpSpPr>
            <p:cNvPr id="71" name="组合 70"/>
            <p:cNvGrpSpPr/>
            <p:nvPr/>
          </p:nvGrpSpPr>
          <p:grpSpPr>
            <a:xfrm>
              <a:off x="9939" y="491"/>
              <a:ext cx="8635" cy="9696"/>
              <a:chOff x="10052" y="-639"/>
              <a:chExt cx="8635" cy="9696"/>
            </a:xfrm>
          </p:grpSpPr>
          <p:sp>
            <p:nvSpPr>
              <p:cNvPr id="66" name="矩形 65"/>
              <p:cNvSpPr/>
              <p:nvPr>
                <p:custDataLst>
                  <p:tags r:id="rId3"/>
                </p:custDataLst>
              </p:nvPr>
            </p:nvSpPr>
            <p:spPr>
              <a:xfrm>
                <a:off x="10054" y="-639"/>
                <a:ext cx="8630" cy="868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7" name="矩形 66"/>
              <p:cNvSpPr/>
              <p:nvPr>
                <p:custDataLst>
                  <p:tags r:id="rId4"/>
                </p:custDataLst>
              </p:nvPr>
            </p:nvSpPr>
            <p:spPr>
              <a:xfrm>
                <a:off x="10054" y="8040"/>
                <a:ext cx="8630" cy="99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0054" y="8461"/>
                <a:ext cx="1760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硬件资源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9" name="文本框 6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054" y="7438"/>
                <a:ext cx="1611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操作系统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0" name="矩形 69"/>
              <p:cNvSpPr/>
              <p:nvPr>
                <p:custDataLst>
                  <p:tags r:id="rId7"/>
                </p:custDataLst>
              </p:nvPr>
            </p:nvSpPr>
            <p:spPr>
              <a:xfrm>
                <a:off x="11753" y="8220"/>
                <a:ext cx="1371" cy="69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2" name="文本框 7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1753" y="8245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CPU</a:t>
                </a:r>
                <a:endPara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4" name="矩形 73"/>
              <p:cNvSpPr/>
              <p:nvPr>
                <p:custDataLst>
                  <p:tags r:id="rId9"/>
                </p:custDataLst>
              </p:nvPr>
            </p:nvSpPr>
            <p:spPr>
              <a:xfrm>
                <a:off x="13227" y="8195"/>
                <a:ext cx="1371" cy="718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5" name="文本框 7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3227" y="8220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内存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6" name="矩形 75"/>
              <p:cNvSpPr/>
              <p:nvPr>
                <p:custDataLst>
                  <p:tags r:id="rId11"/>
                </p:custDataLst>
              </p:nvPr>
            </p:nvSpPr>
            <p:spPr>
              <a:xfrm>
                <a:off x="14701" y="8220"/>
                <a:ext cx="1371" cy="68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7" name="文本框 7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4701" y="8245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磁盘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8" name="矩形 77"/>
              <p:cNvSpPr/>
              <p:nvPr>
                <p:custDataLst>
                  <p:tags r:id="rId13"/>
                </p:custDataLst>
              </p:nvPr>
            </p:nvSpPr>
            <p:spPr>
              <a:xfrm>
                <a:off x="16372" y="8220"/>
                <a:ext cx="1371" cy="6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9" name="文本框 78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6372" y="8245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网络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80" name="直接箭头连接符 79"/>
              <p:cNvCxnSpPr/>
              <p:nvPr>
                <p:custDataLst>
                  <p:tags r:id="rId15"/>
                </p:custDataLst>
              </p:nvPr>
            </p:nvCxnSpPr>
            <p:spPr>
              <a:xfrm flipH="1" flipV="1">
                <a:off x="13795" y="7441"/>
                <a:ext cx="127" cy="732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1" name="矩形 80"/>
              <p:cNvSpPr/>
              <p:nvPr>
                <p:custDataLst>
                  <p:tags r:id="rId16"/>
                </p:custDataLst>
              </p:nvPr>
            </p:nvSpPr>
            <p:spPr>
              <a:xfrm>
                <a:off x="10054" y="4994"/>
                <a:ext cx="8631" cy="244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2" name="文本框 8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0052" y="6948"/>
                <a:ext cx="1267" cy="4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node0</a:t>
                </a:r>
                <a:endPara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3" name="矩形 82"/>
              <p:cNvSpPr/>
              <p:nvPr>
                <p:custDataLst>
                  <p:tags r:id="rId18"/>
                </p:custDataLst>
              </p:nvPr>
            </p:nvSpPr>
            <p:spPr>
              <a:xfrm>
                <a:off x="10095" y="5012"/>
                <a:ext cx="748" cy="194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4" name="文本框 83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0052" y="6475"/>
                <a:ext cx="1050" cy="4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DMA</a:t>
                </a:r>
                <a:endPara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5" name="矩形 84"/>
              <p:cNvSpPr/>
              <p:nvPr>
                <p:custDataLst>
                  <p:tags r:id="rId20"/>
                </p:custDataLst>
              </p:nvPr>
            </p:nvSpPr>
            <p:spPr>
              <a:xfrm>
                <a:off x="10843" y="5000"/>
                <a:ext cx="1002" cy="1961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6" name="文本框 85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0760" y="6496"/>
                <a:ext cx="1181" cy="4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DMA32</a:t>
                </a:r>
                <a:endPara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7" name="矩形 86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813" y="4994"/>
                <a:ext cx="6840" cy="1971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8" name="文本框 87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1903" y="6493"/>
                <a:ext cx="1419" cy="4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Normal</a:t>
                </a:r>
                <a:endPara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1811" y="5012"/>
                <a:ext cx="2278" cy="1278"/>
                <a:chOff x="12323" y="5012"/>
                <a:chExt cx="2278" cy="1278"/>
              </a:xfrm>
            </p:grpSpPr>
            <p:grpSp>
              <p:nvGrpSpPr>
                <p:cNvPr id="90" name="组合 89"/>
                <p:cNvGrpSpPr/>
                <p:nvPr/>
              </p:nvGrpSpPr>
              <p:grpSpPr>
                <a:xfrm>
                  <a:off x="12323" y="5012"/>
                  <a:ext cx="2278" cy="1278"/>
                  <a:chOff x="12323" y="5012"/>
                  <a:chExt cx="2278" cy="1278"/>
                </a:xfrm>
              </p:grpSpPr>
              <p:sp>
                <p:nvSpPr>
                  <p:cNvPr id="91" name="矩形 90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12323" y="5012"/>
                    <a:ext cx="2279" cy="1279"/>
                  </a:xfrm>
                  <a:prstGeom prst="rect">
                    <a:avLst/>
                  </a:prstGeom>
                </p:spPr>
                <p:style>
                  <a:lnRef idx="2">
                    <a:schemeClr val="accent3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spc="0" normalizeH="0" baseline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  <p:sp>
                <p:nvSpPr>
                  <p:cNvPr id="92" name="文本框 91"/>
                  <p:cNvSpPr txBox="1"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12323" y="5868"/>
                    <a:ext cx="1011" cy="41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</p:spPr>
                <p:style>
                  <a:lnRef idx="0">
                    <a:srgbClr val="FFFFFF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none"/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r>
                      <a:rPr kumimoji="0" lang="zh-CN" altLang="en-US" sz="1600" b="0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OPlusSans 3.0" panose="00000500000000000000" charset="-122"/>
                      </a:rPr>
                      <a:t>空闲</a:t>
                    </a:r>
                    <a:endParaRPr kumimoji="0" lang="zh-CN" altLang="en-US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</p:grpSp>
            <p:sp>
              <p:nvSpPr>
                <p:cNvPr id="93" name="矩形 92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2435" y="5346"/>
                  <a:ext cx="45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94" name="矩形 93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3183" y="5346"/>
                  <a:ext cx="534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95" name="矩形 94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4015" y="5346"/>
                  <a:ext cx="46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cxnSp>
              <p:nvCxnSpPr>
                <p:cNvPr id="96" name="直接箭头连接符 95"/>
                <p:cNvCxnSpPr>
                  <a:stCxn id="93" idx="3"/>
                  <a:endCxn id="94" idx="1"/>
                </p:cNvCxnSpPr>
                <p:nvPr>
                  <p:custDataLst>
                    <p:tags r:id="rId29"/>
                  </p:custDataLst>
                </p:nvPr>
              </p:nvCxnSpPr>
              <p:spPr>
                <a:xfrm>
                  <a:off x="12885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  <p:cxnSp>
              <p:nvCxnSpPr>
                <p:cNvPr id="97" name="直接箭头连接符 96"/>
                <p:cNvCxnSpPr>
                  <a:stCxn id="94" idx="3"/>
                  <a:endCxn id="95" idx="1"/>
                </p:cNvCxnSpPr>
                <p:nvPr>
                  <p:custDataLst>
                    <p:tags r:id="rId30"/>
                  </p:custDataLst>
                </p:nvPr>
              </p:nvCxnSpPr>
              <p:spPr>
                <a:xfrm>
                  <a:off x="13717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</p:grpSp>
          <p:grpSp>
            <p:nvGrpSpPr>
              <p:cNvPr id="98" name="组合 97"/>
              <p:cNvGrpSpPr/>
              <p:nvPr/>
            </p:nvGrpSpPr>
            <p:grpSpPr>
              <a:xfrm>
                <a:off x="14112" y="5012"/>
                <a:ext cx="2278" cy="1278"/>
                <a:chOff x="12323" y="5012"/>
                <a:chExt cx="2278" cy="1278"/>
              </a:xfrm>
            </p:grpSpPr>
            <p:grpSp>
              <p:nvGrpSpPr>
                <p:cNvPr id="99" name="组合 98"/>
                <p:cNvGrpSpPr/>
                <p:nvPr/>
              </p:nvGrpSpPr>
              <p:grpSpPr>
                <a:xfrm>
                  <a:off x="12323" y="5012"/>
                  <a:ext cx="2278" cy="1278"/>
                  <a:chOff x="12323" y="5012"/>
                  <a:chExt cx="2278" cy="1278"/>
                </a:xfrm>
              </p:grpSpPr>
              <p:sp>
                <p:nvSpPr>
                  <p:cNvPr id="100" name="矩形 99"/>
                  <p:cNvSpPr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12323" y="5012"/>
                    <a:ext cx="2279" cy="1279"/>
                  </a:xfrm>
                  <a:prstGeom prst="rect">
                    <a:avLst/>
                  </a:prstGeom>
                </p:spPr>
                <p:style>
                  <a:lnRef idx="2">
                    <a:schemeClr val="accent3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spc="0" normalizeH="0" baseline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  <p:sp>
                <p:nvSpPr>
                  <p:cNvPr id="101" name="文本框 100"/>
                  <p:cNvSpPr txBox="1"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12323" y="5868"/>
                    <a:ext cx="1011" cy="41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</p:spPr>
                <p:style>
                  <a:lnRef idx="0">
                    <a:srgbClr val="FFFFFF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none"/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r>
                      <a:rPr kumimoji="0" lang="en-US" altLang="zh-CN" sz="1600" b="0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OPlusSans 3.0" panose="00000500000000000000" charset="-122"/>
                      </a:rPr>
                      <a:t>anon</a:t>
                    </a:r>
                    <a:endPara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</p:grpSp>
            <p:sp>
              <p:nvSpPr>
                <p:cNvPr id="102" name="矩形 101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2435" y="5346"/>
                  <a:ext cx="45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03" name="矩形 102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13183" y="5346"/>
                  <a:ext cx="534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04" name="矩形 103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4015" y="5346"/>
                  <a:ext cx="46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cxnSp>
              <p:nvCxnSpPr>
                <p:cNvPr id="105" name="直接箭头连接符 104"/>
                <p:cNvCxnSpPr>
                  <a:stCxn id="102" idx="3"/>
                  <a:endCxn id="103" idx="1"/>
                </p:cNvCxnSpPr>
                <p:nvPr>
                  <p:custDataLst>
                    <p:tags r:id="rId36"/>
                  </p:custDataLst>
                </p:nvPr>
              </p:nvCxnSpPr>
              <p:spPr>
                <a:xfrm>
                  <a:off x="12885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  <p:cxnSp>
              <p:nvCxnSpPr>
                <p:cNvPr id="106" name="直接箭头连接符 105"/>
                <p:cNvCxnSpPr>
                  <a:stCxn id="103" idx="3"/>
                  <a:endCxn id="104" idx="1"/>
                </p:cNvCxnSpPr>
                <p:nvPr>
                  <p:custDataLst>
                    <p:tags r:id="rId37"/>
                  </p:custDataLst>
                </p:nvPr>
              </p:nvCxnSpPr>
              <p:spPr>
                <a:xfrm>
                  <a:off x="13717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</p:grpSp>
          <p:grpSp>
            <p:nvGrpSpPr>
              <p:cNvPr id="107" name="组合 106"/>
              <p:cNvGrpSpPr/>
              <p:nvPr/>
            </p:nvGrpSpPr>
            <p:grpSpPr>
              <a:xfrm>
                <a:off x="16409" y="4994"/>
                <a:ext cx="2278" cy="1278"/>
                <a:chOff x="12323" y="5012"/>
                <a:chExt cx="2278" cy="1278"/>
              </a:xfrm>
            </p:grpSpPr>
            <p:grpSp>
              <p:nvGrpSpPr>
                <p:cNvPr id="108" name="组合 107"/>
                <p:cNvGrpSpPr/>
                <p:nvPr/>
              </p:nvGrpSpPr>
              <p:grpSpPr>
                <a:xfrm>
                  <a:off x="12323" y="5012"/>
                  <a:ext cx="2278" cy="1278"/>
                  <a:chOff x="12323" y="5012"/>
                  <a:chExt cx="2278" cy="1278"/>
                </a:xfrm>
              </p:grpSpPr>
              <p:sp>
                <p:nvSpPr>
                  <p:cNvPr id="109" name="矩形 108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12323" y="5012"/>
                    <a:ext cx="2279" cy="1279"/>
                  </a:xfrm>
                  <a:prstGeom prst="rect">
                    <a:avLst/>
                  </a:prstGeom>
                </p:spPr>
                <p:style>
                  <a:lnRef idx="2">
                    <a:schemeClr val="accent3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spc="0" normalizeH="0" baseline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  <p:sp>
                <p:nvSpPr>
                  <p:cNvPr id="110" name="文本框 109"/>
                  <p:cNvSpPr txBox="1"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12323" y="5868"/>
                    <a:ext cx="1011" cy="41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</p:spPr>
                <p:style>
                  <a:lnRef idx="0">
                    <a:srgbClr val="FFFFFF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none"/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r>
                      <a:rPr kumimoji="0" lang="en-US" altLang="zh-CN" sz="1600" b="0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OPlusSans 3.0" panose="00000500000000000000" charset="-122"/>
                      </a:rPr>
                      <a:t>file</a:t>
                    </a:r>
                    <a:endPara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</p:grpSp>
            <p:sp>
              <p:nvSpPr>
                <p:cNvPr id="111" name="矩形 11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2435" y="5346"/>
                  <a:ext cx="45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12" name="矩形 11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13183" y="5346"/>
                  <a:ext cx="534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13" name="矩形 112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14015" y="5346"/>
                  <a:ext cx="46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cxnSp>
              <p:nvCxnSpPr>
                <p:cNvPr id="114" name="直接箭头连接符 113"/>
                <p:cNvCxnSpPr>
                  <a:stCxn id="111" idx="3"/>
                  <a:endCxn id="112" idx="1"/>
                </p:cNvCxnSpPr>
                <p:nvPr>
                  <p:custDataLst>
                    <p:tags r:id="rId43"/>
                  </p:custDataLst>
                </p:nvPr>
              </p:nvCxnSpPr>
              <p:spPr>
                <a:xfrm>
                  <a:off x="12885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  <p:cxnSp>
              <p:nvCxnSpPr>
                <p:cNvPr id="115" name="直接箭头连接符 114"/>
                <p:cNvCxnSpPr>
                  <a:stCxn id="112" idx="3"/>
                  <a:endCxn id="113" idx="1"/>
                </p:cNvCxnSpPr>
                <p:nvPr>
                  <p:custDataLst>
                    <p:tags r:id="rId44"/>
                  </p:custDataLst>
                </p:nvPr>
              </p:nvCxnSpPr>
              <p:spPr>
                <a:xfrm>
                  <a:off x="13717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</p:grpSp>
          <p:sp>
            <p:nvSpPr>
              <p:cNvPr id="126" name="矩形 125"/>
              <p:cNvSpPr/>
              <p:nvPr>
                <p:custDataLst>
                  <p:tags r:id="rId45"/>
                </p:custDataLst>
              </p:nvPr>
            </p:nvSpPr>
            <p:spPr>
              <a:xfrm>
                <a:off x="16455" y="5060"/>
                <a:ext cx="1423" cy="789"/>
              </a:xfrm>
              <a:prstGeom prst="rect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</a:ln>
            </p:spPr>
            <p:style>
              <a:lnRef idx="0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27" name="矩形 126"/>
              <p:cNvSpPr/>
              <p:nvPr>
                <p:custDataLst>
                  <p:tags r:id="rId46"/>
                </p:custDataLst>
              </p:nvPr>
            </p:nvSpPr>
            <p:spPr>
              <a:xfrm>
                <a:off x="17927" y="5052"/>
                <a:ext cx="677" cy="789"/>
              </a:xfrm>
              <a:prstGeom prst="rect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</a:ln>
            </p:spPr>
            <p:style>
              <a:lnRef idx="0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sp>
          <p:nvSpPr>
            <p:cNvPr id="138" name="矩形 137"/>
            <p:cNvSpPr/>
            <p:nvPr>
              <p:custDataLst>
                <p:tags r:id="rId47"/>
              </p:custDataLst>
            </p:nvPr>
          </p:nvSpPr>
          <p:spPr>
            <a:xfrm>
              <a:off x="10222" y="797"/>
              <a:ext cx="7984" cy="4719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48"/>
              </p:custDataLst>
            </p:nvPr>
          </p:nvSpPr>
          <p:spPr>
            <a:xfrm>
              <a:off x="10281" y="871"/>
              <a:ext cx="1547" cy="41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进程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0" name="矩形 139"/>
            <p:cNvSpPr/>
            <p:nvPr>
              <p:custDataLst>
                <p:tags r:id="rId49"/>
              </p:custDataLst>
            </p:nvPr>
          </p:nvSpPr>
          <p:spPr>
            <a:xfrm>
              <a:off x="16809" y="5059"/>
              <a:ext cx="1397" cy="4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栈</a:t>
              </a:r>
              <a:endPara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2" name="矩形 141"/>
            <p:cNvSpPr/>
            <p:nvPr>
              <p:custDataLst>
                <p:tags r:id="rId50"/>
              </p:custDataLst>
            </p:nvPr>
          </p:nvSpPr>
          <p:spPr>
            <a:xfrm>
              <a:off x="12949" y="5059"/>
              <a:ext cx="1397" cy="4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堆</a:t>
              </a:r>
              <a:endPara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3" name="矩形 142"/>
            <p:cNvSpPr/>
            <p:nvPr>
              <p:custDataLst>
                <p:tags r:id="rId51"/>
              </p:custDataLst>
            </p:nvPr>
          </p:nvSpPr>
          <p:spPr>
            <a:xfrm>
              <a:off x="10222" y="5059"/>
              <a:ext cx="2676" cy="4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数据</a:t>
              </a:r>
              <a:r>
                <a:rPr kumimoji="0" lang="en-US" altLang="zh-CN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/</a:t>
              </a:r>
              <a:r>
                <a:rPr kumimoji="0" lang="zh-CN" altLang="en-US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代码</a:t>
              </a:r>
              <a:endParaRPr kumimoji="0" lang="zh-CN" altLang="en-US" sz="14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4" name="矩形 143"/>
            <p:cNvSpPr/>
            <p:nvPr>
              <p:custDataLst>
                <p:tags r:id="rId52"/>
              </p:custDataLst>
            </p:nvPr>
          </p:nvSpPr>
          <p:spPr>
            <a:xfrm>
              <a:off x="14346" y="5059"/>
              <a:ext cx="2463" cy="4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mmap</a:t>
              </a:r>
              <a:endParaRPr kumimoji="0" lang="en-US" sz="14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46" name="直接箭头连接符 145"/>
            <p:cNvCxnSpPr/>
            <p:nvPr>
              <p:custDataLst>
                <p:tags r:id="rId53"/>
              </p:custDataLst>
            </p:nvPr>
          </p:nvCxnSpPr>
          <p:spPr>
            <a:xfrm>
              <a:off x="15951" y="5512"/>
              <a:ext cx="1247" cy="56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7" name="直接箭头连接符 146"/>
            <p:cNvCxnSpPr>
              <a:stCxn id="144" idx="2"/>
              <a:endCxn id="100" idx="0"/>
            </p:cNvCxnSpPr>
            <p:nvPr>
              <p:custDataLst>
                <p:tags r:id="rId54"/>
              </p:custDataLst>
            </p:nvPr>
          </p:nvCxnSpPr>
          <p:spPr>
            <a:xfrm flipH="1">
              <a:off x="15139" y="5515"/>
              <a:ext cx="439" cy="627"/>
            </a:xfrm>
            <a:prstGeom prst="straightConnector1">
              <a:avLst/>
            </a:prstGeom>
            <a:ln w="31750" cap="rnd">
              <a:solidFill>
                <a:schemeClr val="accent3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8" name="文本框 147"/>
            <p:cNvSpPr txBox="1"/>
            <p:nvPr/>
          </p:nvSpPr>
          <p:spPr>
            <a:xfrm>
              <a:off x="15577" y="5556"/>
              <a:ext cx="1481" cy="49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spc="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内存分配</a:t>
              </a: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55"/>
              </p:custDataLst>
            </p:nvPr>
          </p:nvSpPr>
          <p:spPr>
            <a:xfrm>
              <a:off x="10409" y="1420"/>
              <a:ext cx="1000" cy="230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堆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" name="矩形 2"/>
            <p:cNvSpPr/>
            <p:nvPr>
              <p:custDataLst>
                <p:tags r:id="rId56"/>
              </p:custDataLst>
            </p:nvPr>
          </p:nvSpPr>
          <p:spPr>
            <a:xfrm>
              <a:off x="11690" y="1559"/>
              <a:ext cx="1036" cy="2029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4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Meta</a:t>
              </a:r>
              <a:endParaRPr kumimoji="0" lang="en-US" sz="14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4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Space</a:t>
              </a:r>
              <a:endParaRPr kumimoji="0" lang="en-US" sz="14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57"/>
              </p:custDataLst>
            </p:nvPr>
          </p:nvSpPr>
          <p:spPr>
            <a:xfrm>
              <a:off x="12856" y="2219"/>
              <a:ext cx="1813" cy="60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Direct ByteBuffer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58"/>
              </p:custDataLst>
            </p:nvPr>
          </p:nvSpPr>
          <p:spPr>
            <a:xfrm>
              <a:off x="12856" y="3001"/>
              <a:ext cx="1813" cy="587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Mapped ByteBuffer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59"/>
              </p:custDataLst>
            </p:nvPr>
          </p:nvSpPr>
          <p:spPr>
            <a:xfrm>
              <a:off x="12856" y="1559"/>
              <a:ext cx="1813" cy="475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Code Cache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60"/>
              </p:custDataLst>
            </p:nvPr>
          </p:nvSpPr>
          <p:spPr>
            <a:xfrm>
              <a:off x="14817" y="1537"/>
              <a:ext cx="1143" cy="475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Thread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61"/>
              </p:custDataLst>
            </p:nvPr>
          </p:nvSpPr>
          <p:spPr>
            <a:xfrm>
              <a:off x="14808" y="2219"/>
              <a:ext cx="1143" cy="60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GC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62"/>
              </p:custDataLst>
            </p:nvPr>
          </p:nvSpPr>
          <p:spPr>
            <a:xfrm>
              <a:off x="14808" y="3001"/>
              <a:ext cx="1143" cy="60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...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63"/>
              </p:custDataLst>
            </p:nvPr>
          </p:nvSpPr>
          <p:spPr>
            <a:xfrm>
              <a:off x="11553" y="1408"/>
              <a:ext cx="4599" cy="2354"/>
            </a:xfrm>
            <a:prstGeom prst="rect">
              <a:avLst/>
            </a:prstGeom>
            <a:ln w="9525" cap="flat" cmpd="sng" algn="ctr">
              <a:solidFill>
                <a:schemeClr val="accent4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3124" y="1076"/>
              <a:ext cx="160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非堆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64"/>
              </p:custDataLst>
            </p:nvPr>
          </p:nvSpPr>
          <p:spPr>
            <a:xfrm>
              <a:off x="16136" y="1407"/>
              <a:ext cx="1919" cy="2354"/>
            </a:xfrm>
            <a:prstGeom prst="rect">
              <a:avLst/>
            </a:prstGeom>
            <a:ln w="9525" cap="flat" cmpd="sng" algn="ctr">
              <a:solidFill>
                <a:schemeClr val="accent4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65"/>
              </p:custDataLst>
            </p:nvPr>
          </p:nvSpPr>
          <p:spPr>
            <a:xfrm>
              <a:off x="16278" y="1096"/>
              <a:ext cx="1816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native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分配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66"/>
              </p:custDataLst>
            </p:nvPr>
          </p:nvSpPr>
          <p:spPr>
            <a:xfrm>
              <a:off x="16278" y="1893"/>
              <a:ext cx="1597" cy="475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JNI malloc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67"/>
              </p:custDataLst>
            </p:nvPr>
          </p:nvSpPr>
          <p:spPr>
            <a:xfrm>
              <a:off x="16259" y="2616"/>
              <a:ext cx="1597" cy="475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IO malloc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68"/>
              </p:custDataLst>
            </p:nvPr>
          </p:nvSpPr>
          <p:spPr>
            <a:xfrm>
              <a:off x="14808" y="6179"/>
              <a:ext cx="677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7457" y="7553"/>
              <a:ext cx="1049" cy="40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Buffer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20" name="直接箭头连接符 19"/>
            <p:cNvCxnSpPr>
              <a:stCxn id="127" idx="2"/>
              <a:endCxn id="19" idx="0"/>
            </p:cNvCxnSpPr>
            <p:nvPr>
              <p:custDataLst>
                <p:tags r:id="rId69"/>
              </p:custDataLst>
            </p:nvPr>
          </p:nvCxnSpPr>
          <p:spPr>
            <a:xfrm flipH="1">
              <a:off x="17982" y="6971"/>
              <a:ext cx="171" cy="582"/>
            </a:xfrm>
            <a:prstGeom prst="straightConnector1">
              <a:avLst/>
            </a:prstGeom>
            <a:ln w="9525" cap="flat" cmpd="sng" algn="ctr">
              <a:solidFill>
                <a:schemeClr val="accent3"/>
              </a:solidFill>
              <a:prstDash val="dash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>
              <p:custDataLst>
                <p:tags r:id="rId70"/>
              </p:custDataLst>
            </p:nvPr>
          </p:nvSpPr>
          <p:spPr>
            <a:xfrm>
              <a:off x="16408" y="7553"/>
              <a:ext cx="1049" cy="40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Cache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22" name="直接箭头连接符 21"/>
            <p:cNvCxnSpPr>
              <a:stCxn id="126" idx="2"/>
              <a:endCxn id="21" idx="0"/>
            </p:cNvCxnSpPr>
            <p:nvPr>
              <p:custDataLst>
                <p:tags r:id="rId71"/>
              </p:custDataLst>
            </p:nvPr>
          </p:nvCxnSpPr>
          <p:spPr>
            <a:xfrm flipH="1">
              <a:off x="16933" y="6979"/>
              <a:ext cx="121" cy="574"/>
            </a:xfrm>
            <a:prstGeom prst="straightConnector1">
              <a:avLst/>
            </a:prstGeom>
            <a:ln w="9525" cap="flat" cmpd="sng" algn="ctr">
              <a:solidFill>
                <a:schemeClr val="accent3"/>
              </a:solidFill>
              <a:prstDash val="dash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>
              <p:custDataLst>
                <p:tags r:id="rId72"/>
              </p:custDataLst>
            </p:nvPr>
          </p:nvSpPr>
          <p:spPr>
            <a:xfrm>
              <a:off x="14703" y="7553"/>
              <a:ext cx="897" cy="40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Slab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24" name="直接箭头连接符 23"/>
            <p:cNvCxnSpPr>
              <a:stCxn id="18" idx="2"/>
              <a:endCxn id="23" idx="0"/>
            </p:cNvCxnSpPr>
            <p:nvPr>
              <p:custDataLst>
                <p:tags r:id="rId73"/>
              </p:custDataLst>
            </p:nvPr>
          </p:nvCxnSpPr>
          <p:spPr>
            <a:xfrm>
              <a:off x="15147" y="6968"/>
              <a:ext cx="5" cy="585"/>
            </a:xfrm>
            <a:prstGeom prst="straightConnector1">
              <a:avLst/>
            </a:prstGeom>
            <a:ln w="9525" cap="flat" cmpd="sng" algn="ctr">
              <a:solidFill>
                <a:schemeClr val="accent3"/>
              </a:solidFill>
              <a:prstDash val="dash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矩形 24"/>
            <p:cNvSpPr/>
            <p:nvPr>
              <p:custDataLst>
                <p:tags r:id="rId74"/>
              </p:custDataLst>
            </p:nvPr>
          </p:nvSpPr>
          <p:spPr>
            <a:xfrm>
              <a:off x="10409" y="3887"/>
              <a:ext cx="7647" cy="1062"/>
            </a:xfrm>
            <a:prstGeom prst="rect">
              <a:avLst/>
            </a:prstGeom>
            <a:ln w="9525" cap="flat" cmpd="sng" algn="ctr">
              <a:solidFill>
                <a:schemeClr val="accent4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75"/>
              </p:custDataLst>
            </p:nvPr>
          </p:nvSpPr>
          <p:spPr>
            <a:xfrm>
              <a:off x="10481" y="3925"/>
              <a:ext cx="2332" cy="41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libc</a:t>
              </a: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内存分配器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7" name="矩形 26"/>
            <p:cNvSpPr/>
            <p:nvPr>
              <p:custDataLst>
                <p:tags r:id="rId76"/>
              </p:custDataLst>
            </p:nvPr>
          </p:nvSpPr>
          <p:spPr>
            <a:xfrm>
              <a:off x="16492" y="4086"/>
              <a:ext cx="1364" cy="64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Cached Memory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Linux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内存分配原理</a:t>
            </a:r>
            <a:endParaRPr kumimoji="0" lang="en-US" alt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Linux虚拟内存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69570" y="1483995"/>
            <a:ext cx="9963785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JVM等原生应用程序调用的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malloc、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free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函数，实际是由基础C库libc提供的，而linux系统则提供了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brk、mmap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等系统调用来分配虚拟内存，所以libc的malloc、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free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函数实际是基于这些系统调用实现的。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50520" y="2718435"/>
            <a:ext cx="4591685" cy="15068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减小系统调用开销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，libc实现了一个类似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内存池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的机制，在free函数调用时将内存块缓存起来不归还给linux，缓存达到一定阈值才会实际执行归还内存的系统调用。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68935" y="4356735"/>
            <a:ext cx="4573270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由于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libc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会缓存一定量内存，所以进程占用内存一般比理论上会稍大些。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9" name="对象 8"/>
          <p:cNvGraphicFramePr/>
          <p:nvPr>
            <p:custDataLst>
              <p:tags r:id="rId5"/>
            </p:custDataLst>
          </p:nvPr>
        </p:nvGraphicFramePr>
        <p:xfrm>
          <a:off x="5207635" y="2493010"/>
          <a:ext cx="6928485" cy="356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6" imgW="11400790" imgH="7562850" progId="Paint.Picture">
                  <p:embed/>
                </p:oleObj>
              </mc:Choice>
              <mc:Fallback>
                <p:oleObj name="" r:id="rId6" imgW="11400790" imgH="7562850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07635" y="2493010"/>
                        <a:ext cx="6928485" cy="3561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物理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缺页中断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69570" y="1483995"/>
            <a:ext cx="5836920" cy="32486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进程通过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brk/mmap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申请虚拟内存时，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并未给其实际分配物理内存，直到进程实际读写虚拟内存块时，会触发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的缺页中断机制，为进程分配实际的物理内存页。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minor faults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轻微缺页，缺页中断分配物理内存页面后，不需要从磁盘或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中加载数据到内存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页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major faults：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严重缺页，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缺页中断分配物理内存页面后，还需要从磁盘或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中加载数据到内存页。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311265" y="1130935"/>
            <a:ext cx="5483225" cy="5122545"/>
            <a:chOff x="10052" y="990"/>
            <a:chExt cx="8635" cy="8067"/>
          </a:xfrm>
        </p:grpSpPr>
        <p:sp>
          <p:nvSpPr>
            <p:cNvPr id="66" name="矩形 65"/>
            <p:cNvSpPr/>
            <p:nvPr>
              <p:custDataLst>
                <p:tags r:id="rId3"/>
              </p:custDataLst>
            </p:nvPr>
          </p:nvSpPr>
          <p:spPr>
            <a:xfrm>
              <a:off x="10054" y="990"/>
              <a:ext cx="8630" cy="7052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7" name="矩形 66"/>
            <p:cNvSpPr/>
            <p:nvPr>
              <p:custDataLst>
                <p:tags r:id="rId4"/>
              </p:custDataLst>
            </p:nvPr>
          </p:nvSpPr>
          <p:spPr>
            <a:xfrm>
              <a:off x="10054" y="8040"/>
              <a:ext cx="8630" cy="9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8" name="文本框 67"/>
            <p:cNvSpPr txBox="1"/>
            <p:nvPr>
              <p:custDataLst>
                <p:tags r:id="rId5"/>
              </p:custDataLst>
            </p:nvPr>
          </p:nvSpPr>
          <p:spPr>
            <a:xfrm>
              <a:off x="10054" y="8461"/>
              <a:ext cx="176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硬件资源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6"/>
              </p:custDataLst>
            </p:nvPr>
          </p:nvSpPr>
          <p:spPr>
            <a:xfrm>
              <a:off x="10054" y="7438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操作系统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0" name="矩形 69"/>
            <p:cNvSpPr/>
            <p:nvPr>
              <p:custDataLst>
                <p:tags r:id="rId7"/>
              </p:custDataLst>
            </p:nvPr>
          </p:nvSpPr>
          <p:spPr>
            <a:xfrm>
              <a:off x="11753" y="8220"/>
              <a:ext cx="1371" cy="6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8"/>
              </p:custDataLst>
            </p:nvPr>
          </p:nvSpPr>
          <p:spPr>
            <a:xfrm>
              <a:off x="11753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4" name="矩形 73"/>
            <p:cNvSpPr/>
            <p:nvPr>
              <p:custDataLst>
                <p:tags r:id="rId9"/>
              </p:custDataLst>
            </p:nvPr>
          </p:nvSpPr>
          <p:spPr>
            <a:xfrm>
              <a:off x="13227" y="8195"/>
              <a:ext cx="1371" cy="7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5" name="文本框 74"/>
            <p:cNvSpPr txBox="1"/>
            <p:nvPr>
              <p:custDataLst>
                <p:tags r:id="rId10"/>
              </p:custDataLst>
            </p:nvPr>
          </p:nvSpPr>
          <p:spPr>
            <a:xfrm>
              <a:off x="13227" y="822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6" name="矩形 75"/>
            <p:cNvSpPr/>
            <p:nvPr>
              <p:custDataLst>
                <p:tags r:id="rId11"/>
              </p:custDataLst>
            </p:nvPr>
          </p:nvSpPr>
          <p:spPr>
            <a:xfrm>
              <a:off x="14701" y="8220"/>
              <a:ext cx="1371" cy="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12"/>
              </p:custDataLst>
            </p:nvPr>
          </p:nvSpPr>
          <p:spPr>
            <a:xfrm>
              <a:off x="14701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8" name="矩形 77"/>
            <p:cNvSpPr/>
            <p:nvPr>
              <p:custDataLst>
                <p:tags r:id="rId13"/>
              </p:custDataLst>
            </p:nvPr>
          </p:nvSpPr>
          <p:spPr>
            <a:xfrm>
              <a:off x="16372" y="8220"/>
              <a:ext cx="1371" cy="6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14"/>
              </p:custDataLst>
            </p:nvPr>
          </p:nvSpPr>
          <p:spPr>
            <a:xfrm>
              <a:off x="16372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80" name="直接箭头连接符 79"/>
            <p:cNvCxnSpPr/>
            <p:nvPr>
              <p:custDataLst>
                <p:tags r:id="rId15"/>
              </p:custDataLst>
            </p:nvPr>
          </p:nvCxnSpPr>
          <p:spPr>
            <a:xfrm flipH="1" flipV="1">
              <a:off x="13795" y="7441"/>
              <a:ext cx="1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1" name="矩形 80"/>
            <p:cNvSpPr/>
            <p:nvPr>
              <p:custDataLst>
                <p:tags r:id="rId16"/>
              </p:custDataLst>
            </p:nvPr>
          </p:nvSpPr>
          <p:spPr>
            <a:xfrm>
              <a:off x="10054" y="4994"/>
              <a:ext cx="8631" cy="244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2" name="文本框 81"/>
            <p:cNvSpPr txBox="1"/>
            <p:nvPr>
              <p:custDataLst>
                <p:tags r:id="rId17"/>
              </p:custDataLst>
            </p:nvPr>
          </p:nvSpPr>
          <p:spPr>
            <a:xfrm>
              <a:off x="10052" y="6948"/>
              <a:ext cx="1267" cy="46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node0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3" name="矩形 82"/>
            <p:cNvSpPr/>
            <p:nvPr>
              <p:custDataLst>
                <p:tags r:id="rId18"/>
              </p:custDataLst>
            </p:nvPr>
          </p:nvSpPr>
          <p:spPr>
            <a:xfrm>
              <a:off x="10095" y="5012"/>
              <a:ext cx="748" cy="1949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19"/>
              </p:custDataLst>
            </p:nvPr>
          </p:nvSpPr>
          <p:spPr>
            <a:xfrm>
              <a:off x="10052" y="6475"/>
              <a:ext cx="1050" cy="49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5" name="矩形 84"/>
            <p:cNvSpPr/>
            <p:nvPr>
              <p:custDataLst>
                <p:tags r:id="rId20"/>
              </p:custDataLst>
            </p:nvPr>
          </p:nvSpPr>
          <p:spPr>
            <a:xfrm>
              <a:off x="10843" y="5000"/>
              <a:ext cx="1002" cy="196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6" name="文本框 85"/>
            <p:cNvSpPr txBox="1"/>
            <p:nvPr>
              <p:custDataLst>
                <p:tags r:id="rId21"/>
              </p:custDataLst>
            </p:nvPr>
          </p:nvSpPr>
          <p:spPr>
            <a:xfrm>
              <a:off x="10760" y="6496"/>
              <a:ext cx="1181" cy="48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DMA32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7" name="矩形 86"/>
            <p:cNvSpPr/>
            <p:nvPr>
              <p:custDataLst>
                <p:tags r:id="rId22"/>
              </p:custDataLst>
            </p:nvPr>
          </p:nvSpPr>
          <p:spPr>
            <a:xfrm>
              <a:off x="11813" y="4994"/>
              <a:ext cx="6840" cy="197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88" name="文本框 87"/>
            <p:cNvSpPr txBox="1"/>
            <p:nvPr>
              <p:custDataLst>
                <p:tags r:id="rId23"/>
              </p:custDataLst>
            </p:nvPr>
          </p:nvSpPr>
          <p:spPr>
            <a:xfrm>
              <a:off x="11903" y="6493"/>
              <a:ext cx="1419" cy="48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Normal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11811" y="5012"/>
              <a:ext cx="2278" cy="1278"/>
              <a:chOff x="12323" y="5012"/>
              <a:chExt cx="2278" cy="1278"/>
            </a:xfrm>
          </p:grpSpPr>
          <p:grpSp>
            <p:nvGrpSpPr>
              <p:cNvPr id="90" name="组合 89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91" name="矩形 90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92" name="文本框 91"/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空闲</a:t>
                  </a:r>
                  <a:endPara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93" name="矩形 92"/>
              <p:cNvSpPr/>
              <p:nvPr>
                <p:custDataLst>
                  <p:tags r:id="rId26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94" name="矩形 93"/>
              <p:cNvSpPr/>
              <p:nvPr>
                <p:custDataLst>
                  <p:tags r:id="rId27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95" name="矩形 94"/>
              <p:cNvSpPr/>
              <p:nvPr>
                <p:custDataLst>
                  <p:tags r:id="rId28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96" name="直接箭头连接符 95"/>
              <p:cNvCxnSpPr>
                <a:stCxn id="93" idx="3"/>
                <a:endCxn id="94" idx="1"/>
              </p:cNvCxnSpPr>
              <p:nvPr>
                <p:custDataLst>
                  <p:tags r:id="rId29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97" name="直接箭头连接符 96"/>
              <p:cNvCxnSpPr>
                <a:stCxn id="94" idx="3"/>
                <a:endCxn id="95" idx="1"/>
              </p:cNvCxnSpPr>
              <p:nvPr>
                <p:custDataLst>
                  <p:tags r:id="rId30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98" name="组合 97"/>
            <p:cNvGrpSpPr/>
            <p:nvPr/>
          </p:nvGrpSpPr>
          <p:grpSpPr>
            <a:xfrm>
              <a:off x="14112" y="5012"/>
              <a:ext cx="2278" cy="1278"/>
              <a:chOff x="12323" y="5012"/>
              <a:chExt cx="2278" cy="1278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100" name="矩形 99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01" name="文本框 100"/>
                <p:cNvSpPr txBox="1"/>
                <p:nvPr>
                  <p:custDataLst>
                    <p:tags r:id="rId32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anon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102" name="矩形 101"/>
              <p:cNvSpPr/>
              <p:nvPr>
                <p:custDataLst>
                  <p:tags r:id="rId33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03" name="矩形 102"/>
              <p:cNvSpPr/>
              <p:nvPr>
                <p:custDataLst>
                  <p:tags r:id="rId34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04" name="矩形 103"/>
              <p:cNvSpPr/>
              <p:nvPr>
                <p:custDataLst>
                  <p:tags r:id="rId35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105" name="直接箭头连接符 104"/>
              <p:cNvCxnSpPr>
                <a:stCxn id="102" idx="3"/>
                <a:endCxn id="103" idx="1"/>
              </p:cNvCxnSpPr>
              <p:nvPr>
                <p:custDataLst>
                  <p:tags r:id="rId36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106" name="直接箭头连接符 105"/>
              <p:cNvCxnSpPr>
                <a:stCxn id="103" idx="3"/>
                <a:endCxn id="104" idx="1"/>
              </p:cNvCxnSpPr>
              <p:nvPr>
                <p:custDataLst>
                  <p:tags r:id="rId37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107" name="组合 106"/>
            <p:cNvGrpSpPr/>
            <p:nvPr/>
          </p:nvGrpSpPr>
          <p:grpSpPr>
            <a:xfrm>
              <a:off x="16409" y="4994"/>
              <a:ext cx="2278" cy="1278"/>
              <a:chOff x="12323" y="5012"/>
              <a:chExt cx="2278" cy="1278"/>
            </a:xfrm>
          </p:grpSpPr>
          <p:grpSp>
            <p:nvGrpSpPr>
              <p:cNvPr id="108" name="组合 107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109" name="矩形 108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10" name="文本框 109"/>
                <p:cNvSpPr txBox="1"/>
                <p:nvPr>
                  <p:custDataLst>
                    <p:tags r:id="rId39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file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111" name="矩形 110"/>
              <p:cNvSpPr/>
              <p:nvPr>
                <p:custDataLst>
                  <p:tags r:id="rId40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12" name="矩形 111"/>
              <p:cNvSpPr/>
              <p:nvPr>
                <p:custDataLst>
                  <p:tags r:id="rId41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13" name="矩形 112"/>
              <p:cNvSpPr/>
              <p:nvPr>
                <p:custDataLst>
                  <p:tags r:id="rId42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114" name="直接箭头连接符 113"/>
              <p:cNvCxnSpPr>
                <a:stCxn id="111" idx="3"/>
                <a:endCxn id="112" idx="1"/>
              </p:cNvCxnSpPr>
              <p:nvPr>
                <p:custDataLst>
                  <p:tags r:id="rId43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115" name="直接箭头连接符 114"/>
              <p:cNvCxnSpPr>
                <a:stCxn id="112" idx="3"/>
                <a:endCxn id="113" idx="1"/>
              </p:cNvCxnSpPr>
              <p:nvPr>
                <p:custDataLst>
                  <p:tags r:id="rId44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sp>
          <p:nvSpPr>
            <p:cNvPr id="126" name="矩形 125"/>
            <p:cNvSpPr/>
            <p:nvPr>
              <p:custDataLst>
                <p:tags r:id="rId45"/>
              </p:custDataLst>
            </p:nvPr>
          </p:nvSpPr>
          <p:spPr>
            <a:xfrm>
              <a:off x="16455" y="5060"/>
              <a:ext cx="1423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27" name="矩形 126"/>
            <p:cNvSpPr/>
            <p:nvPr>
              <p:custDataLst>
                <p:tags r:id="rId46"/>
              </p:custDataLst>
            </p:nvPr>
          </p:nvSpPr>
          <p:spPr>
            <a:xfrm>
              <a:off x="17927" y="5052"/>
              <a:ext cx="677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8889365" y="1268730"/>
            <a:ext cx="2671445" cy="1767840"/>
            <a:chOff x="13999" y="1998"/>
            <a:chExt cx="4207" cy="2784"/>
          </a:xfrm>
        </p:grpSpPr>
        <p:sp>
          <p:nvSpPr>
            <p:cNvPr id="138" name="矩形 137"/>
            <p:cNvSpPr/>
            <p:nvPr>
              <p:custDataLst>
                <p:tags r:id="rId47"/>
              </p:custDataLst>
            </p:nvPr>
          </p:nvSpPr>
          <p:spPr>
            <a:xfrm>
              <a:off x="13999" y="1998"/>
              <a:ext cx="4207" cy="2784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48"/>
              </p:custDataLst>
            </p:nvPr>
          </p:nvSpPr>
          <p:spPr>
            <a:xfrm>
              <a:off x="13999" y="2075"/>
              <a:ext cx="1546" cy="41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进程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0" name="矩形 139"/>
            <p:cNvSpPr/>
            <p:nvPr>
              <p:custDataLst>
                <p:tags r:id="rId49"/>
              </p:custDataLst>
            </p:nvPr>
          </p:nvSpPr>
          <p:spPr>
            <a:xfrm>
              <a:off x="17470" y="4149"/>
              <a:ext cx="736" cy="608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栈</a:t>
              </a:r>
              <a:endPara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2" name="矩形 141"/>
            <p:cNvSpPr/>
            <p:nvPr>
              <p:custDataLst>
                <p:tags r:id="rId50"/>
              </p:custDataLst>
            </p:nvPr>
          </p:nvSpPr>
          <p:spPr>
            <a:xfrm>
              <a:off x="15436" y="4149"/>
              <a:ext cx="736" cy="608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堆</a:t>
              </a:r>
              <a:endPara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3" name="矩形 142"/>
            <p:cNvSpPr/>
            <p:nvPr>
              <p:custDataLst>
                <p:tags r:id="rId51"/>
              </p:custDataLst>
            </p:nvPr>
          </p:nvSpPr>
          <p:spPr>
            <a:xfrm>
              <a:off x="13999" y="4149"/>
              <a:ext cx="1410" cy="608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数据</a:t>
              </a:r>
              <a:r>
                <a:rPr kumimoji="0" lang="en-US" altLang="zh-CN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/</a:t>
              </a:r>
              <a:r>
                <a:rPr kumimoji="0" lang="zh-CN" altLang="en-US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代码</a:t>
              </a:r>
              <a:endParaRPr kumimoji="0" lang="zh-CN" altLang="en-US" sz="14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4" name="矩形 143"/>
            <p:cNvSpPr/>
            <p:nvPr>
              <p:custDataLst>
                <p:tags r:id="rId52"/>
              </p:custDataLst>
            </p:nvPr>
          </p:nvSpPr>
          <p:spPr>
            <a:xfrm>
              <a:off x="16172" y="4149"/>
              <a:ext cx="1298" cy="608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mmap</a:t>
              </a:r>
              <a:endParaRPr kumimoji="0" lang="en-US" sz="14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cxnSp>
        <p:nvCxnSpPr>
          <p:cNvPr id="146" name="直接箭头连接符 145"/>
          <p:cNvCxnSpPr/>
          <p:nvPr>
            <p:custDataLst>
              <p:tags r:id="rId53"/>
            </p:custDataLst>
          </p:nvPr>
        </p:nvCxnSpPr>
        <p:spPr>
          <a:xfrm>
            <a:off x="10344785" y="3068955"/>
            <a:ext cx="575945" cy="5759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>
            <a:endCxn id="100" idx="0"/>
          </p:cNvCxnSpPr>
          <p:nvPr>
            <p:custDataLst>
              <p:tags r:id="rId54"/>
            </p:custDataLst>
          </p:nvPr>
        </p:nvCxnSpPr>
        <p:spPr>
          <a:xfrm flipH="1">
            <a:off x="9613265" y="3068955"/>
            <a:ext cx="659130" cy="6159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8" name="文本框 147"/>
          <p:cNvSpPr txBox="1"/>
          <p:nvPr/>
        </p:nvSpPr>
        <p:spPr>
          <a:xfrm>
            <a:off x="10128885" y="3181350"/>
            <a:ext cx="1083945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缺页中断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物理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07670" y="1017270"/>
            <a:ext cx="5836920" cy="52971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缺页中断会在空闲内存页链表中查找可分配的物理内存页，若</a:t>
            </a: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空闲内存不足</a:t>
            </a: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，可能会触发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内存回收机制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为空闲内存设置了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high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low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min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个水位，以确定内存回收的时机，如下：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high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水位：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安全水位，直接分配内存。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low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水位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当空闲内存低于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low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时，说明内存开始不足了，分配内存后，会唤醒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kswapd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内核线程异步回收内存，直到内存回收到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high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水位。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min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水位：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当空闲内存低于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min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时，说明内存严重不足了，这时会同步等待回收内存完成，然后再分配内存，这种叫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direct reclaim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vm.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watermark_scale_factor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内核参数，可调整内存水位之间的差值，通过</a:t>
            </a:r>
            <a:r>
              <a:rPr lang="zh-CN" altLang="en-US" sz="12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grep -E 'pageoutrun|allocstall' /proc/vmstat</a:t>
            </a:r>
            <a:r>
              <a:rPr lang="zh-CN" altLang="en-US" sz="16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可观察</a:t>
            </a:r>
            <a:r>
              <a:rPr lang="en-US" altLang="zh-CN" sz="16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kswapd</a:t>
            </a:r>
            <a:r>
              <a:rPr lang="zh-CN" altLang="en-US" sz="16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和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direct reclaim运行次数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/>
          <p:nvPr>
            <p:custDataLst>
              <p:tags r:id="rId3"/>
            </p:custDataLst>
          </p:nvPr>
        </p:nvPicPr>
        <p:blipFill>
          <a:blip r:embed="rId4"/>
          <a:srcRect b="14603"/>
          <a:stretch>
            <a:fillRect/>
          </a:stretch>
        </p:blipFill>
        <p:spPr>
          <a:xfrm>
            <a:off x="6553200" y="1844675"/>
            <a:ext cx="5017135" cy="31578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物理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07670" y="1173480"/>
            <a:ext cx="5836920" cy="51282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会根据配置和页面类型，去已分配的页面链表中找到合适的可回收页面，各种页面的回收动作如下：</a:t>
            </a:r>
            <a:endParaRPr kumimoji="0" lang="zh-CN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anon page：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若开启了swap，会将其swap到磁盘后，物理内存页放入到空闲链表。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file page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clean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直接回收，然后放入空闲链表。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file page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dirty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先将内存数据同步到磁盘后，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然后放入空闲链表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lang="en-US" altLang="zh-CN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lang="en-US" altLang="zh-CN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vm.swappiness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内核配置，决定回收多少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anon page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和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file page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值越大，回收</a:t>
            </a:r>
            <a:r>
              <a:rPr lang="en-US" altLang="zh-CN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anon</a:t>
            </a:r>
            <a:r>
              <a:rPr lang="zh-CN" altLang="en-US" sz="16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page比例越大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swappiness=1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表示尽量不回收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anon page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，swappiness=100时，回收一样多的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anon page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lang="en-US" alt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file</a:t>
            </a:r>
            <a:r>
              <a:rPr lang="zh-CN" altLang="en-US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page。</a:t>
            </a:r>
            <a:endParaRPr lang="zh-CN" altLang="en-US" sz="1600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311265" y="1130935"/>
            <a:ext cx="5483225" cy="5122545"/>
            <a:chOff x="10052" y="990"/>
            <a:chExt cx="8635" cy="8067"/>
          </a:xfrm>
        </p:grpSpPr>
        <p:sp>
          <p:nvSpPr>
            <p:cNvPr id="4" name="矩形 3"/>
            <p:cNvSpPr/>
            <p:nvPr>
              <p:custDataLst>
                <p:tags r:id="rId3"/>
              </p:custDataLst>
            </p:nvPr>
          </p:nvSpPr>
          <p:spPr>
            <a:xfrm>
              <a:off x="10054" y="990"/>
              <a:ext cx="8630" cy="7052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10054" y="8040"/>
              <a:ext cx="8630" cy="9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10054" y="8461"/>
              <a:ext cx="176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硬件资源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6"/>
              </p:custDataLst>
            </p:nvPr>
          </p:nvSpPr>
          <p:spPr>
            <a:xfrm>
              <a:off x="10054" y="7438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操作系统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7"/>
              </p:custDataLst>
            </p:nvPr>
          </p:nvSpPr>
          <p:spPr>
            <a:xfrm>
              <a:off x="11753" y="8220"/>
              <a:ext cx="1371" cy="6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8"/>
              </p:custDataLst>
            </p:nvPr>
          </p:nvSpPr>
          <p:spPr>
            <a:xfrm>
              <a:off x="11753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9"/>
              </p:custDataLst>
            </p:nvPr>
          </p:nvSpPr>
          <p:spPr>
            <a:xfrm>
              <a:off x="13227" y="8195"/>
              <a:ext cx="1371" cy="7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0"/>
              </p:custDataLst>
            </p:nvPr>
          </p:nvSpPr>
          <p:spPr>
            <a:xfrm>
              <a:off x="13227" y="822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1"/>
              </p:custDataLst>
            </p:nvPr>
          </p:nvSpPr>
          <p:spPr>
            <a:xfrm>
              <a:off x="14701" y="8220"/>
              <a:ext cx="1371" cy="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2"/>
              </p:custDataLst>
            </p:nvPr>
          </p:nvSpPr>
          <p:spPr>
            <a:xfrm>
              <a:off x="14701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3"/>
              </p:custDataLst>
            </p:nvPr>
          </p:nvSpPr>
          <p:spPr>
            <a:xfrm>
              <a:off x="16372" y="8220"/>
              <a:ext cx="1371" cy="6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4"/>
              </p:custDataLst>
            </p:nvPr>
          </p:nvSpPr>
          <p:spPr>
            <a:xfrm>
              <a:off x="16372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15"/>
              </p:custDataLst>
            </p:nvPr>
          </p:nvCxnSpPr>
          <p:spPr>
            <a:xfrm flipH="1" flipV="1">
              <a:off x="13795" y="7441"/>
              <a:ext cx="1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>
              <p:custDataLst>
                <p:tags r:id="rId16"/>
              </p:custDataLst>
            </p:nvPr>
          </p:nvSpPr>
          <p:spPr>
            <a:xfrm>
              <a:off x="10054" y="4994"/>
              <a:ext cx="8631" cy="244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7"/>
              </p:custDataLst>
            </p:nvPr>
          </p:nvSpPr>
          <p:spPr>
            <a:xfrm>
              <a:off x="10052" y="6948"/>
              <a:ext cx="1267" cy="46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node0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18"/>
              </p:custDataLst>
            </p:nvPr>
          </p:nvSpPr>
          <p:spPr>
            <a:xfrm>
              <a:off x="10095" y="5012"/>
              <a:ext cx="748" cy="1949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9"/>
              </p:custDataLst>
            </p:nvPr>
          </p:nvSpPr>
          <p:spPr>
            <a:xfrm>
              <a:off x="10052" y="6475"/>
              <a:ext cx="1050" cy="49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20"/>
              </p:custDataLst>
            </p:nvPr>
          </p:nvSpPr>
          <p:spPr>
            <a:xfrm>
              <a:off x="10843" y="5000"/>
              <a:ext cx="1002" cy="196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21"/>
              </p:custDataLst>
            </p:nvPr>
          </p:nvSpPr>
          <p:spPr>
            <a:xfrm>
              <a:off x="10760" y="6496"/>
              <a:ext cx="1181" cy="48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DMA32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22"/>
              </p:custDataLst>
            </p:nvPr>
          </p:nvSpPr>
          <p:spPr>
            <a:xfrm>
              <a:off x="11813" y="4994"/>
              <a:ext cx="6840" cy="197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23"/>
              </p:custDataLst>
            </p:nvPr>
          </p:nvSpPr>
          <p:spPr>
            <a:xfrm>
              <a:off x="11903" y="6493"/>
              <a:ext cx="1419" cy="48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Normal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811" y="5012"/>
              <a:ext cx="2278" cy="1278"/>
              <a:chOff x="12323" y="5012"/>
              <a:chExt cx="2278" cy="1278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29" name="矩形 2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30" name="文本框 29"/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空闲</a:t>
                  </a:r>
                  <a:endPara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31" name="矩形 3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2" name="矩形 31"/>
              <p:cNvSpPr/>
              <p:nvPr>
                <p:custDataLst>
                  <p:tags r:id="rId27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3" name="矩形 32"/>
              <p:cNvSpPr/>
              <p:nvPr>
                <p:custDataLst>
                  <p:tags r:id="rId28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34" name="直接箭头连接符 33"/>
              <p:cNvCxnSpPr>
                <a:stCxn id="31" idx="3"/>
                <a:endCxn id="32" idx="1"/>
              </p:cNvCxnSpPr>
              <p:nvPr>
                <p:custDataLst>
                  <p:tags r:id="rId29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35" name="直接箭头连接符 34"/>
              <p:cNvCxnSpPr>
                <a:stCxn id="32" idx="3"/>
                <a:endCxn id="33" idx="1"/>
              </p:cNvCxnSpPr>
              <p:nvPr>
                <p:custDataLst>
                  <p:tags r:id="rId30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14112" y="5012"/>
              <a:ext cx="2278" cy="1278"/>
              <a:chOff x="12323" y="5012"/>
              <a:chExt cx="2278" cy="1278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38" name="矩形 37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39" name="文本框 38"/>
                <p:cNvSpPr txBox="1"/>
                <p:nvPr>
                  <p:custDataLst>
                    <p:tags r:id="rId32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anon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40" name="矩形 39"/>
              <p:cNvSpPr/>
              <p:nvPr>
                <p:custDataLst>
                  <p:tags r:id="rId33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34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2" name="矩形 41"/>
              <p:cNvSpPr/>
              <p:nvPr>
                <p:custDataLst>
                  <p:tags r:id="rId35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43" name="直接箭头连接符 42"/>
              <p:cNvCxnSpPr>
                <a:stCxn id="40" idx="3"/>
                <a:endCxn id="41" idx="1"/>
              </p:cNvCxnSpPr>
              <p:nvPr>
                <p:custDataLst>
                  <p:tags r:id="rId36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44" name="直接箭头连接符 43"/>
              <p:cNvCxnSpPr>
                <a:stCxn id="41" idx="3"/>
                <a:endCxn id="42" idx="1"/>
              </p:cNvCxnSpPr>
              <p:nvPr>
                <p:custDataLst>
                  <p:tags r:id="rId37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45" name="组合 44"/>
            <p:cNvGrpSpPr/>
            <p:nvPr/>
          </p:nvGrpSpPr>
          <p:grpSpPr>
            <a:xfrm>
              <a:off x="16409" y="4994"/>
              <a:ext cx="2278" cy="1278"/>
              <a:chOff x="12323" y="5012"/>
              <a:chExt cx="2278" cy="1278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47" name="矩形 46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48" name="文本框 47"/>
                <p:cNvSpPr txBox="1"/>
                <p:nvPr>
                  <p:custDataLst>
                    <p:tags r:id="rId39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file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49" name="矩形 48"/>
              <p:cNvSpPr/>
              <p:nvPr>
                <p:custDataLst>
                  <p:tags r:id="rId40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50" name="矩形 49"/>
              <p:cNvSpPr/>
              <p:nvPr>
                <p:custDataLst>
                  <p:tags r:id="rId41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51" name="矩形 50"/>
              <p:cNvSpPr/>
              <p:nvPr>
                <p:custDataLst>
                  <p:tags r:id="rId42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52" name="直接箭头连接符 51"/>
              <p:cNvCxnSpPr>
                <a:stCxn id="49" idx="3"/>
                <a:endCxn id="50" idx="1"/>
              </p:cNvCxnSpPr>
              <p:nvPr>
                <p:custDataLst>
                  <p:tags r:id="rId43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53" name="直接箭头连接符 52"/>
              <p:cNvCxnSpPr>
                <a:stCxn id="50" idx="3"/>
                <a:endCxn id="51" idx="1"/>
              </p:cNvCxnSpPr>
              <p:nvPr>
                <p:custDataLst>
                  <p:tags r:id="rId44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sp>
          <p:nvSpPr>
            <p:cNvPr id="54" name="矩形 53"/>
            <p:cNvSpPr/>
            <p:nvPr>
              <p:custDataLst>
                <p:tags r:id="rId45"/>
              </p:custDataLst>
            </p:nvPr>
          </p:nvSpPr>
          <p:spPr>
            <a:xfrm>
              <a:off x="16455" y="5060"/>
              <a:ext cx="1423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46"/>
              </p:custDataLst>
            </p:nvPr>
          </p:nvSpPr>
          <p:spPr>
            <a:xfrm>
              <a:off x="17927" y="5052"/>
              <a:ext cx="677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sp>
        <p:nvSpPr>
          <p:cNvPr id="138" name="矩形 137"/>
          <p:cNvSpPr/>
          <p:nvPr>
            <p:custDataLst>
              <p:tags r:id="rId47"/>
            </p:custDataLst>
          </p:nvPr>
        </p:nvSpPr>
        <p:spPr>
          <a:xfrm>
            <a:off x="8209915" y="2564765"/>
            <a:ext cx="2494915" cy="668020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39" name="文本框 138"/>
          <p:cNvSpPr txBox="1"/>
          <p:nvPr>
            <p:custDataLst>
              <p:tags r:id="rId48"/>
            </p:custDataLst>
          </p:nvPr>
        </p:nvSpPr>
        <p:spPr>
          <a:xfrm>
            <a:off x="8209915" y="2636520"/>
            <a:ext cx="2400935" cy="2660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kswaped</a:t>
            </a: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or </a:t>
            </a:r>
            <a:r>
              <a:rPr lang="zh-CN" altLang="en-US" sz="1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direct reclaim</a:t>
            </a:r>
            <a:endParaRPr kumimoji="0" lang="zh-CN" altLang="en-US" sz="1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cxnSp>
        <p:nvCxnSpPr>
          <p:cNvPr id="56" name="曲线连接符 55"/>
          <p:cNvCxnSpPr>
            <a:stCxn id="38" idx="0"/>
            <a:endCxn id="29" idx="0"/>
          </p:cNvCxnSpPr>
          <p:nvPr/>
        </p:nvCxnSpPr>
        <p:spPr>
          <a:xfrm rot="16200000" flipH="1" flipV="1">
            <a:off x="8882380" y="2954655"/>
            <a:ext cx="3175" cy="1461135"/>
          </a:xfrm>
          <a:prstGeom prst="curvedConnector3">
            <a:avLst>
              <a:gd name="adj1" fmla="val -1526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57" name="曲线连接符 56"/>
          <p:cNvCxnSpPr>
            <a:stCxn id="47" idx="0"/>
            <a:endCxn id="29" idx="0"/>
          </p:cNvCxnSpPr>
          <p:nvPr>
            <p:custDataLst>
              <p:tags r:id="rId49"/>
            </p:custDataLst>
          </p:nvPr>
        </p:nvCxnSpPr>
        <p:spPr>
          <a:xfrm rot="16200000" flipH="1" flipV="1">
            <a:off x="9606280" y="2219325"/>
            <a:ext cx="11430" cy="2919730"/>
          </a:xfrm>
          <a:prstGeom prst="curvedConnector3">
            <a:avLst>
              <a:gd name="adj1" fmla="val -4955555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物理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07670" y="1173480"/>
            <a:ext cx="5836920" cy="51282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若</a:t>
            </a:r>
            <a:r>
              <a:rPr lang="zh-CN" sz="16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内存回收过程中，</a:t>
            </a: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没有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anon page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file page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可以回收了，这时会启用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OOM Killer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来杀进程来释放内存，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OOM killer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会根据各进程的内存占用情况、进程优先级来对进程打分，找出打分高的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bad process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来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kill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可通过</a:t>
            </a:r>
            <a:r>
              <a:rPr lang="en-US" altLang="zh-CN" sz="1600" b="1">
                <a:solidFill>
                  <a:srgbClr val="FF9A2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choom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命令来调整进程</a:t>
            </a:r>
            <a:r>
              <a:rPr lang="en-US" altLang="zh-CN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OOM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优先级配置，以避免重要进程被</a:t>
            </a:r>
            <a:r>
              <a:rPr lang="en-US" altLang="zh-CN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kill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311265" y="1130935"/>
            <a:ext cx="5483225" cy="5122545"/>
            <a:chOff x="10052" y="990"/>
            <a:chExt cx="8635" cy="8067"/>
          </a:xfrm>
        </p:grpSpPr>
        <p:sp>
          <p:nvSpPr>
            <p:cNvPr id="4" name="矩形 3"/>
            <p:cNvSpPr/>
            <p:nvPr>
              <p:custDataLst>
                <p:tags r:id="rId3"/>
              </p:custDataLst>
            </p:nvPr>
          </p:nvSpPr>
          <p:spPr>
            <a:xfrm>
              <a:off x="10054" y="990"/>
              <a:ext cx="8630" cy="7052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10054" y="8040"/>
              <a:ext cx="8630" cy="9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10054" y="8461"/>
              <a:ext cx="1760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硬件资源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6"/>
              </p:custDataLst>
            </p:nvPr>
          </p:nvSpPr>
          <p:spPr>
            <a:xfrm>
              <a:off x="10054" y="7438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操作系统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7"/>
              </p:custDataLst>
            </p:nvPr>
          </p:nvSpPr>
          <p:spPr>
            <a:xfrm>
              <a:off x="11753" y="8220"/>
              <a:ext cx="1371" cy="6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8"/>
              </p:custDataLst>
            </p:nvPr>
          </p:nvSpPr>
          <p:spPr>
            <a:xfrm>
              <a:off x="11753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9"/>
              </p:custDataLst>
            </p:nvPr>
          </p:nvSpPr>
          <p:spPr>
            <a:xfrm>
              <a:off x="13227" y="8195"/>
              <a:ext cx="1371" cy="718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0"/>
              </p:custDataLst>
            </p:nvPr>
          </p:nvSpPr>
          <p:spPr>
            <a:xfrm>
              <a:off x="13227" y="8220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1"/>
              </p:custDataLst>
            </p:nvPr>
          </p:nvSpPr>
          <p:spPr>
            <a:xfrm>
              <a:off x="14701" y="8220"/>
              <a:ext cx="1371" cy="6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2"/>
              </p:custDataLst>
            </p:nvPr>
          </p:nvSpPr>
          <p:spPr>
            <a:xfrm>
              <a:off x="14701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3"/>
              </p:custDataLst>
            </p:nvPr>
          </p:nvSpPr>
          <p:spPr>
            <a:xfrm>
              <a:off x="16372" y="8220"/>
              <a:ext cx="1371" cy="6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4"/>
              </p:custDataLst>
            </p:nvPr>
          </p:nvSpPr>
          <p:spPr>
            <a:xfrm>
              <a:off x="16372" y="8245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15"/>
              </p:custDataLst>
            </p:nvPr>
          </p:nvCxnSpPr>
          <p:spPr>
            <a:xfrm flipH="1" flipV="1">
              <a:off x="13795" y="7441"/>
              <a:ext cx="1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>
              <p:custDataLst>
                <p:tags r:id="rId16"/>
              </p:custDataLst>
            </p:nvPr>
          </p:nvSpPr>
          <p:spPr>
            <a:xfrm>
              <a:off x="10054" y="4994"/>
              <a:ext cx="8631" cy="244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7"/>
              </p:custDataLst>
            </p:nvPr>
          </p:nvSpPr>
          <p:spPr>
            <a:xfrm>
              <a:off x="10052" y="6948"/>
              <a:ext cx="1267" cy="46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node0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18"/>
              </p:custDataLst>
            </p:nvPr>
          </p:nvSpPr>
          <p:spPr>
            <a:xfrm>
              <a:off x="10095" y="5012"/>
              <a:ext cx="748" cy="1949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9"/>
              </p:custDataLst>
            </p:nvPr>
          </p:nvSpPr>
          <p:spPr>
            <a:xfrm>
              <a:off x="10052" y="6475"/>
              <a:ext cx="1050" cy="49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20"/>
              </p:custDataLst>
            </p:nvPr>
          </p:nvSpPr>
          <p:spPr>
            <a:xfrm>
              <a:off x="10843" y="5000"/>
              <a:ext cx="1002" cy="196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21"/>
              </p:custDataLst>
            </p:nvPr>
          </p:nvSpPr>
          <p:spPr>
            <a:xfrm>
              <a:off x="10760" y="6496"/>
              <a:ext cx="1181" cy="48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DMA32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22"/>
              </p:custDataLst>
            </p:nvPr>
          </p:nvSpPr>
          <p:spPr>
            <a:xfrm>
              <a:off x="11813" y="4994"/>
              <a:ext cx="6840" cy="1971"/>
            </a:xfrm>
            <a:prstGeom prst="rect">
              <a:avLst/>
            </a:prstGeom>
          </p:spPr>
          <p:style>
            <a:lnRef idx="2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23"/>
              </p:custDataLst>
            </p:nvPr>
          </p:nvSpPr>
          <p:spPr>
            <a:xfrm>
              <a:off x="11903" y="6493"/>
              <a:ext cx="1419" cy="48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Normal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811" y="5012"/>
              <a:ext cx="2278" cy="1278"/>
              <a:chOff x="12323" y="5012"/>
              <a:chExt cx="2278" cy="1278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29" name="矩形 2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30" name="文本框 29"/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空闲</a:t>
                  </a:r>
                  <a:endPara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31" name="矩形 3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2" name="矩形 31"/>
              <p:cNvSpPr/>
              <p:nvPr>
                <p:custDataLst>
                  <p:tags r:id="rId27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3" name="矩形 32"/>
              <p:cNvSpPr/>
              <p:nvPr>
                <p:custDataLst>
                  <p:tags r:id="rId28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34" name="直接箭头连接符 33"/>
              <p:cNvCxnSpPr>
                <a:stCxn id="31" idx="3"/>
                <a:endCxn id="32" idx="1"/>
              </p:cNvCxnSpPr>
              <p:nvPr>
                <p:custDataLst>
                  <p:tags r:id="rId29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35" name="直接箭头连接符 34"/>
              <p:cNvCxnSpPr>
                <a:stCxn id="32" idx="3"/>
                <a:endCxn id="33" idx="1"/>
              </p:cNvCxnSpPr>
              <p:nvPr>
                <p:custDataLst>
                  <p:tags r:id="rId30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14112" y="5012"/>
              <a:ext cx="2278" cy="1278"/>
              <a:chOff x="12323" y="5012"/>
              <a:chExt cx="2278" cy="1278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38" name="矩形 37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39" name="文本框 38"/>
                <p:cNvSpPr txBox="1"/>
                <p:nvPr>
                  <p:custDataLst>
                    <p:tags r:id="rId32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anon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40" name="矩形 39"/>
              <p:cNvSpPr/>
              <p:nvPr>
                <p:custDataLst>
                  <p:tags r:id="rId33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34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2" name="矩形 41"/>
              <p:cNvSpPr/>
              <p:nvPr>
                <p:custDataLst>
                  <p:tags r:id="rId35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43" name="直接箭头连接符 42"/>
              <p:cNvCxnSpPr>
                <a:stCxn id="40" idx="3"/>
                <a:endCxn id="41" idx="1"/>
              </p:cNvCxnSpPr>
              <p:nvPr>
                <p:custDataLst>
                  <p:tags r:id="rId36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44" name="直接箭头连接符 43"/>
              <p:cNvCxnSpPr>
                <a:stCxn id="41" idx="3"/>
                <a:endCxn id="42" idx="1"/>
              </p:cNvCxnSpPr>
              <p:nvPr>
                <p:custDataLst>
                  <p:tags r:id="rId37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grpSp>
          <p:nvGrpSpPr>
            <p:cNvPr id="45" name="组合 44"/>
            <p:cNvGrpSpPr/>
            <p:nvPr/>
          </p:nvGrpSpPr>
          <p:grpSpPr>
            <a:xfrm>
              <a:off x="16409" y="4994"/>
              <a:ext cx="2278" cy="1278"/>
              <a:chOff x="12323" y="5012"/>
              <a:chExt cx="2278" cy="1278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12323" y="5012"/>
                <a:ext cx="2278" cy="1278"/>
                <a:chOff x="12323" y="5012"/>
                <a:chExt cx="2278" cy="1278"/>
              </a:xfrm>
            </p:grpSpPr>
            <p:sp>
              <p:nvSpPr>
                <p:cNvPr id="47" name="矩形 46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12323" y="5012"/>
                  <a:ext cx="2279" cy="127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48" name="文本框 47"/>
                <p:cNvSpPr txBox="1"/>
                <p:nvPr>
                  <p:custDataLst>
                    <p:tags r:id="rId39"/>
                  </p:custDataLst>
                </p:nvPr>
              </p:nvSpPr>
              <p:spPr>
                <a:xfrm>
                  <a:off x="12323" y="5868"/>
                  <a:ext cx="1011" cy="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rPr>
                    <a:t>file</a:t>
                  </a:r>
                  <a:endPara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</p:grpSp>
          <p:sp>
            <p:nvSpPr>
              <p:cNvPr id="49" name="矩形 48"/>
              <p:cNvSpPr/>
              <p:nvPr>
                <p:custDataLst>
                  <p:tags r:id="rId40"/>
                </p:custDataLst>
              </p:nvPr>
            </p:nvSpPr>
            <p:spPr>
              <a:xfrm>
                <a:off x="12435" y="5346"/>
                <a:ext cx="45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50" name="矩形 49"/>
              <p:cNvSpPr/>
              <p:nvPr>
                <p:custDataLst>
                  <p:tags r:id="rId41"/>
                </p:custDataLst>
              </p:nvPr>
            </p:nvSpPr>
            <p:spPr>
              <a:xfrm>
                <a:off x="13183" y="5346"/>
                <a:ext cx="534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51" name="矩形 50"/>
              <p:cNvSpPr/>
              <p:nvPr>
                <p:custDataLst>
                  <p:tags r:id="rId42"/>
                </p:custDataLst>
              </p:nvPr>
            </p:nvSpPr>
            <p:spPr>
              <a:xfrm>
                <a:off x="14015" y="5346"/>
                <a:ext cx="460" cy="316"/>
              </a:xfrm>
              <a:prstGeom prst="rect">
                <a:avLst/>
              </a:prstGeom>
            </p:spPr>
            <p:style>
              <a:lnRef idx="2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52" name="直接箭头连接符 51"/>
              <p:cNvCxnSpPr>
                <a:stCxn id="49" idx="3"/>
                <a:endCxn id="50" idx="1"/>
              </p:cNvCxnSpPr>
              <p:nvPr>
                <p:custDataLst>
                  <p:tags r:id="rId43"/>
                </p:custDataLst>
              </p:nvPr>
            </p:nvCxnSpPr>
            <p:spPr>
              <a:xfrm>
                <a:off x="12885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  <p:cxnSp>
            <p:nvCxnSpPr>
              <p:cNvPr id="53" name="直接箭头连接符 52"/>
              <p:cNvCxnSpPr>
                <a:stCxn id="50" idx="3"/>
                <a:endCxn id="51" idx="1"/>
              </p:cNvCxnSpPr>
              <p:nvPr>
                <p:custDataLst>
                  <p:tags r:id="rId44"/>
                </p:custDataLst>
              </p:nvPr>
            </p:nvCxnSpPr>
            <p:spPr>
              <a:xfrm>
                <a:off x="13717" y="5504"/>
                <a:ext cx="298" cy="0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arrow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</p:cxnSp>
        </p:grpSp>
        <p:sp>
          <p:nvSpPr>
            <p:cNvPr id="54" name="矩形 53"/>
            <p:cNvSpPr/>
            <p:nvPr>
              <p:custDataLst>
                <p:tags r:id="rId45"/>
              </p:custDataLst>
            </p:nvPr>
          </p:nvSpPr>
          <p:spPr>
            <a:xfrm>
              <a:off x="16455" y="5060"/>
              <a:ext cx="1423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46"/>
              </p:custDataLst>
            </p:nvPr>
          </p:nvSpPr>
          <p:spPr>
            <a:xfrm>
              <a:off x="17927" y="5052"/>
              <a:ext cx="677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sp>
        <p:nvSpPr>
          <p:cNvPr id="138" name="矩形 137"/>
          <p:cNvSpPr/>
          <p:nvPr>
            <p:custDataLst>
              <p:tags r:id="rId47"/>
            </p:custDataLst>
          </p:nvPr>
        </p:nvSpPr>
        <p:spPr>
          <a:xfrm>
            <a:off x="8209915" y="2564765"/>
            <a:ext cx="2494915" cy="668020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39" name="文本框 138"/>
          <p:cNvSpPr txBox="1"/>
          <p:nvPr>
            <p:custDataLst>
              <p:tags r:id="rId48"/>
            </p:custDataLst>
          </p:nvPr>
        </p:nvSpPr>
        <p:spPr>
          <a:xfrm>
            <a:off x="8209915" y="2636520"/>
            <a:ext cx="2400935" cy="2660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kswaped</a:t>
            </a: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or </a:t>
            </a:r>
            <a:r>
              <a:rPr lang="zh-CN" altLang="en-US" sz="1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direct reclaim</a:t>
            </a:r>
            <a:endParaRPr kumimoji="0" lang="zh-CN" altLang="en-US" sz="1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cxnSp>
        <p:nvCxnSpPr>
          <p:cNvPr id="56" name="曲线连接符 55"/>
          <p:cNvCxnSpPr>
            <a:stCxn id="38" idx="0"/>
            <a:endCxn id="29" idx="0"/>
          </p:cNvCxnSpPr>
          <p:nvPr/>
        </p:nvCxnSpPr>
        <p:spPr>
          <a:xfrm rot="16200000" flipH="1" flipV="1">
            <a:off x="8882380" y="2954655"/>
            <a:ext cx="3175" cy="1461135"/>
          </a:xfrm>
          <a:prstGeom prst="curvedConnector3">
            <a:avLst>
              <a:gd name="adj1" fmla="val -1526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57" name="曲线连接符 56"/>
          <p:cNvCxnSpPr>
            <a:stCxn id="47" idx="0"/>
            <a:endCxn id="29" idx="0"/>
          </p:cNvCxnSpPr>
          <p:nvPr>
            <p:custDataLst>
              <p:tags r:id="rId49"/>
            </p:custDataLst>
          </p:nvPr>
        </p:nvCxnSpPr>
        <p:spPr>
          <a:xfrm rot="16200000" flipH="1" flipV="1">
            <a:off x="9606280" y="2219325"/>
            <a:ext cx="11430" cy="2919730"/>
          </a:xfrm>
          <a:prstGeom prst="curvedConnector3">
            <a:avLst>
              <a:gd name="adj1" fmla="val -4955555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" name="矩形 1"/>
          <p:cNvSpPr/>
          <p:nvPr>
            <p:custDataLst>
              <p:tags r:id="rId50"/>
            </p:custDataLst>
          </p:nvPr>
        </p:nvSpPr>
        <p:spPr>
          <a:xfrm>
            <a:off x="8209915" y="1269365"/>
            <a:ext cx="2494915" cy="6000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1"/>
            </p:custDataLst>
          </p:nvPr>
        </p:nvSpPr>
        <p:spPr>
          <a:xfrm>
            <a:off x="8218170" y="1269365"/>
            <a:ext cx="854710" cy="2660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XX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59" name="直接箭头连接符 58"/>
          <p:cNvCxnSpPr>
            <a:stCxn id="138" idx="0"/>
            <a:endCxn id="2" idx="2"/>
          </p:cNvCxnSpPr>
          <p:nvPr>
            <p:custDataLst>
              <p:tags r:id="rId52"/>
            </p:custDataLst>
          </p:nvPr>
        </p:nvCxnSpPr>
        <p:spPr>
          <a:xfrm flipV="1">
            <a:off x="9457690" y="1869440"/>
            <a:ext cx="0" cy="6953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8" name="文本框 147"/>
          <p:cNvSpPr txBox="1"/>
          <p:nvPr>
            <p:custDataLst>
              <p:tags r:id="rId53"/>
            </p:custDataLst>
          </p:nvPr>
        </p:nvSpPr>
        <p:spPr>
          <a:xfrm>
            <a:off x="7859395" y="2091055"/>
            <a:ext cx="2449195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无可回收内存页，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kill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物理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07670" y="1173480"/>
            <a:ext cx="6496050" cy="51282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问题：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关闭了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，是否意味着缺页中断不会有磁盘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？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不一定，如果内存分配时，空闲内存不足，这时会触发内存回收，这种情况下，如果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回收了脏页</a:t>
            </a: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(dirty page)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，需要先将脏页数据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同步到磁盘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，然后才能回收。</a:t>
            </a:r>
            <a:endParaRPr kumimoji="0" lang="zh-CN" altLang="en-US" sz="16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对于开启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场景的内存分配，最坏情况可能会有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种磁盘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产生。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anon page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被回收，内存数据</a:t>
            </a: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 out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到磁盘。</a:t>
            </a:r>
            <a:endParaRPr kumimoji="0" lang="zh-CN" altLang="en-US" sz="16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dirty page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被回收，内存数据</a:t>
            </a: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sync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到磁盘。</a:t>
            </a:r>
            <a:endParaRPr kumimoji="0" lang="zh-CN" altLang="en-US" sz="16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访问虚拟内存页之前被</a:t>
            </a: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 out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，或是</a:t>
            </a: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mmap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到文件的虚拟内存页，会产生</a:t>
            </a: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major faults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，需要</a:t>
            </a: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 in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</a:t>
            </a:r>
            <a:r>
              <a:rPr kumimoji="0" lang="en-US" altLang="zh-CN" sz="16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load</a:t>
            </a:r>
            <a:r>
              <a:rPr kumimoji="0" lang="zh-CN" altLang="en-US" sz="16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磁盘数据到分配的内存页。</a:t>
            </a:r>
            <a:endParaRPr kumimoji="0" lang="zh-CN" altLang="en-US" sz="16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62" name="圆角矩形 61"/>
          <p:cNvSpPr/>
          <p:nvPr>
            <p:custDataLst>
              <p:tags r:id="rId3"/>
            </p:custDataLst>
          </p:nvPr>
        </p:nvSpPr>
        <p:spPr>
          <a:xfrm>
            <a:off x="7873365" y="3572510"/>
            <a:ext cx="1431290" cy="489585"/>
          </a:xfrm>
          <a:prstGeom prst="roundRect">
            <a:avLst/>
          </a:prstGeom>
          <a:ln w="28575" cap="flat" cmpd="sng" algn="ctr">
            <a:solidFill>
              <a:schemeClr val="accent2"/>
            </a:solidFill>
            <a:prstDash val="sys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OOM killer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7104380" y="2061210"/>
            <a:ext cx="2956560" cy="1191260"/>
            <a:chOff x="12662" y="3472"/>
            <a:chExt cx="4656" cy="1876"/>
          </a:xfrm>
        </p:grpSpPr>
        <p:sp>
          <p:nvSpPr>
            <p:cNvPr id="60" name="圆角矩形 59"/>
            <p:cNvSpPr/>
            <p:nvPr/>
          </p:nvSpPr>
          <p:spPr>
            <a:xfrm>
              <a:off x="12662" y="3472"/>
              <a:ext cx="4656" cy="1876"/>
            </a:xfrm>
            <a:prstGeom prst="roundRect">
              <a:avLst/>
            </a:prstGeom>
            <a:ln w="28575" cap="flat" cmpd="sng" algn="ctr">
              <a:solidFill>
                <a:schemeClr val="accent2"/>
              </a:solidFill>
              <a:prstDash val="sys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662" y="3472"/>
              <a:ext cx="1718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内存回收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3" name="圆角矩形 62"/>
            <p:cNvSpPr/>
            <p:nvPr>
              <p:custDataLst>
                <p:tags r:id="rId4"/>
              </p:custDataLst>
            </p:nvPr>
          </p:nvSpPr>
          <p:spPr>
            <a:xfrm>
              <a:off x="12862" y="4197"/>
              <a:ext cx="2006" cy="65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anon page</a:t>
              </a:r>
              <a:endPara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4" name="圆角矩形 63"/>
            <p:cNvSpPr/>
            <p:nvPr>
              <p:custDataLst>
                <p:tags r:id="rId5"/>
              </p:custDataLst>
            </p:nvPr>
          </p:nvSpPr>
          <p:spPr>
            <a:xfrm>
              <a:off x="15068" y="4202"/>
              <a:ext cx="2006" cy="674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dirty page</a:t>
              </a:r>
              <a:endPara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sp>
        <p:nvSpPr>
          <p:cNvPr id="65" name="流程图: 磁盘 64"/>
          <p:cNvSpPr/>
          <p:nvPr/>
        </p:nvSpPr>
        <p:spPr>
          <a:xfrm>
            <a:off x="10488295" y="3377565"/>
            <a:ext cx="720090" cy="720090"/>
          </a:xfrm>
          <a:prstGeom prst="flowChartMagneticDisk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7104380" y="4413250"/>
            <a:ext cx="2956560" cy="979170"/>
            <a:chOff x="12662" y="3472"/>
            <a:chExt cx="4656" cy="1542"/>
          </a:xfrm>
        </p:grpSpPr>
        <p:sp>
          <p:nvSpPr>
            <p:cNvPr id="69" name="圆角矩形 68"/>
            <p:cNvSpPr/>
            <p:nvPr>
              <p:custDataLst>
                <p:tags r:id="rId6"/>
              </p:custDataLst>
            </p:nvPr>
          </p:nvSpPr>
          <p:spPr>
            <a:xfrm>
              <a:off x="12662" y="3472"/>
              <a:ext cx="4656" cy="1542"/>
            </a:xfrm>
            <a:prstGeom prst="roundRect">
              <a:avLst/>
            </a:prstGeom>
            <a:ln w="28575" cap="flat" cmpd="sng" algn="ctr">
              <a:solidFill>
                <a:schemeClr val="accent2"/>
              </a:solidFill>
              <a:prstDash val="sys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7"/>
              </p:custDataLst>
            </p:nvPr>
          </p:nvSpPr>
          <p:spPr>
            <a:xfrm>
              <a:off x="12662" y="3472"/>
              <a:ext cx="1718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加载数据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1" name="圆角矩形 70"/>
            <p:cNvSpPr/>
            <p:nvPr>
              <p:custDataLst>
                <p:tags r:id="rId8"/>
              </p:custDataLst>
            </p:nvPr>
          </p:nvSpPr>
          <p:spPr>
            <a:xfrm>
              <a:off x="12862" y="4065"/>
              <a:ext cx="2006" cy="669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anon page</a:t>
              </a:r>
              <a:endPara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2" name="圆角矩形 71"/>
            <p:cNvSpPr/>
            <p:nvPr>
              <p:custDataLst>
                <p:tags r:id="rId9"/>
              </p:custDataLst>
            </p:nvPr>
          </p:nvSpPr>
          <p:spPr>
            <a:xfrm>
              <a:off x="15068" y="4065"/>
              <a:ext cx="2006" cy="698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file page</a:t>
              </a:r>
              <a:endPara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cxnSp>
        <p:nvCxnSpPr>
          <p:cNvPr id="73" name="直接箭头连接符 72"/>
          <p:cNvCxnSpPr>
            <a:stCxn id="60" idx="2"/>
            <a:endCxn id="62" idx="0"/>
          </p:cNvCxnSpPr>
          <p:nvPr/>
        </p:nvCxnSpPr>
        <p:spPr>
          <a:xfrm>
            <a:off x="8582660" y="3252470"/>
            <a:ext cx="6350" cy="32004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74" name="直接箭头连接符 73"/>
          <p:cNvCxnSpPr>
            <a:stCxn id="62" idx="2"/>
          </p:cNvCxnSpPr>
          <p:nvPr/>
        </p:nvCxnSpPr>
        <p:spPr>
          <a:xfrm flipH="1">
            <a:off x="8582660" y="4062095"/>
            <a:ext cx="6350" cy="35115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75" name="直接箭头连接符 74"/>
          <p:cNvCxnSpPr/>
          <p:nvPr/>
        </p:nvCxnSpPr>
        <p:spPr>
          <a:xfrm flipH="1">
            <a:off x="8582660" y="1197610"/>
            <a:ext cx="33655" cy="86360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76" name="文本框 75"/>
          <p:cNvSpPr txBox="1"/>
          <p:nvPr>
            <p:custDataLst>
              <p:tags r:id="rId10"/>
            </p:custDataLst>
          </p:nvPr>
        </p:nvSpPr>
        <p:spPr>
          <a:xfrm>
            <a:off x="8505190" y="1557020"/>
            <a:ext cx="1090930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缺页中断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77" name="肘形连接符 76"/>
          <p:cNvCxnSpPr>
            <a:endCxn id="65" idx="1"/>
          </p:cNvCxnSpPr>
          <p:nvPr/>
        </p:nvCxnSpPr>
        <p:spPr>
          <a:xfrm>
            <a:off x="9906000" y="2839720"/>
            <a:ext cx="942340" cy="537845"/>
          </a:xfrm>
          <a:prstGeom prst="bentConnector2">
            <a:avLst/>
          </a:prstGeom>
          <a:ln w="31750" cap="rnd">
            <a:solidFill>
              <a:schemeClr val="accent3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>
            <p:custDataLst>
              <p:tags r:id="rId11"/>
            </p:custDataLst>
          </p:nvPr>
        </p:nvSpPr>
        <p:spPr>
          <a:xfrm>
            <a:off x="10128885" y="2789555"/>
            <a:ext cx="681990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sync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79" name="肘形连接符 78"/>
          <p:cNvCxnSpPr/>
          <p:nvPr/>
        </p:nvCxnSpPr>
        <p:spPr>
          <a:xfrm rot="16200000" flipH="1">
            <a:off x="9267825" y="1467485"/>
            <a:ext cx="812800" cy="2980055"/>
          </a:xfrm>
          <a:prstGeom prst="bentConnector3">
            <a:avLst>
              <a:gd name="adj1" fmla="val -31679"/>
            </a:avLst>
          </a:prstGeom>
          <a:ln w="31750" cap="rnd">
            <a:solidFill>
              <a:schemeClr val="accent3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>
            <p:custDataLst>
              <p:tags r:id="rId12"/>
            </p:custDataLst>
          </p:nvPr>
        </p:nvSpPr>
        <p:spPr>
          <a:xfrm>
            <a:off x="10166350" y="1988820"/>
            <a:ext cx="1210310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swap out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81" name="肘形连接符 80"/>
          <p:cNvCxnSpPr>
            <a:stCxn id="65" idx="3"/>
            <a:endCxn id="72" idx="3"/>
          </p:cNvCxnSpPr>
          <p:nvPr/>
        </p:nvCxnSpPr>
        <p:spPr>
          <a:xfrm rot="5400000">
            <a:off x="9920288" y="4083368"/>
            <a:ext cx="913765" cy="942340"/>
          </a:xfrm>
          <a:prstGeom prst="bentConnector2">
            <a:avLst/>
          </a:prstGeom>
          <a:ln w="31750" cap="rnd">
            <a:solidFill>
              <a:schemeClr val="accent4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>
            <p:custDataLst>
              <p:tags r:id="rId13"/>
            </p:custDataLst>
          </p:nvPr>
        </p:nvSpPr>
        <p:spPr>
          <a:xfrm>
            <a:off x="10128885" y="4653280"/>
            <a:ext cx="681990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load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83" name="肘形连接符 82"/>
          <p:cNvCxnSpPr/>
          <p:nvPr/>
        </p:nvCxnSpPr>
        <p:spPr>
          <a:xfrm rot="10800000" flipV="1">
            <a:off x="7867650" y="4057015"/>
            <a:ext cx="3289935" cy="1228725"/>
          </a:xfrm>
          <a:prstGeom prst="bentConnector4">
            <a:avLst>
              <a:gd name="adj1" fmla="val -173"/>
              <a:gd name="adj2" fmla="val 129198"/>
            </a:avLst>
          </a:prstGeom>
          <a:ln w="31750" cap="rnd">
            <a:solidFill>
              <a:schemeClr val="accent4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>
            <p:custDataLst>
              <p:tags r:id="rId14"/>
            </p:custDataLst>
          </p:nvPr>
        </p:nvSpPr>
        <p:spPr>
          <a:xfrm>
            <a:off x="9696450" y="5589270"/>
            <a:ext cx="1210310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swap in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高内存占用分析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532620" cy="7137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1252220"/>
            <a:ext cx="5831205" cy="35128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高分析一样，使用资源分析视角，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逐步细分资源占用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，找到问题根因，以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为例，如下：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进程占用多，还是内核占用多？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什么进程占用内存多？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堆、非堆、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native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分配、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libc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哪个区域内存多？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什么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GcRoot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引用对象较多？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这些内存分配的调用栈是？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526530" y="311785"/>
            <a:ext cx="5482590" cy="6156960"/>
            <a:chOff x="9939" y="491"/>
            <a:chExt cx="8634" cy="9696"/>
          </a:xfrm>
        </p:grpSpPr>
        <p:grpSp>
          <p:nvGrpSpPr>
            <p:cNvPr id="4" name="组合 3"/>
            <p:cNvGrpSpPr/>
            <p:nvPr/>
          </p:nvGrpSpPr>
          <p:grpSpPr>
            <a:xfrm>
              <a:off x="9939" y="491"/>
              <a:ext cx="8635" cy="9696"/>
              <a:chOff x="10052" y="-639"/>
              <a:chExt cx="8635" cy="9696"/>
            </a:xfrm>
          </p:grpSpPr>
          <p:sp>
            <p:nvSpPr>
              <p:cNvPr id="66" name="矩形 65"/>
              <p:cNvSpPr/>
              <p:nvPr>
                <p:custDataLst>
                  <p:tags r:id="rId4"/>
                </p:custDataLst>
              </p:nvPr>
            </p:nvSpPr>
            <p:spPr>
              <a:xfrm>
                <a:off x="10054" y="-639"/>
                <a:ext cx="8630" cy="868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5" name="矩形 4"/>
              <p:cNvSpPr/>
              <p:nvPr>
                <p:custDataLst>
                  <p:tags r:id="rId5"/>
                </p:custDataLst>
              </p:nvPr>
            </p:nvSpPr>
            <p:spPr>
              <a:xfrm>
                <a:off x="10054" y="8040"/>
                <a:ext cx="8630" cy="99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" name="文本框 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054" y="8461"/>
                <a:ext cx="1760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硬件资源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9" name="文本框 8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054" y="7438"/>
                <a:ext cx="1611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操作系统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0" name="矩形 9"/>
              <p:cNvSpPr/>
              <p:nvPr>
                <p:custDataLst>
                  <p:tags r:id="rId8"/>
                </p:custDataLst>
              </p:nvPr>
            </p:nvSpPr>
            <p:spPr>
              <a:xfrm>
                <a:off x="11753" y="8220"/>
                <a:ext cx="1371" cy="69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1753" y="8245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CPU</a:t>
                </a:r>
                <a:endPara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2" name="矩形 1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3227" y="8195"/>
                <a:ext cx="1371" cy="718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3227" y="8220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内存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4" name="矩形 13"/>
              <p:cNvSpPr/>
              <p:nvPr>
                <p:custDataLst>
                  <p:tags r:id="rId12"/>
                </p:custDataLst>
              </p:nvPr>
            </p:nvSpPr>
            <p:spPr>
              <a:xfrm>
                <a:off x="14701" y="8220"/>
                <a:ext cx="1371" cy="68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4701" y="8245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磁盘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16372" y="8220"/>
                <a:ext cx="1371" cy="6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7" name="文本框 1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6372" y="8245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网络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18" name="直接箭头连接符 17"/>
              <p:cNvCxnSpPr/>
              <p:nvPr>
                <p:custDataLst>
                  <p:tags r:id="rId16"/>
                </p:custDataLst>
              </p:nvPr>
            </p:nvCxnSpPr>
            <p:spPr>
              <a:xfrm flipH="1" flipV="1">
                <a:off x="13795" y="7441"/>
                <a:ext cx="127" cy="732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" name="矩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10054" y="4994"/>
                <a:ext cx="8631" cy="244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0052" y="6948"/>
                <a:ext cx="1267" cy="4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node0</a:t>
                </a:r>
                <a:endPara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1" name="矩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10095" y="5012"/>
                <a:ext cx="748" cy="194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0052" y="6475"/>
                <a:ext cx="1050" cy="4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DMA</a:t>
                </a:r>
                <a:endPara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5" name="矩形 84"/>
              <p:cNvSpPr/>
              <p:nvPr>
                <p:custDataLst>
                  <p:tags r:id="rId21"/>
                </p:custDataLst>
              </p:nvPr>
            </p:nvSpPr>
            <p:spPr>
              <a:xfrm>
                <a:off x="10843" y="5000"/>
                <a:ext cx="1002" cy="1961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6" name="文本框 85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0760" y="6496"/>
                <a:ext cx="1181" cy="4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DMA32</a:t>
                </a:r>
                <a:endPara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7" name="矩形 86"/>
              <p:cNvSpPr/>
              <p:nvPr>
                <p:custDataLst>
                  <p:tags r:id="rId23"/>
                </p:custDataLst>
              </p:nvPr>
            </p:nvSpPr>
            <p:spPr>
              <a:xfrm>
                <a:off x="11813" y="4994"/>
                <a:ext cx="6840" cy="1971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88" name="文本框 87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1903" y="6493"/>
                <a:ext cx="1419" cy="4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Normal</a:t>
                </a:r>
                <a:endPara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1811" y="5012"/>
                <a:ext cx="2278" cy="1278"/>
                <a:chOff x="12323" y="5012"/>
                <a:chExt cx="2278" cy="1278"/>
              </a:xfrm>
            </p:grpSpPr>
            <p:grpSp>
              <p:nvGrpSpPr>
                <p:cNvPr id="90" name="组合 89"/>
                <p:cNvGrpSpPr/>
                <p:nvPr/>
              </p:nvGrpSpPr>
              <p:grpSpPr>
                <a:xfrm>
                  <a:off x="12323" y="5012"/>
                  <a:ext cx="2278" cy="1278"/>
                  <a:chOff x="12323" y="5012"/>
                  <a:chExt cx="2278" cy="1278"/>
                </a:xfrm>
              </p:grpSpPr>
              <p:sp>
                <p:nvSpPr>
                  <p:cNvPr id="91" name="矩形 90"/>
                  <p:cNvSpPr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12323" y="5012"/>
                    <a:ext cx="2279" cy="1279"/>
                  </a:xfrm>
                  <a:prstGeom prst="rect">
                    <a:avLst/>
                  </a:prstGeom>
                </p:spPr>
                <p:style>
                  <a:lnRef idx="2">
                    <a:schemeClr val="accent3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spc="0" normalizeH="0" baseline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  <p:sp>
                <p:nvSpPr>
                  <p:cNvPr id="92" name="文本框 91"/>
                  <p:cNvSpPr txBox="1"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12323" y="5868"/>
                    <a:ext cx="1011" cy="41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</p:spPr>
                <p:style>
                  <a:lnRef idx="0">
                    <a:srgbClr val="FFFFFF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none"/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r>
                      <a:rPr kumimoji="0" lang="zh-CN" altLang="en-US" sz="1600" b="0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OPlusSans 3.0" panose="00000500000000000000" charset="-122"/>
                      </a:rPr>
                      <a:t>空闲</a:t>
                    </a:r>
                    <a:endParaRPr kumimoji="0" lang="zh-CN" altLang="en-US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</p:grpSp>
            <p:sp>
              <p:nvSpPr>
                <p:cNvPr id="93" name="矩形 92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2435" y="5346"/>
                  <a:ext cx="45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94" name="矩形 93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3183" y="5346"/>
                  <a:ext cx="534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95" name="矩形 94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4015" y="5346"/>
                  <a:ext cx="46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cxnSp>
              <p:nvCxnSpPr>
                <p:cNvPr id="96" name="直接箭头连接符 95"/>
                <p:cNvCxnSpPr>
                  <a:stCxn id="93" idx="3"/>
                  <a:endCxn id="94" idx="1"/>
                </p:cNvCxnSpPr>
                <p:nvPr>
                  <p:custDataLst>
                    <p:tags r:id="rId30"/>
                  </p:custDataLst>
                </p:nvPr>
              </p:nvCxnSpPr>
              <p:spPr>
                <a:xfrm>
                  <a:off x="12885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  <p:cxnSp>
              <p:nvCxnSpPr>
                <p:cNvPr id="97" name="直接箭头连接符 96"/>
                <p:cNvCxnSpPr>
                  <a:stCxn id="94" idx="3"/>
                  <a:endCxn id="95" idx="1"/>
                </p:cNvCxnSpPr>
                <p:nvPr>
                  <p:custDataLst>
                    <p:tags r:id="rId31"/>
                  </p:custDataLst>
                </p:nvPr>
              </p:nvCxnSpPr>
              <p:spPr>
                <a:xfrm>
                  <a:off x="13717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</p:grpSp>
          <p:grpSp>
            <p:nvGrpSpPr>
              <p:cNvPr id="98" name="组合 97"/>
              <p:cNvGrpSpPr/>
              <p:nvPr/>
            </p:nvGrpSpPr>
            <p:grpSpPr>
              <a:xfrm>
                <a:off x="14112" y="5012"/>
                <a:ext cx="2278" cy="1278"/>
                <a:chOff x="12323" y="5012"/>
                <a:chExt cx="2278" cy="1278"/>
              </a:xfrm>
            </p:grpSpPr>
            <p:grpSp>
              <p:nvGrpSpPr>
                <p:cNvPr id="99" name="组合 98"/>
                <p:cNvGrpSpPr/>
                <p:nvPr/>
              </p:nvGrpSpPr>
              <p:grpSpPr>
                <a:xfrm>
                  <a:off x="12323" y="5012"/>
                  <a:ext cx="2278" cy="1278"/>
                  <a:chOff x="12323" y="5012"/>
                  <a:chExt cx="2278" cy="1278"/>
                </a:xfrm>
              </p:grpSpPr>
              <p:sp>
                <p:nvSpPr>
                  <p:cNvPr id="100" name="矩形 99"/>
                  <p:cNvSpPr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12323" y="5012"/>
                    <a:ext cx="2279" cy="1279"/>
                  </a:xfrm>
                  <a:prstGeom prst="rect">
                    <a:avLst/>
                  </a:prstGeom>
                </p:spPr>
                <p:style>
                  <a:lnRef idx="2">
                    <a:schemeClr val="accent3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spc="0" normalizeH="0" baseline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  <p:sp>
                <p:nvSpPr>
                  <p:cNvPr id="101" name="文本框 100"/>
                  <p:cNvSpPr txBox="1"/>
                  <p:nvPr>
                    <p:custDataLst>
                      <p:tags r:id="rId33"/>
                    </p:custDataLst>
                  </p:nvPr>
                </p:nvSpPr>
                <p:spPr>
                  <a:xfrm>
                    <a:off x="12323" y="5868"/>
                    <a:ext cx="1011" cy="41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</p:spPr>
                <p:style>
                  <a:lnRef idx="0">
                    <a:srgbClr val="FFFFFF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none"/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r>
                      <a:rPr kumimoji="0" lang="en-US" altLang="zh-CN" sz="1600" b="0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OPlusSans 3.0" panose="00000500000000000000" charset="-122"/>
                      </a:rPr>
                      <a:t>anon</a:t>
                    </a:r>
                    <a:endPara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</p:grpSp>
            <p:sp>
              <p:nvSpPr>
                <p:cNvPr id="102" name="矩形 101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12435" y="5346"/>
                  <a:ext cx="45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03" name="矩形 102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3183" y="5346"/>
                  <a:ext cx="534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04" name="矩形 103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4015" y="5346"/>
                  <a:ext cx="46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cxnSp>
              <p:nvCxnSpPr>
                <p:cNvPr id="105" name="直接箭头连接符 104"/>
                <p:cNvCxnSpPr>
                  <a:stCxn id="102" idx="3"/>
                  <a:endCxn id="103" idx="1"/>
                </p:cNvCxnSpPr>
                <p:nvPr>
                  <p:custDataLst>
                    <p:tags r:id="rId37"/>
                  </p:custDataLst>
                </p:nvPr>
              </p:nvCxnSpPr>
              <p:spPr>
                <a:xfrm>
                  <a:off x="12885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  <p:cxnSp>
              <p:nvCxnSpPr>
                <p:cNvPr id="106" name="直接箭头连接符 105"/>
                <p:cNvCxnSpPr>
                  <a:stCxn id="103" idx="3"/>
                  <a:endCxn id="104" idx="1"/>
                </p:cNvCxnSpPr>
                <p:nvPr>
                  <p:custDataLst>
                    <p:tags r:id="rId38"/>
                  </p:custDataLst>
                </p:nvPr>
              </p:nvCxnSpPr>
              <p:spPr>
                <a:xfrm>
                  <a:off x="13717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</p:grpSp>
          <p:grpSp>
            <p:nvGrpSpPr>
              <p:cNvPr id="107" name="组合 106"/>
              <p:cNvGrpSpPr/>
              <p:nvPr/>
            </p:nvGrpSpPr>
            <p:grpSpPr>
              <a:xfrm>
                <a:off x="16409" y="4994"/>
                <a:ext cx="2278" cy="1278"/>
                <a:chOff x="12323" y="5012"/>
                <a:chExt cx="2278" cy="1278"/>
              </a:xfrm>
            </p:grpSpPr>
            <p:grpSp>
              <p:nvGrpSpPr>
                <p:cNvPr id="108" name="组合 107"/>
                <p:cNvGrpSpPr/>
                <p:nvPr/>
              </p:nvGrpSpPr>
              <p:grpSpPr>
                <a:xfrm>
                  <a:off x="12323" y="5012"/>
                  <a:ext cx="2278" cy="1278"/>
                  <a:chOff x="12323" y="5012"/>
                  <a:chExt cx="2278" cy="1278"/>
                </a:xfrm>
              </p:grpSpPr>
              <p:sp>
                <p:nvSpPr>
                  <p:cNvPr id="109" name="矩形 108"/>
                  <p:cNvSpPr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12323" y="5012"/>
                    <a:ext cx="2279" cy="1279"/>
                  </a:xfrm>
                  <a:prstGeom prst="rect">
                    <a:avLst/>
                  </a:prstGeom>
                </p:spPr>
                <p:style>
                  <a:lnRef idx="2">
                    <a:schemeClr val="accent3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spc="0" normalizeH="0" baseline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  <p:sp>
                <p:nvSpPr>
                  <p:cNvPr id="110" name="文本框 109"/>
                  <p:cNvSpPr txBox="1"/>
                  <p:nvPr>
                    <p:custDataLst>
                      <p:tags r:id="rId40"/>
                    </p:custDataLst>
                  </p:nvPr>
                </p:nvSpPr>
                <p:spPr>
                  <a:xfrm>
                    <a:off x="12323" y="5868"/>
                    <a:ext cx="1011" cy="41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</p:spPr>
                <p:style>
                  <a:lnRef idx="0">
                    <a:srgbClr val="FFFFFF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none"/>
                </p:style>
                <p:txBody>
                  <a:bodyPr rot="0" vertOverflow="overflow" horzOverflow="overflow" vert="horz" wrap="square" lIns="50800" tIns="50800" rIns="50800" bIns="50800" numCol="1" spcCol="38100" rtlCol="0" anchor="ctr" forceAA="0" upright="0">
                    <a:noAutofit/>
                  </a:bodyPr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</a:pPr>
                    <a:r>
                      <a:rPr kumimoji="0" lang="en-US" altLang="zh-CN" sz="1600" b="0" i="0" u="none" strike="noStrike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OPlusSans 3.0" panose="00000500000000000000" charset="-122"/>
                      </a:rPr>
                      <a:t>file</a:t>
                    </a:r>
                    <a:endParaRPr kumimoji="0" lang="en-US" altLang="zh-CN" sz="1600" b="0" i="0" u="none" strike="noStrike" cap="none" spc="0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OPlusSans 3.0" panose="00000500000000000000" charset="-122"/>
                      <a:ea typeface="OPlusSans 3.0" panose="00000500000000000000" charset="-122"/>
                      <a:cs typeface="OPlusSans 3.0" panose="00000500000000000000" charset="-122"/>
                      <a:sym typeface="OPlusSans 3.0" panose="00000500000000000000" charset="-122"/>
                    </a:endParaRPr>
                  </a:p>
                </p:txBody>
              </p:sp>
            </p:grpSp>
            <p:sp>
              <p:nvSpPr>
                <p:cNvPr id="111" name="矩形 110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12435" y="5346"/>
                  <a:ext cx="45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12" name="矩形 111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13183" y="5346"/>
                  <a:ext cx="534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sp>
              <p:nvSpPr>
                <p:cNvPr id="113" name="矩形 112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14015" y="5346"/>
                  <a:ext cx="460" cy="316"/>
                </a:xfrm>
                <a:prstGeom prst="rect">
                  <a:avLst/>
                </a:prstGeom>
              </p:spPr>
              <p:style>
                <a:lnRef idx="2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ot="0" vertOverflow="overflow" horzOverflow="overflow" vert="horz" wrap="square" lIns="50800" tIns="50800" rIns="50800" bIns="50800" numCol="1" spcCol="38100" rtlCol="0" anchor="ctr" forceAA="0" upright="0">
                  <a:noAutofit/>
                </a:bodyPr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endParaRPr>
                </a:p>
              </p:txBody>
            </p:sp>
            <p:cxnSp>
              <p:nvCxnSpPr>
                <p:cNvPr id="114" name="直接箭头连接符 113"/>
                <p:cNvCxnSpPr>
                  <a:stCxn id="111" idx="3"/>
                  <a:endCxn id="112" idx="1"/>
                </p:cNvCxnSpPr>
                <p:nvPr>
                  <p:custDataLst>
                    <p:tags r:id="rId44"/>
                  </p:custDataLst>
                </p:nvPr>
              </p:nvCxnSpPr>
              <p:spPr>
                <a:xfrm>
                  <a:off x="12885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  <p:cxnSp>
              <p:nvCxnSpPr>
                <p:cNvPr id="115" name="直接箭头连接符 114"/>
                <p:cNvCxnSpPr>
                  <a:stCxn id="112" idx="3"/>
                  <a:endCxn id="113" idx="1"/>
                </p:cNvCxnSpPr>
                <p:nvPr>
                  <p:custDataLst>
                    <p:tags r:id="rId45"/>
                  </p:custDataLst>
                </p:nvPr>
              </p:nvCxnSpPr>
              <p:spPr>
                <a:xfrm>
                  <a:off x="13717" y="5504"/>
                  <a:ext cx="298" cy="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arrow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</p:cxnSp>
          </p:grpSp>
          <p:sp>
            <p:nvSpPr>
              <p:cNvPr id="126" name="矩形 125"/>
              <p:cNvSpPr/>
              <p:nvPr>
                <p:custDataLst>
                  <p:tags r:id="rId46"/>
                </p:custDataLst>
              </p:nvPr>
            </p:nvSpPr>
            <p:spPr>
              <a:xfrm>
                <a:off x="16455" y="5060"/>
                <a:ext cx="1423" cy="789"/>
              </a:xfrm>
              <a:prstGeom prst="rect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</a:ln>
            </p:spPr>
            <p:style>
              <a:lnRef idx="0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27" name="矩形 126"/>
              <p:cNvSpPr/>
              <p:nvPr>
                <p:custDataLst>
                  <p:tags r:id="rId47"/>
                </p:custDataLst>
              </p:nvPr>
            </p:nvSpPr>
            <p:spPr>
              <a:xfrm>
                <a:off x="17927" y="5052"/>
                <a:ext cx="677" cy="789"/>
              </a:xfrm>
              <a:prstGeom prst="rect">
                <a:avLst/>
              </a:prstGeom>
              <a:ln w="9525" cap="flat" cmpd="sng" algn="ctr">
                <a:solidFill>
                  <a:schemeClr val="accent3"/>
                </a:solidFill>
                <a:prstDash val="dash"/>
              </a:ln>
            </p:spPr>
            <p:style>
              <a:lnRef idx="0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sp>
          <p:nvSpPr>
            <p:cNvPr id="138" name="矩形 137"/>
            <p:cNvSpPr/>
            <p:nvPr>
              <p:custDataLst>
                <p:tags r:id="rId48"/>
              </p:custDataLst>
            </p:nvPr>
          </p:nvSpPr>
          <p:spPr>
            <a:xfrm>
              <a:off x="10222" y="797"/>
              <a:ext cx="7984" cy="4719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49"/>
              </p:custDataLst>
            </p:nvPr>
          </p:nvSpPr>
          <p:spPr>
            <a:xfrm>
              <a:off x="10281" y="871"/>
              <a:ext cx="1547" cy="41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进程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0" name="矩形 139"/>
            <p:cNvSpPr/>
            <p:nvPr>
              <p:custDataLst>
                <p:tags r:id="rId50"/>
              </p:custDataLst>
            </p:nvPr>
          </p:nvSpPr>
          <p:spPr>
            <a:xfrm>
              <a:off x="16809" y="5059"/>
              <a:ext cx="1397" cy="4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栈</a:t>
              </a:r>
              <a:endPara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2" name="矩形 141"/>
            <p:cNvSpPr/>
            <p:nvPr>
              <p:custDataLst>
                <p:tags r:id="rId51"/>
              </p:custDataLst>
            </p:nvPr>
          </p:nvSpPr>
          <p:spPr>
            <a:xfrm>
              <a:off x="12949" y="5059"/>
              <a:ext cx="1397" cy="4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堆</a:t>
              </a:r>
              <a:endParaRPr kumimoji="0" lang="zh-CN" altLang="en-US" sz="18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3" name="矩形 142"/>
            <p:cNvSpPr/>
            <p:nvPr>
              <p:custDataLst>
                <p:tags r:id="rId52"/>
              </p:custDataLst>
            </p:nvPr>
          </p:nvSpPr>
          <p:spPr>
            <a:xfrm>
              <a:off x="10222" y="5059"/>
              <a:ext cx="2676" cy="4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数据</a:t>
              </a:r>
              <a:r>
                <a:rPr kumimoji="0" lang="en-US" altLang="zh-CN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/</a:t>
              </a:r>
              <a:r>
                <a:rPr kumimoji="0" lang="zh-CN" altLang="en-US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代码</a:t>
              </a:r>
              <a:endParaRPr kumimoji="0" lang="zh-CN" altLang="en-US" sz="14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44" name="矩形 143"/>
            <p:cNvSpPr/>
            <p:nvPr>
              <p:custDataLst>
                <p:tags r:id="rId53"/>
              </p:custDataLst>
            </p:nvPr>
          </p:nvSpPr>
          <p:spPr>
            <a:xfrm>
              <a:off x="14346" y="5059"/>
              <a:ext cx="2463" cy="4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4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mmap</a:t>
              </a:r>
              <a:endParaRPr kumimoji="0" lang="en-US" sz="14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46" name="直接箭头连接符 145"/>
            <p:cNvCxnSpPr/>
            <p:nvPr>
              <p:custDataLst>
                <p:tags r:id="rId54"/>
              </p:custDataLst>
            </p:nvPr>
          </p:nvCxnSpPr>
          <p:spPr>
            <a:xfrm>
              <a:off x="15951" y="5512"/>
              <a:ext cx="1247" cy="56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3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7" name="直接箭头连接符 146"/>
            <p:cNvCxnSpPr>
              <a:stCxn id="144" idx="2"/>
              <a:endCxn id="100" idx="0"/>
            </p:cNvCxnSpPr>
            <p:nvPr>
              <p:custDataLst>
                <p:tags r:id="rId55"/>
              </p:custDataLst>
            </p:nvPr>
          </p:nvCxnSpPr>
          <p:spPr>
            <a:xfrm flipH="1">
              <a:off x="15139" y="5515"/>
              <a:ext cx="439" cy="627"/>
            </a:xfrm>
            <a:prstGeom prst="straightConnector1">
              <a:avLst/>
            </a:prstGeom>
            <a:ln w="31750" cap="rnd">
              <a:solidFill>
                <a:schemeClr val="accent3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8" name="文本框 147"/>
            <p:cNvSpPr txBox="1"/>
            <p:nvPr>
              <p:custDataLst>
                <p:tags r:id="rId56"/>
              </p:custDataLst>
            </p:nvPr>
          </p:nvSpPr>
          <p:spPr>
            <a:xfrm>
              <a:off x="15577" y="5556"/>
              <a:ext cx="1481" cy="49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400" b="0" i="0" u="none" strike="noStrike" cap="none" spc="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内存分配</a:t>
              </a: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57"/>
              </p:custDataLst>
            </p:nvPr>
          </p:nvSpPr>
          <p:spPr>
            <a:xfrm>
              <a:off x="10409" y="1420"/>
              <a:ext cx="1000" cy="230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堆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58"/>
              </p:custDataLst>
            </p:nvPr>
          </p:nvSpPr>
          <p:spPr>
            <a:xfrm>
              <a:off x="11690" y="1559"/>
              <a:ext cx="1000" cy="2029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4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MetaSpace</a:t>
              </a:r>
              <a:endParaRPr kumimoji="0" lang="en-US" sz="14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59"/>
              </p:custDataLst>
            </p:nvPr>
          </p:nvSpPr>
          <p:spPr>
            <a:xfrm>
              <a:off x="12856" y="2219"/>
              <a:ext cx="1813" cy="60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Direct ByteBuffer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60"/>
              </p:custDataLst>
            </p:nvPr>
          </p:nvSpPr>
          <p:spPr>
            <a:xfrm>
              <a:off x="12856" y="3001"/>
              <a:ext cx="1813" cy="587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Mapped ByteBuffer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7" name="矩形 26"/>
            <p:cNvSpPr/>
            <p:nvPr>
              <p:custDataLst>
                <p:tags r:id="rId61"/>
              </p:custDataLst>
            </p:nvPr>
          </p:nvSpPr>
          <p:spPr>
            <a:xfrm>
              <a:off x="12856" y="1559"/>
              <a:ext cx="1813" cy="475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Code Cache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62"/>
              </p:custDataLst>
            </p:nvPr>
          </p:nvSpPr>
          <p:spPr>
            <a:xfrm>
              <a:off x="14817" y="1537"/>
              <a:ext cx="1143" cy="475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Thread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63"/>
              </p:custDataLst>
            </p:nvPr>
          </p:nvSpPr>
          <p:spPr>
            <a:xfrm>
              <a:off x="14808" y="2219"/>
              <a:ext cx="1143" cy="60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GC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64"/>
              </p:custDataLst>
            </p:nvPr>
          </p:nvSpPr>
          <p:spPr>
            <a:xfrm>
              <a:off x="14808" y="3001"/>
              <a:ext cx="1143" cy="60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...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65"/>
              </p:custDataLst>
            </p:nvPr>
          </p:nvSpPr>
          <p:spPr>
            <a:xfrm>
              <a:off x="11553" y="1408"/>
              <a:ext cx="4599" cy="2354"/>
            </a:xfrm>
            <a:prstGeom prst="rect">
              <a:avLst/>
            </a:prstGeom>
            <a:ln w="9525" cap="flat" cmpd="sng" algn="ctr">
              <a:solidFill>
                <a:schemeClr val="accent4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66"/>
              </p:custDataLst>
            </p:nvPr>
          </p:nvSpPr>
          <p:spPr>
            <a:xfrm>
              <a:off x="13124" y="1076"/>
              <a:ext cx="160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Java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非堆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67"/>
              </p:custDataLst>
            </p:nvPr>
          </p:nvSpPr>
          <p:spPr>
            <a:xfrm>
              <a:off x="16136" y="1407"/>
              <a:ext cx="1919" cy="2354"/>
            </a:xfrm>
            <a:prstGeom prst="rect">
              <a:avLst/>
            </a:prstGeom>
            <a:ln w="9525" cap="flat" cmpd="sng" algn="ctr">
              <a:solidFill>
                <a:schemeClr val="accent4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68"/>
              </p:custDataLst>
            </p:nvPr>
          </p:nvSpPr>
          <p:spPr>
            <a:xfrm>
              <a:off x="16278" y="1096"/>
              <a:ext cx="1816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native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分配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69"/>
              </p:custDataLst>
            </p:nvPr>
          </p:nvSpPr>
          <p:spPr>
            <a:xfrm>
              <a:off x="16278" y="1893"/>
              <a:ext cx="1597" cy="475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JNI malloc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70"/>
              </p:custDataLst>
            </p:nvPr>
          </p:nvSpPr>
          <p:spPr>
            <a:xfrm>
              <a:off x="16259" y="2616"/>
              <a:ext cx="1597" cy="475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IO malloc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71"/>
              </p:custDataLst>
            </p:nvPr>
          </p:nvSpPr>
          <p:spPr>
            <a:xfrm>
              <a:off x="14808" y="6179"/>
              <a:ext cx="677" cy="789"/>
            </a:xfrm>
            <a:prstGeom prst="rect">
              <a:avLst/>
            </a:prstGeom>
            <a:ln w="9525" cap="flat" cmpd="sng" algn="ctr">
              <a:solidFill>
                <a:schemeClr val="accent3"/>
              </a:solidFill>
              <a:prstDash val="dash"/>
            </a:ln>
          </p:spPr>
          <p:style>
            <a:lnRef idx="0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72"/>
              </p:custDataLst>
            </p:nvPr>
          </p:nvSpPr>
          <p:spPr>
            <a:xfrm>
              <a:off x="17457" y="7553"/>
              <a:ext cx="1049" cy="40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Buffer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40" name="直接箭头连接符 39"/>
            <p:cNvCxnSpPr>
              <a:stCxn id="127" idx="2"/>
              <a:endCxn id="39" idx="0"/>
            </p:cNvCxnSpPr>
            <p:nvPr>
              <p:custDataLst>
                <p:tags r:id="rId73"/>
              </p:custDataLst>
            </p:nvPr>
          </p:nvCxnSpPr>
          <p:spPr>
            <a:xfrm flipH="1">
              <a:off x="17982" y="6971"/>
              <a:ext cx="171" cy="582"/>
            </a:xfrm>
            <a:prstGeom prst="straightConnector1">
              <a:avLst/>
            </a:prstGeom>
            <a:ln w="9525" cap="flat" cmpd="sng" algn="ctr">
              <a:solidFill>
                <a:schemeClr val="accent3"/>
              </a:solidFill>
              <a:prstDash val="dash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1"/>
            <p:nvPr>
              <p:custDataLst>
                <p:tags r:id="rId74"/>
              </p:custDataLst>
            </p:nvPr>
          </p:nvSpPr>
          <p:spPr>
            <a:xfrm>
              <a:off x="16408" y="7553"/>
              <a:ext cx="1049" cy="40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Cache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42" name="直接箭头连接符 41"/>
            <p:cNvCxnSpPr>
              <a:stCxn id="126" idx="2"/>
              <a:endCxn id="41" idx="0"/>
            </p:cNvCxnSpPr>
            <p:nvPr>
              <p:custDataLst>
                <p:tags r:id="rId75"/>
              </p:custDataLst>
            </p:nvPr>
          </p:nvCxnSpPr>
          <p:spPr>
            <a:xfrm flipH="1">
              <a:off x="16933" y="6979"/>
              <a:ext cx="121" cy="574"/>
            </a:xfrm>
            <a:prstGeom prst="straightConnector1">
              <a:avLst/>
            </a:prstGeom>
            <a:ln w="9525" cap="flat" cmpd="sng" algn="ctr">
              <a:solidFill>
                <a:schemeClr val="accent3"/>
              </a:solidFill>
              <a:prstDash val="dash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>
              <p:custDataLst>
                <p:tags r:id="rId76"/>
              </p:custDataLst>
            </p:nvPr>
          </p:nvSpPr>
          <p:spPr>
            <a:xfrm>
              <a:off x="14703" y="7553"/>
              <a:ext cx="897" cy="40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400" b="0" i="0" u="none" strike="noStrike" cap="none" spc="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Slab</a:t>
              </a:r>
              <a:endPara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44" name="直接箭头连接符 43"/>
            <p:cNvCxnSpPr>
              <a:stCxn id="38" idx="2"/>
              <a:endCxn id="43" idx="0"/>
            </p:cNvCxnSpPr>
            <p:nvPr>
              <p:custDataLst>
                <p:tags r:id="rId77"/>
              </p:custDataLst>
            </p:nvPr>
          </p:nvCxnSpPr>
          <p:spPr>
            <a:xfrm>
              <a:off x="15147" y="6968"/>
              <a:ext cx="5" cy="585"/>
            </a:xfrm>
            <a:prstGeom prst="straightConnector1">
              <a:avLst/>
            </a:prstGeom>
            <a:ln w="9525" cap="flat" cmpd="sng" algn="ctr">
              <a:solidFill>
                <a:schemeClr val="accent3"/>
              </a:solidFill>
              <a:prstDash val="dash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>
              <p:custDataLst>
                <p:tags r:id="rId78"/>
              </p:custDataLst>
            </p:nvPr>
          </p:nvSpPr>
          <p:spPr>
            <a:xfrm>
              <a:off x="10409" y="3887"/>
              <a:ext cx="7647" cy="1062"/>
            </a:xfrm>
            <a:prstGeom prst="rect">
              <a:avLst/>
            </a:prstGeom>
            <a:ln w="9525" cap="flat" cmpd="sng" algn="ctr">
              <a:solidFill>
                <a:schemeClr val="accent4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79"/>
              </p:custDataLst>
            </p:nvPr>
          </p:nvSpPr>
          <p:spPr>
            <a:xfrm>
              <a:off x="10481" y="3925"/>
              <a:ext cx="2332" cy="41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libc</a:t>
              </a: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内存分配器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80"/>
              </p:custDataLst>
            </p:nvPr>
          </p:nvSpPr>
          <p:spPr>
            <a:xfrm>
              <a:off x="16492" y="4086"/>
              <a:ext cx="1364" cy="64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2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Cached Memory</a:t>
              </a: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532620" cy="7137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1539240"/>
            <a:ext cx="10492740" cy="6286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进程占用多，还是内核占用多？</a:t>
            </a:r>
            <a:endParaRPr kumimoji="0" lang="zh-CN" altLang="en-US" sz="2400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95325" y="2256155"/>
            <a:ext cx="10492740" cy="10052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一般来说，通过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命令就可以大致判断出来是进程占用多，还是内核占用多。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未明显看到占用内存大的进程，也可通过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ps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命令测算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进程内存占用总和，以进一步确认内存占用在进程，还是内核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2" name="图片 111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31633" y="3568700"/>
            <a:ext cx="5267325" cy="1371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767080" y="5123180"/>
            <a:ext cx="10492740" cy="10052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一般来说，内存问题不会是由内核导致的，除非内核或驱动出现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Bug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，这可考虑使用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memleak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命令排查。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找进程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532620" cy="7137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1323975"/>
            <a:ext cx="10492740" cy="15011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哪个进程占用多？</a:t>
            </a:r>
            <a:endParaRPr lang="zh-CN" altLang="en-US" sz="240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，然后输入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M(Shift + m)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按内存倒序，就可以找出内存占用大的进程，如下：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5325" y="2781935"/>
            <a:ext cx="10541000" cy="2381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911860" y="1412240"/>
            <a:ext cx="9929495" cy="1061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sz="24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进程中哪个内存区域，占用内存多？</a:t>
            </a:r>
            <a:endParaRPr kumimoji="0" lang="zh-CN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jcmd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可观察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堆和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MetaSpace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的使用情况。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6" name="图片 115"/>
          <p:cNvPicPr/>
          <p:nvPr/>
        </p:nvPicPr>
        <p:blipFill>
          <a:blip r:embed="rId2"/>
          <a:stretch>
            <a:fillRect/>
          </a:stretch>
        </p:blipFill>
        <p:spPr>
          <a:xfrm>
            <a:off x="983615" y="3144520"/>
            <a:ext cx="8725535" cy="16109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983615" y="2635885"/>
            <a:ext cx="3158490" cy="4591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jcmd 1 GC.heap_info</a:t>
            </a:r>
            <a:endParaRPr kumimoji="0" sz="16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找内存区域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2293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找内存区域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1860" y="1412240"/>
            <a:ext cx="10194925" cy="9391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arthas的</a:t>
            </a: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memory</a:t>
            </a: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，可以观察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metaspace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direct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等非堆内存区域占用情况。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8" name="图片 117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543" y="2492693"/>
            <a:ext cx="9782175" cy="206692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839470" y="1459230"/>
            <a:ext cx="5794375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原生内存追踪功能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NMT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，可通过</a:t>
            </a: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参数</a:t>
            </a:r>
            <a:endParaRPr kumimoji="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-XX:NativeMemoryTracking=detail</a:t>
            </a: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开启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6" name="图片 125"/>
          <p:cNvPicPr/>
          <p:nvPr/>
        </p:nvPicPr>
        <p:blipFill>
          <a:blip r:embed="rId2"/>
          <a:stretch>
            <a:fillRect/>
          </a:stretch>
        </p:blipFill>
        <p:spPr>
          <a:xfrm>
            <a:off x="6744335" y="404495"/>
            <a:ext cx="5226685" cy="61264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615" y="3070225"/>
            <a:ext cx="2914650" cy="63817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39470" y="2402840"/>
            <a:ext cx="5794375" cy="5886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然后可</a:t>
            </a: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使用jcmd查看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内存分配情况。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839470" y="5229860"/>
            <a:ext cx="5794375" cy="9505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注：</a:t>
            </a:r>
            <a:r>
              <a:rPr kumimoji="0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NMT只能观察到JVM管理的内存，像通过JNI机制直接调用malloc分配的内存，则感知不到。</a:t>
            </a:r>
            <a:endParaRPr kumimoji="0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335915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找内存区域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839470" y="4004945"/>
            <a:ext cx="5794375" cy="9378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NMT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相比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memory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可查看更多内存区域占用情况，不过需要添加配置开启。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741045" y="1340485"/>
            <a:ext cx="7681595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glibc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提供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了</a:t>
            </a:r>
            <a:r>
              <a:rPr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malloc_stats</a:t>
            </a: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函数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，可用于检查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glibc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缓存的内存情况。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1045" y="2205355"/>
            <a:ext cx="4200525" cy="838200"/>
          </a:xfrm>
          <a:prstGeom prst="rect">
            <a:avLst/>
          </a:prstGeom>
        </p:spPr>
      </p:pic>
      <p:pic>
        <p:nvPicPr>
          <p:cNvPr id="127" name="图片 126"/>
          <p:cNvPicPr/>
          <p:nvPr/>
        </p:nvPicPr>
        <p:blipFill>
          <a:blip r:embed="rId4"/>
          <a:stretch>
            <a:fillRect/>
          </a:stretch>
        </p:blipFill>
        <p:spPr>
          <a:xfrm>
            <a:off x="8545195" y="1589088"/>
            <a:ext cx="3143250" cy="3248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741045" y="3429000"/>
            <a:ext cx="7781290" cy="16598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Total (incl. mmap)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表示glibc分配的总体情况(包含mmap分配的部分)</a:t>
            </a:r>
            <a:endParaRPr kumimoji="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system bytes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表示glibc从操作系统中申请的虚拟内存总大小，</a:t>
            </a:r>
            <a:endParaRPr kumimoji="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in use bytes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表示JVM正在使用的内存总大小(即调用glibc的malloc函数后且没有free的内存)。</a:t>
            </a:r>
            <a:endParaRPr kumimoji="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741045" y="5088890"/>
            <a:ext cx="7854950" cy="8693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可以发现，glibc缓存了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约</a:t>
            </a: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500m的内存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！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-glibc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缓存的内存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741045" y="1340485"/>
            <a:ext cx="7681595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glibc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提供</a:t>
            </a:r>
            <a:r>
              <a:rPr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malloc_trim</a:t>
            </a:r>
            <a:r>
              <a:rPr kumimoji="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函数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，可用于回收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缓存的内存。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9470" y="2357755"/>
            <a:ext cx="4200525" cy="8382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287770" y="2459990"/>
            <a:ext cx="4161790" cy="1826260"/>
            <a:chOff x="9902" y="3874"/>
            <a:chExt cx="6554" cy="2876"/>
          </a:xfrm>
        </p:grpSpPr>
        <p:pic>
          <p:nvPicPr>
            <p:cNvPr id="128" name="图片 127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9902" y="3874"/>
              <a:ext cx="6480" cy="64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9" name="图片 128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9902" y="5970"/>
              <a:ext cx="6555" cy="78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6" name="直接箭头连接符 5"/>
            <p:cNvCxnSpPr/>
            <p:nvPr/>
          </p:nvCxnSpPr>
          <p:spPr>
            <a:xfrm>
              <a:off x="14736" y="4414"/>
              <a:ext cx="80" cy="178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41045" y="4581525"/>
            <a:ext cx="9866630" cy="5073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可以发现，执行malloc_trim后，RSS减少了约250m内存。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741045" y="5374005"/>
            <a:ext cx="9866630" cy="5073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注：通过gdb调用C函数，会有一定概率造成jvm进程崩溃，需谨慎执行。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-glibc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缓存的内存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696595" y="1196975"/>
            <a:ext cx="10104120" cy="12922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通过pmap命令，就可以查看进程的整个虚拟内存空间，它也包含了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native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分配的内存块。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一般，我们分析进程虚拟内存空间中，物理内存占用比较大的内存块，如下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native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分配的内存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31950" y="2494280"/>
            <a:ext cx="6388100" cy="239395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696595" y="5013960"/>
            <a:ext cx="10104120" cy="7988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我们可以保存前后两个时间点的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pmap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数据，然后进行比对，看看哪些内存块是新增的或变大了，然后可以在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/proc/$pid/mem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中读取相应内存块数据，用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strings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检查，看有没有可疑的字符串。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64135"/>
            <a:ext cx="10640060" cy="10191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找内存区域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/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小结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 descr="JVM内存观测一张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05" y="981075"/>
            <a:ext cx="7791450" cy="5153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696595" y="1196975"/>
            <a:ext cx="10104120" cy="2583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由于内存是代码运行的必需品，因此，我们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很难解释清楚程序内存占用的每一分一毫的作用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，只能确认占用大头的内存区域。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en-US" alt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而要确认是否有内存泄露，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一般需要持续观察一段时间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，看各区域内存占用增长情况，如果某区域增长很大，那它就很有可能存在内存泄露。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找内存区域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/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小结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高内存占用分析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文件缓存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9532620" cy="7137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749935"/>
            <a:ext cx="10492740" cy="9544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有时可能想检查文件缓存的内存占用情况，这可通过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free -wh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知道，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Buffer=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块缓存、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Cache=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文件缓存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+Slab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，单独的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Slab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占用可以通过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slabtop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5325" y="1704340"/>
            <a:ext cx="10316845" cy="92075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95325" y="2640330"/>
            <a:ext cx="10492740" cy="6997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有时可能想要知道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哪些文件占用缓存较多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，可通过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find + vmtouch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来查看，如下：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4" name="图片 113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55370" y="3371850"/>
            <a:ext cx="10172700" cy="32880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41045" y="1340485"/>
            <a:ext cx="10808335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情况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堆内存区域占用高！</a:t>
            </a:r>
            <a:endParaRPr kumimoji="0" lang="zh-CN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先使用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jmap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看类直方图，若看不出问题，再使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用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jmap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生成堆转储文件，然后使用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MAT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5" name="图片 12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9153" y="2564448"/>
            <a:ext cx="10467975" cy="3800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83615" y="5531485"/>
            <a:ext cx="1056957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注：此命令可能会导致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jvm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长时间暂停，建议摘除流量后，再操作。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OPlusSans 3.0" panose="00000500000000000000" charset="-122"/>
            </a:endParaRPr>
          </a:p>
        </p:txBody>
      </p:sp>
      <p:pic>
        <p:nvPicPr>
          <p:cNvPr id="103" name="图片 10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67623" y="2924810"/>
            <a:ext cx="477202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055370" y="1187450"/>
            <a:ext cx="10569575" cy="13411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342900" marR="0" indent="-3429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</a:t>
            </a: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jmap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堆转储为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hprof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文件，用于堆内存占用分析。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也可添加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JVM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</a:t>
            </a:r>
            <a:r>
              <a:rPr lang="zh-CN" altLang="en-US" sz="16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-XX:+HeapDumpOnOutOfMemoryError -XX:HeapDumpPath=/home/work/logs/applogs/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，使得进程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OOM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时自动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dump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堆。</a:t>
            </a:r>
            <a:endParaRPr lang="zh-CN" altLang="en-US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342900" marR="0" indent="-3429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生成的</a:t>
            </a:r>
            <a:r>
              <a:rPr lang="en-US" altLang="zh-CN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hprof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文件较大，建议</a:t>
            </a:r>
            <a:r>
              <a:rPr lang="en-US" altLang="zh-CN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gzip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压缩后再下载到本地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95325" y="332105"/>
            <a:ext cx="10640060" cy="9537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83615" y="1196340"/>
            <a:ext cx="9249410" cy="7061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5000"/>
              </a:lnSpc>
              <a:buClrTx/>
              <a:buSzTx/>
              <a:buFontTx/>
              <a:buNone/>
            </a:pPr>
            <a:r>
              <a:rPr kumimoji="0" 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第一步：找</a:t>
            </a:r>
            <a:r>
              <a:rPr kumimoji="0" lang="en-US" alt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 Root</a:t>
            </a:r>
            <a:endParaRPr kumimoji="0" lang="en-US" altLang="zh-CN" sz="28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对象 5"/>
          <p:cNvGraphicFramePr/>
          <p:nvPr>
            <p:custDataLst>
              <p:tags r:id="rId3"/>
            </p:custDataLst>
          </p:nvPr>
        </p:nvGraphicFramePr>
        <p:xfrm>
          <a:off x="1127125" y="1916430"/>
          <a:ext cx="9196705" cy="4545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4" imgW="9429750" imgH="5419725" progId="Paint.Picture">
                  <p:embed/>
                </p:oleObj>
              </mc:Choice>
              <mc:Fallback>
                <p:oleObj name="" r:id="rId4" imgW="9429750" imgH="5419725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7125" y="1916430"/>
                        <a:ext cx="9196705" cy="4545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83615" y="1196340"/>
            <a:ext cx="9249410" cy="7061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5000"/>
              </a:lnSpc>
              <a:buClrTx/>
              <a:buSzTx/>
              <a:buFontTx/>
              <a:buNone/>
            </a:pPr>
            <a:r>
              <a:rPr kumimoji="0" 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第二步：若</a:t>
            </a:r>
            <a:r>
              <a:rPr kumimoji="0" lang="en-US" alt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 Root</a:t>
            </a:r>
            <a:r>
              <a:rPr kumimoji="0" lang="zh-CN" altLang="en-US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是线程，查看线程栈</a:t>
            </a:r>
            <a:endParaRPr kumimoji="0" lang="en-US" altLang="zh-CN" sz="28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3615" y="1902460"/>
            <a:ext cx="9153525" cy="430530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695325" y="332105"/>
            <a:ext cx="10640060" cy="9537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83615" y="1268095"/>
            <a:ext cx="10209530" cy="7061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5000"/>
              </a:lnSpc>
              <a:buClrTx/>
              <a:buSzTx/>
              <a:buFontTx/>
              <a:buNone/>
            </a:pPr>
            <a:r>
              <a:rPr kumimoji="0" 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第三步：展开线程栈，这个</a:t>
            </a:r>
            <a:r>
              <a:rPr kumimoji="0" lang="en-US" altLang="zh-CN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28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查询了大量数量</a:t>
            </a:r>
            <a:r>
              <a:rPr kumimoji="0" lang="zh-CN" altLang="en-US" sz="28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导致堆占用高！</a:t>
            </a:r>
            <a:endParaRPr kumimoji="0" lang="zh-CN" altLang="en-US" sz="28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83615" y="1988820"/>
            <a:ext cx="8785225" cy="420878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695325" y="332105"/>
            <a:ext cx="10640060" cy="9537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MetaSpace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41045" y="1340485"/>
            <a:ext cx="10808335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情况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2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 MetaSpace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内存区域占用高！</a:t>
            </a:r>
            <a:endParaRPr kumimoji="0" lang="zh-CN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一般是加载了太多的类，可通过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jcmd 0 VM.classloader_stats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查看类加载情况。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4" name="图片 10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99423" y="2637155"/>
            <a:ext cx="477202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911225" y="4770755"/>
            <a:ext cx="10808335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或通过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classloader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MetaSpace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69290" y="1052195"/>
            <a:ext cx="10808335" cy="7283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可以看到很多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fastjson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的类加载器，加载了新的类。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9425" y="1732915"/>
            <a:ext cx="11245850" cy="2896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6737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MetaSpace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95325" y="981075"/>
            <a:ext cx="11073765" cy="433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如果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jcmd 0 VM.classloader_stats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不可用，也可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比对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classloader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命令的前后输出结果，如下：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225" y="1504315"/>
            <a:ext cx="9372600" cy="322008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23570" y="4629150"/>
            <a:ext cx="10808335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然后，使用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profiler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命令，可以找到类加载的调用栈。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8" name="图片 107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51815" y="5243830"/>
            <a:ext cx="9372600" cy="1066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MetaSpace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5370" y="1052830"/>
            <a:ext cx="8604250" cy="5334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91995" y="3068955"/>
            <a:ext cx="4392295" cy="935990"/>
          </a:xfrm>
          <a:prstGeom prst="rect">
            <a:avLst/>
          </a:prstGeom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99935" y="2588895"/>
            <a:ext cx="2172970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类加载泄露的调用栈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9" name="直接箭头连接符 8"/>
          <p:cNvCxnSpPr>
            <a:stCxn id="8" idx="1"/>
            <a:endCxn id="7" idx="3"/>
          </p:cNvCxnSpPr>
          <p:nvPr/>
        </p:nvCxnSpPr>
        <p:spPr>
          <a:xfrm flipH="1">
            <a:off x="6384290" y="2778125"/>
            <a:ext cx="715645" cy="758825"/>
          </a:xfrm>
          <a:prstGeom prst="straightConnector1">
            <a:avLst/>
          </a:prstGeom>
          <a:ln w="31750" cap="rnd">
            <a:solidFill>
              <a:schemeClr val="accent5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MetaSpace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91995" y="2781300"/>
            <a:ext cx="6172200" cy="24892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983615" y="1173480"/>
            <a:ext cx="9579610" cy="138811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fastjson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SerialzeConfig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，应该是</a:t>
            </a:r>
            <a:r>
              <a:rPr lang="zh-CN" altLang="en-US" sz="20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静态变量复用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，而不应该每次都创建一个，这会导致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fastjson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每次创建新的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ClassLoader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加载类，导致类不断被加载，进而使得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metaspace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Java堆外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41045" y="1340485"/>
            <a:ext cx="10808335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情况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堆外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(native)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内存区域占用高！</a:t>
            </a:r>
            <a:endParaRPr kumimoji="0" lang="en-US" altLang="zh-CN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41045" y="2132965"/>
            <a:ext cx="10239375" cy="12922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LD_PRELOAD机制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，可将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glibc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的内存分配器更换为tcmalloc或jemalloc，它们提供了内存泄露检测的功能，通过hook进程的malloc、free函数调用，然后找到调用了malloc后一直没有free的地方，那么这些地方就可能是内存泄露点。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83615" y="4148455"/>
            <a:ext cx="4724400" cy="149542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056005" y="3439795"/>
            <a:ext cx="2779395" cy="6089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tcmalloc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使用方法与效果：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Java堆外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51815" y="5417185"/>
            <a:ext cx="10808335" cy="9334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可以发现，大多数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native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内存分配在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Java_java_util_zip_Inflater_inflateBytes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相关的函数中，且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没有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调用栈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！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2" name="对象 1"/>
          <p:cNvGraphicFramePr/>
          <p:nvPr>
            <p:custDataLst>
              <p:tags r:id="rId3"/>
            </p:custDataLst>
          </p:nvPr>
        </p:nvGraphicFramePr>
        <p:xfrm>
          <a:off x="912495" y="977900"/>
          <a:ext cx="8933815" cy="4495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4" imgW="11400790" imgH="7562850" progId="Paint.Picture">
                  <p:embed/>
                </p:oleObj>
              </mc:Choice>
              <mc:Fallback>
                <p:oleObj name="" r:id="rId4" imgW="11400790" imgH="75628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2495" y="977900"/>
                        <a:ext cx="8933815" cy="4495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Java堆外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91515" y="1052830"/>
            <a:ext cx="10808335" cy="15557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tcmalloc/jemalloc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诊断堆外内存泄露，本质是将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glibc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默认内存分配器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ptmalloc2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替换成了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tcmalloc/jemalloc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，实施这种方案有一定风险，需要做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回归测试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而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ptmalloc2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提供了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mtrace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机制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，也可用于内存泄露，如下：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9" name="图片 118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2608580"/>
            <a:ext cx="9772650" cy="37312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Java堆外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91515" y="1052830"/>
            <a:ext cx="9327515" cy="6438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一段时间后关闭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mtrace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，并</a:t>
            </a: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查看malloc_trace.log，内容如下：</a:t>
            </a:r>
            <a:endParaRPr kumimoji="0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0" name="图片 119"/>
          <p:cNvPicPr/>
          <p:nvPr/>
        </p:nvPicPr>
        <p:blipFill>
          <a:blip r:embed="rId3"/>
          <a:stretch>
            <a:fillRect/>
          </a:stretch>
        </p:blipFill>
        <p:spPr>
          <a:xfrm>
            <a:off x="1415415" y="2060893"/>
            <a:ext cx="6705600" cy="2390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839470" y="4612640"/>
            <a:ext cx="9327515" cy="10433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在开启mtrace后，glibc将所有malloc、free操作都记录了下来，通过从日志中找出哪些地方</a:t>
            </a: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执行了malloc后没有free</a:t>
            </a: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，即是内存泄露点。</a:t>
            </a:r>
            <a:endParaRPr kumimoji="0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Java堆外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91515" y="1052830"/>
            <a:ext cx="9135745" cy="8775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glibc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提供了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mtrace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，可找出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malloc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后未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free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的记录，然后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按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Caller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统计一下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，如果数值比较大，就基本可以确认是内存泄露了。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如下，0x7efe715e4b88这个指令地址，泄露了1010次！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1" name="图片 12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2204720"/>
            <a:ext cx="9728835" cy="42779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Java堆外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1860" y="1196975"/>
            <a:ext cx="9579610" cy="14351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可以发现，不管是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tcmalloc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，还是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mtrace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，都只能找到泄露的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native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函数名或地址，而通过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profiler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命令可以获取</a:t>
            </a:r>
            <a:r>
              <a:rPr lang="en-US" altLang="zh-CN" sz="20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zh-CN" altLang="en-US" sz="20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调用栈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，只需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将上一步获取到的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native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函数名或地址，写到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profiler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命令中即可。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2" name="图片 12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3343" y="3068638"/>
            <a:ext cx="8467725" cy="1666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Java堆外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83615" y="1173480"/>
            <a:ext cx="9579610" cy="20046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更多情况下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，其实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可以通过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profiler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直接追踪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malloc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内存分配函数，采集到的就是内存分配的调用栈。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当然，这里面不一定有泄露，但我们可以找到相应的代码栈，然后逐一检查代码，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确认是否有内存泄露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的可能。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7" name="图片 106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67940" y="3489960"/>
            <a:ext cx="5067300" cy="1066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Java堆外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325" y="1124585"/>
            <a:ext cx="10553700" cy="5346700"/>
          </a:xfrm>
          <a:prstGeom prst="rect">
            <a:avLst/>
          </a:prstGeom>
        </p:spPr>
      </p:pic>
      <p:cxnSp>
        <p:nvCxnSpPr>
          <p:cNvPr id="7" name="直接箭头连接符 6"/>
          <p:cNvCxnSpPr>
            <a:stCxn id="5" idx="1"/>
          </p:cNvCxnSpPr>
          <p:nvPr/>
        </p:nvCxnSpPr>
        <p:spPr>
          <a:xfrm flipH="1">
            <a:off x="6600190" y="3186430"/>
            <a:ext cx="935990" cy="342265"/>
          </a:xfrm>
          <a:prstGeom prst="straightConnector1">
            <a:avLst/>
          </a:prstGeom>
          <a:ln w="31750" cap="rnd">
            <a:solidFill>
              <a:schemeClr val="accent5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536180" y="2858770"/>
            <a:ext cx="2208530" cy="6553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native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内存泄露的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调用栈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Java堆外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83615" y="1173480"/>
            <a:ext cx="9579610" cy="11804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GZIPInputStream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lang="en-US" altLang="zh-CN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jni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实现，会申请堆外内存，但其用完后没有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close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，导致堆外内存泄露，这也是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中常见的堆外内存泄露点！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59560" y="2708910"/>
            <a:ext cx="8242300" cy="3086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占用高被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OOM Kill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41045" y="1340485"/>
            <a:ext cx="10808335" cy="1017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情况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4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进程莫名其妙挂掉了！</a:t>
            </a:r>
            <a:endParaRPr kumimoji="0" lang="en-US" altLang="zh-CN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41045" y="2132965"/>
            <a:ext cx="8368030" cy="12922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进程莫名其妙挂掉，除了程序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bug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之外，进程被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OOM Killer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杀死也是原因之一，这可以通过</a:t>
            </a:r>
            <a:r>
              <a:rPr kumimoji="0" lang="en-US" altLang="zh-CN" sz="16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dmesg</a:t>
            </a:r>
            <a:r>
              <a:rPr kumimoji="0" lang="zh-CN" altLang="en-US" sz="16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内核日志来确认，如下：</a:t>
            </a:r>
            <a:endParaRPr kumimoji="0" lang="zh-CN" altLang="en-US" sz="16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9" name="图片 108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567940" y="3381058"/>
            <a:ext cx="3771900" cy="75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内存</a:t>
            </a: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调优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内核参数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88060" y="2009140"/>
          <a:ext cx="9327515" cy="4445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70885"/>
                <a:gridCol w="6056630"/>
              </a:tblGrid>
              <a:tr h="53911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调优参数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816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numactl --interleave=all命令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NUMA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架构中，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node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可以访问所有节点的内存，而非本地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node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的。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810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vm.zone_reclaim_mode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内存区域内回收，值为1时线程去回收自己 zone 的 page cache 而不去使用其它 zone 的 free pages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vm.watermark_scale_factor</a:t>
                      </a:r>
                      <a:endParaRPr lang="en-US" altLang="zh-CN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调整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Linux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空闲内存水位的差值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816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vm.swappiness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内存回收时，决定回收多少anon page和file page，值越大，回收anon page比例越大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swapoff --all</a:t>
                      </a: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命令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禁用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swap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vm.overcommit_memory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是否允许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Linux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申请超过物理内存大小的虚拟内存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choom命令</a:t>
                      </a:r>
                      <a:endParaRPr lang="en-US" altLang="zh-CN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配置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</a:t>
                      </a:r>
                      <a:r>
                        <a:rPr lang="en-US" altLang="zh-CN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oom</a:t>
                      </a:r>
                      <a:r>
                        <a:rPr lang="zh-CN" altLang="en-US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优先级，避免进程被</a:t>
                      </a:r>
                      <a:r>
                        <a:rPr lang="en-US" altLang="zh-CN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OOM Killer</a:t>
                      </a:r>
                      <a:r>
                        <a:rPr lang="zh-CN" altLang="en-US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杀掉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911225" y="1075055"/>
            <a:ext cx="8368030" cy="8458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内存管理相关的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参数，如下：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内核参数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88060" y="2009140"/>
          <a:ext cx="9327515" cy="39433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01135"/>
                <a:gridCol w="5326380"/>
              </a:tblGrid>
              <a:tr h="53911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调优参数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816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vm.dirty_background_bytes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触发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fdflush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后台回写脏内存量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810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vm.dirty_background_ratio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触发</a:t>
                      </a:r>
                      <a:r>
                        <a:rPr lang="en-US" altLang="zh-CN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fdflush</a:t>
                      </a:r>
                      <a:r>
                        <a:rPr lang="zh-CN" altLang="en-US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后台回写脏内存比例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vm.dirty_bytes</a:t>
                      </a:r>
                      <a:endParaRPr lang="en-US" altLang="zh-CN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触发写入进程强制回写的</a:t>
                      </a:r>
                      <a:r>
                        <a:rPr lang="zh-CN" altLang="en-US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脏内存量</a:t>
                      </a:r>
                      <a:endParaRPr lang="zh-CN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816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vm.dirty_ratio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触发写入进程强制回写的</a:t>
                      </a:r>
                      <a:r>
                        <a:rPr lang="zh-CN" altLang="en-US" sz="16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脏内存比例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echo 3 &gt; /proc/sys/vm/drop_caches</a:t>
                      </a:r>
                      <a:endParaRPr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手动清除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page cache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与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slab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vm.vfs_cache_pressure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回收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slab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中目录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(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dentry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)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与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inode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缓存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(*_inode_cache)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的程度，值越大，回收越积极。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911225" y="1075055"/>
            <a:ext cx="8368030" cy="8458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缓存管理相关的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参数，如下：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原生程序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44245" y="1075055"/>
            <a:ext cx="10332720" cy="10179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glibc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自带的用户态内存分配器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ptmalloc2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，某些情况下，可能产生大量的内存碎片，可以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更换成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jemalloc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tcmalloc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，它们在大多数场景下，对内存碎片控制的效果更好，性能也更高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0" name="图片 10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615" y="2191385"/>
            <a:ext cx="5867400" cy="1371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767715" y="3789045"/>
            <a:ext cx="8368030" cy="6108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开启进程崩溃时自动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coredump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，方便排查崩溃原因。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2980" y="4436745"/>
            <a:ext cx="4064000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ulimit -c unlimited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767715" y="4940935"/>
            <a:ext cx="10424160" cy="6108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3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若想避免内存被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swap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，可使用</a:t>
            </a: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mlock(c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函数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来锁定内存，锁定文件缓存，可使用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vmtouch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JVM</a:t>
            </a:r>
            <a:endParaRPr 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075055"/>
            <a:ext cx="8368030" cy="5740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通过调优</a:t>
            </a: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内存与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参数，也可以优化系统的整体性能，如下：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992505" y="2009140"/>
          <a:ext cx="9323070" cy="39909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99230"/>
                <a:gridCol w="5323840"/>
              </a:tblGrid>
              <a:tr h="4718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调优参数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-XX:InitialRAMPercentage=65.0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按物理内存比例分配堆内存(初始值)</a:t>
                      </a:r>
                      <a:endParaRPr sz="14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-XX:MinRAMPercentage=65.0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-Xms10g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按物理内存比例分配堆内存(最小值)</a:t>
                      </a:r>
                      <a:endParaRPr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-Xms</a:t>
                      </a:r>
                      <a:r>
                        <a:rPr lang="zh-CN" altLang="en-US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是配置最小堆内存的绝对值</a:t>
                      </a:r>
                      <a:endParaRPr lang="zh-CN" altLang="en-US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-XX:MaxRAMPercentage=65.0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-Xmx10g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按物理内存比例分配堆内存(最大值)</a:t>
                      </a:r>
                      <a:endParaRPr 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-Xmx</a:t>
                      </a:r>
                      <a:r>
                        <a:rPr lang="zh-CN" altLang="en-US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是配置最大堆内存的绝对值</a:t>
                      </a:r>
                      <a:endParaRPr 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-XX:MaxDirectMemorySize=128m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限制直接内存，避免直接内存占满内存</a:t>
                      </a:r>
                      <a:endParaRPr lang="zh-CN" altLang="en-US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-XX:+AlwaysPreTouch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预touch堆内存，启动时就分配物理内存，而不是使用到才分配</a:t>
                      </a:r>
                      <a:endParaRPr 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73075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-XX:+HeapDumpOnOutOfMemoryError </a:t>
                      </a:r>
                      <a:endParaRPr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发生OOM异常时，自动dump堆</a:t>
                      </a:r>
                      <a:endParaRPr sz="14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7307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-XX:HeapDumpPath=/home/logs/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dump文件路径，要保证目录存在</a:t>
                      </a:r>
                      <a:endParaRPr sz="14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JVM</a:t>
            </a:r>
            <a:endParaRPr 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075055"/>
            <a:ext cx="8368030" cy="5740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通过调优</a:t>
            </a: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内存与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参数，也可以优化系统的整体性能，如下：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973455" y="2009140"/>
          <a:ext cx="9342120" cy="41795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07485"/>
                <a:gridCol w="5334635"/>
              </a:tblGrid>
              <a:tr h="47561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调优参数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-XX:+UseParallelGC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-XX:+UseParallelOldGC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新生代与老年代使用并行Parallel Scavenge收集器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-XX:+UseParNewGC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-XX:+UseConcMarkSweepGC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新生代使用ParNew并行垃圾回收器</a:t>
                      </a:r>
                      <a:endParaRPr lang="zh-CN" sz="14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zh-CN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老年代使用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CMS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垃圾回收器，堆内存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4G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以上且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JDK9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以下可考虑使用，以上可用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G1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124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-XX:+UseG1GC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使用</a:t>
                      </a: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G1</a:t>
                      </a:r>
                      <a:r>
                        <a:rPr lang="zh-CN" altLang="en-US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垃圾回收器，内存</a:t>
                      </a: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4G</a:t>
                      </a:r>
                      <a:r>
                        <a:rPr lang="zh-CN" altLang="en-US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以上且</a:t>
                      </a: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JDK8</a:t>
                      </a:r>
                      <a:r>
                        <a:rPr lang="zh-CN" altLang="en-US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以上可考虑使用。</a:t>
                      </a:r>
                      <a:endParaRPr lang="zh-CN" altLang="en-US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-XX:+UseZGC</a:t>
                      </a:r>
                      <a:endParaRPr lang="en-US" altLang="zh-CN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使用</a:t>
                      </a:r>
                      <a:r>
                        <a:rPr lang="en-US" altLang="zh-CN" sz="14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ZGC</a:t>
                      </a:r>
                      <a:r>
                        <a:rPr lang="zh-CN" altLang="en-US" sz="14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垃圾回收器，</a:t>
                      </a:r>
                      <a:r>
                        <a:rPr lang="en-US" altLang="zh-CN" sz="14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JDK17</a:t>
                      </a:r>
                      <a:r>
                        <a:rPr lang="zh-CN" altLang="en-US" sz="14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以上，需要低延时可考虑使用。</a:t>
                      </a:r>
                      <a:endParaRPr lang="zh-CN" altLang="en-US" sz="1400" b="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编码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11860" y="1173480"/>
            <a:ext cx="10198735" cy="36734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优化进程的内存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占用，可尽量避免产生大量对象。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流式处理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，尽量使用类似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InputStream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的流式处理，而不要一次性读取后再处理。</a:t>
            </a:r>
            <a:endParaRPr kumimoji="0" lang="en-US" alt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数量限制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，使用有界队列和限制最大数量的线程池。</a:t>
            </a:r>
            <a:endParaRPr kumimoji="0" lang="en-US" alt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分页查询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，分多次分页查询处理数据，而不是一次性查询所有。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避免大对象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，大对象对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有很大挑战，必要时可避免创建大对象，如使用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LinkedList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代替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ArrayList(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内含数组，数量多时是大对象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jackson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流式序列化大对象等。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缓存优化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，内存不足对系统危害极大，非性能要求极高的缓存场景，建议使用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redis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远程缓存替代本地缓存。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总结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173480"/>
            <a:ext cx="10278110" cy="48463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物理内存划分为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node(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节点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zone(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区域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page(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页面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个层面。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虚拟内存划分为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栈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、内存映射段、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堆、数据段、代码段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内存划分为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堆、非堆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(metaspace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code cache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thread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native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虚拟内存通过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brk/mmap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glibc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作为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malloc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函数与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brk/mmap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系统调用的桥梁，可能会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缓存一定量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的内存块。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缺页中断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分配物理内存，当系统空闲内存不足时，会启动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内存回收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机制。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jcmd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NMT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pmap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等命令，可以观察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进程各内存区域的占用情况。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若堆内存占用高，可使用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jmap+MAT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诊断，若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mataspace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占用高，可使用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 classloader+profiler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诊断，若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native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分配占用高，可使用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tcmalloc/mtrace+arthas profiler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诊断。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dmesg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确认进程是否被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OOM killer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干掉了。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内存调优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可以调整内核参数、用户态内存分配器或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参数。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TABLE_ENDDRAG_ORIGIN_RECT" val="734*350"/>
  <p:tag name="TABLE_ENDDRAG_RECT" val="83*98*734*350"/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TABLE_ENDDRAG_ORIGIN_RECT" val="734*350"/>
  <p:tag name="TABLE_ENDDRAG_RECT" val="83*98*734*350"/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TABLE_ENDDRAG_ORIGIN_RECT" val="734*309"/>
  <p:tag name="TABLE_ENDDRAG_RECT" val="78*158*734*309"/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TABLE_ENDDRAG_ORIGIN_RECT" val="734*350"/>
  <p:tag name="TABLE_ENDDRAG_RECT" val="83*98*734*350"/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4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5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6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7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8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9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0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1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2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3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714.xml><?xml version="1.0" encoding="utf-8"?>
<ds:datastoreItem xmlns:ds="http://schemas.openxmlformats.org/officeDocument/2006/customXml" ds:itemID="{f7bc79f2-c455-434b-bca9-875aecb91bf3}">
  <ds:schemaRefs/>
</ds:datastoreItem>
</file>

<file path=customXml/itemProps715.xml><?xml version="1.0" encoding="utf-8"?>
<ds:datastoreItem xmlns:ds="http://schemas.openxmlformats.org/officeDocument/2006/customXml" ds:itemID="{3c132078-98b1-4deb-b4fd-a1bec46831f1}">
  <ds:schemaRefs/>
</ds:datastoreItem>
</file>

<file path=customXml/itemProps716.xml><?xml version="1.0" encoding="utf-8"?>
<ds:datastoreItem xmlns:ds="http://schemas.openxmlformats.org/officeDocument/2006/customXml" ds:itemID="{c5c661d3-4756-4449-af8a-01387bd7a269}">
  <ds:schemaRefs/>
</ds:datastoreItem>
</file>

<file path=customXml/itemProps717.xml><?xml version="1.0" encoding="utf-8"?>
<ds:datastoreItem xmlns:ds="http://schemas.openxmlformats.org/officeDocument/2006/customXml" ds:itemID="{58dabdbb-c60f-4057-89a4-b5f24a98f472}">
  <ds:schemaRefs/>
</ds:datastoreItem>
</file>

<file path=customXml/itemProps718.xml><?xml version="1.0" encoding="utf-8"?>
<ds:datastoreItem xmlns:ds="http://schemas.openxmlformats.org/officeDocument/2006/customXml" ds:itemID="{6ad86b82-52b5-47a8-ba6d-e9bbe075a083}">
  <ds:schemaRefs/>
</ds:datastoreItem>
</file>

<file path=customXml/itemProps719.xml><?xml version="1.0" encoding="utf-8"?>
<ds:datastoreItem xmlns:ds="http://schemas.openxmlformats.org/officeDocument/2006/customXml" ds:itemID="{8fd2a99b-51ca-42d4-8a98-ac38bf31ee8f}">
  <ds:schemaRefs/>
</ds:datastoreItem>
</file>

<file path=customXml/itemProps720.xml><?xml version="1.0" encoding="utf-8"?>
<ds:datastoreItem xmlns:ds="http://schemas.openxmlformats.org/officeDocument/2006/customXml" ds:itemID="{667e9340-f440-47f7-819a-cdc7dab5fa96}">
  <ds:schemaRefs/>
</ds:datastoreItem>
</file>

<file path=customXml/itemProps721.xml><?xml version="1.0" encoding="utf-8"?>
<ds:datastoreItem xmlns:ds="http://schemas.openxmlformats.org/officeDocument/2006/customXml" ds:itemID="{ae649005-3b55-4298-8017-458659bde268}">
  <ds:schemaRefs/>
</ds:datastoreItem>
</file>

<file path=customXml/itemProps722.xml><?xml version="1.0" encoding="utf-8"?>
<ds:datastoreItem xmlns:ds="http://schemas.openxmlformats.org/officeDocument/2006/customXml" ds:itemID="{eb8fafd0-aa01-4764-b4e6-708160bc6a19}">
  <ds:schemaRefs/>
</ds:datastoreItem>
</file>

<file path=customXml/itemProps723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10556</Words>
  <Application>WPS 演示</Application>
  <PresentationFormat/>
  <Paragraphs>964</Paragraphs>
  <Slides>63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63</vt:i4>
      </vt:variant>
    </vt:vector>
  </HeadingPairs>
  <TitlesOfParts>
    <vt:vector size="85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Helvetica</vt:lpstr>
      <vt:lpstr>1_New_Template7</vt:lpstr>
      <vt:lpstr>Paint.Picture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1951</cp:revision>
  <dcterms:created xsi:type="dcterms:W3CDTF">2019-02-26T11:09:00Z</dcterms:created>
  <dcterms:modified xsi:type="dcterms:W3CDTF">2024-10-05T09:52:04Z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