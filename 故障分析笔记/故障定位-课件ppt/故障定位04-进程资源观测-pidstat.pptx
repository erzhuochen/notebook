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06" r:id="rId3"/>
    <p:sldId id="360" r:id="rId4"/>
    <p:sldId id="425" r:id="rId5"/>
    <p:sldId id="472" r:id="rId6"/>
    <p:sldId id="470" r:id="rId7"/>
    <p:sldId id="471" r:id="rId8"/>
    <p:sldId id="473" r:id="rId9"/>
    <p:sldId id="476" r:id="rId10"/>
  </p:sldIdLst>
  <p:sldSz cx="12192000" cy="6858000"/>
  <p:notesSz cx="6858000" cy="9144000"/>
  <p:custDataLst>
    <p:tags r:id="rId2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BDDAB3"/>
    <a:srgbClr val="161E3B"/>
    <a:srgbClr val="FBDF43"/>
    <a:srgbClr val="FDED42"/>
    <a:srgbClr val="F04238"/>
    <a:srgbClr val="FFB35A"/>
    <a:srgbClr val="19DEA6"/>
    <a:srgbClr val="FFC07A"/>
    <a:srgbClr val="3F9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38.xml"/><Relationship Id="rId25" Type="http://schemas.openxmlformats.org/officeDocument/2006/relationships/customXml" Target="../customXml/item10.xml"/><Relationship Id="rId24" Type="http://schemas.openxmlformats.org/officeDocument/2006/relationships/customXml" Target="../customXml/item9.xml"/><Relationship Id="rId23" Type="http://schemas.openxmlformats.org/officeDocument/2006/relationships/customXml" Target="../customXml/item8.xml"/><Relationship Id="rId22" Type="http://schemas.openxmlformats.org/officeDocument/2006/relationships/customXml" Target="../customXml/item7.xml"/><Relationship Id="rId21" Type="http://schemas.openxmlformats.org/officeDocument/2006/relationships/customXml" Target="../customXml/item6.xml"/><Relationship Id="rId20" Type="http://schemas.openxmlformats.org/officeDocument/2006/relationships/customXml" Target="../customXml/item5.xml"/><Relationship Id="rId2" Type="http://schemas.openxmlformats.org/officeDocument/2006/relationships/theme" Target="theme/theme1.xml"/><Relationship Id="rId19" Type="http://schemas.openxmlformats.org/officeDocument/2006/relationships/customXml" Target="../customXml/item4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image" Target="../media/image4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.xml"/><Relationship Id="rId4" Type="http://schemas.openxmlformats.org/officeDocument/2006/relationships/image" Target="../media/image6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.xml"/><Relationship Id="rId4" Type="http://schemas.openxmlformats.org/officeDocument/2006/relationships/image" Target="../media/image7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进程资源观测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969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372553"/>
            <a:ext cx="937958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命令用于查看进程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线程级别的资源使用情况。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默认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可查看进程的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秒输出一次，如下：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055370" y="2348865"/>
            <a:ext cx="8733155" cy="246507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5"/>
            </p:custDataLst>
          </p:nvPr>
        </p:nvSpPr>
        <p:spPr>
          <a:xfrm>
            <a:off x="1847850" y="4874895"/>
            <a:ext cx="3954780" cy="176339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%usr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%system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内核态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%guest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虚拟机占用的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%wait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%CPU：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总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进程运行在哪个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上。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686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557020"/>
            <a:ext cx="848042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查看线程层面的情况</a:t>
            </a:r>
            <a:r>
              <a:rPr 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-G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指定进程名称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1199515" y="4437063"/>
            <a:ext cx="6666230" cy="655320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TGID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，也叫线程组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TID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，主线程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等于进程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7715" y="2493010"/>
            <a:ext cx="10629900" cy="136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61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557020"/>
            <a:ext cx="10026650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-r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选项可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查看进程的内存使用情况，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-p &lt;pid&gt;</a:t>
            </a: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指定查看的进程</a:t>
            </a:r>
            <a:r>
              <a:rPr lang="en-US" altLang="zh-CN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77900" y="2286000"/>
            <a:ext cx="10654665" cy="203327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5"/>
            </p:custDataLst>
          </p:nvPr>
        </p:nvSpPr>
        <p:spPr>
          <a:xfrm>
            <a:off x="1847850" y="4791710"/>
            <a:ext cx="6666230" cy="148653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minflt/s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轻微缺页次数，分配物理内存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majflt/s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</a:t>
            </a:r>
            <a:r>
              <a:rPr kumimoji="0" 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严重缺页次数，分配内存后需从磁盘加载数据。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VSZ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进程虚拟内存大小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(KB)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RSS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进程物理内存大小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(KB)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%MEM：</a:t>
            </a:r>
            <a:r>
              <a:rPr kumimoji="0" 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进程物理内存使用率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8534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557020"/>
            <a:ext cx="848042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-d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查看进程的磁盘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情况。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2255520"/>
            <a:ext cx="8159750" cy="179705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5"/>
            </p:custDataLst>
          </p:nvPr>
        </p:nvSpPr>
        <p:spPr>
          <a:xfrm>
            <a:off x="1271905" y="4437380"/>
            <a:ext cx="6666230" cy="148653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kB_rd/s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每秒从磁盘读取数据量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(KB)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kB_wr/s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每秒从磁盘写入数据量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(KB)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kB_ccwr/s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每秒被取消写入的数据量，如写入数据页未刷盘时，又被写入新数据，之前的写入请示被取消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(KB)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iodelay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操作的延迟时间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单位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ticks)</a:t>
            </a:r>
            <a:endParaRPr kumimoji="0" lang="en-US" altLang="zh-CN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7956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pidstat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372235"/>
            <a:ext cx="848042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-w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查看线程上下文切换情况，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-v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查看线程数与文件描述符数量，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-h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选项所有指标一行显示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1271905" y="4437380"/>
            <a:ext cx="6666230" cy="148653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cswch/s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每秒自愿上下文切换次数，如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sleep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、锁、</a:t>
            </a:r>
            <a:r>
              <a:rPr lang="en-US" alt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等操作都会导致上下文切换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nvcswch/s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altLang="en-US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每秒非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自愿上下文切换次数。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threads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zh-CN" b="1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线程数。</a:t>
            </a:r>
            <a:endParaRPr kumimoji="0" lang="zh-CN" altLang="en-US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fd-nr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sz="1800" b="1" i="0" u="none" strike="noStrike" cap="none" spc="0" normalizeH="0" baseline="0">
                <a:ln>
                  <a:noFill/>
                </a:ln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文件描述符数量，包括打开文件与网络连接。</a:t>
            </a:r>
            <a:endParaRPr kumimoji="0" lang="zh-CN" sz="1800" b="1" i="0" u="none" strike="noStrike" cap="none" spc="0" normalizeH="0" baseline="0">
              <a:ln>
                <a:noFill/>
              </a:ln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5370" y="2204720"/>
            <a:ext cx="7829550" cy="1835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75615"/>
            <a:ext cx="10640060" cy="9696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983615" y="1341120"/>
            <a:ext cx="8480425" cy="3896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可观测进程的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、内存、磁盘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使用情况。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在云计算的背景下，大量进程被部署在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Docker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等容器中，这导致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等观测到的指标，一般是宿主机的指标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，而非容器，导致这些指标参考意义变小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但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提供的是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进程级别的指标，这仍然是准确可用的，所以</a:t>
            </a: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在容器中，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可能比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vmstat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等更有用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28.xml><?xml version="1.0" encoding="utf-8"?>
<ds:datastoreItem xmlns:ds="http://schemas.openxmlformats.org/officeDocument/2006/customXml" ds:itemID="{f7bc79f2-c455-434b-bca9-875aecb91bf3}">
  <ds:schemaRefs/>
</ds:datastoreItem>
</file>

<file path=customXml/itemProps29.xml><?xml version="1.0" encoding="utf-8"?>
<ds:datastoreItem xmlns:ds="http://schemas.openxmlformats.org/officeDocument/2006/customXml" ds:itemID="{3c132078-98b1-4deb-b4fd-a1bec46831f1}">
  <ds:schemaRefs/>
</ds:datastoreItem>
</file>

<file path=customXml/itemProps30.xml><?xml version="1.0" encoding="utf-8"?>
<ds:datastoreItem xmlns:ds="http://schemas.openxmlformats.org/officeDocument/2006/customXml" ds:itemID="{c5c661d3-4756-4449-af8a-01387bd7a269}">
  <ds:schemaRefs/>
</ds:datastoreItem>
</file>

<file path=customXml/itemProps31.xml><?xml version="1.0" encoding="utf-8"?>
<ds:datastoreItem xmlns:ds="http://schemas.openxmlformats.org/officeDocument/2006/customXml" ds:itemID="{58dabdbb-c60f-4057-89a4-b5f24a98f472}">
  <ds:schemaRefs/>
</ds:datastoreItem>
</file>

<file path=customXml/itemProps32.xml><?xml version="1.0" encoding="utf-8"?>
<ds:datastoreItem xmlns:ds="http://schemas.openxmlformats.org/officeDocument/2006/customXml" ds:itemID="{6ad86b82-52b5-47a8-ba6d-e9bbe075a083}">
  <ds:schemaRefs/>
</ds:datastoreItem>
</file>

<file path=customXml/itemProps33.xml><?xml version="1.0" encoding="utf-8"?>
<ds:datastoreItem xmlns:ds="http://schemas.openxmlformats.org/officeDocument/2006/customXml" ds:itemID="{8fd2a99b-51ca-42d4-8a98-ac38bf31ee8f}">
  <ds:schemaRefs/>
</ds:datastoreItem>
</file>

<file path=customXml/itemProps34.xml><?xml version="1.0" encoding="utf-8"?>
<ds:datastoreItem xmlns:ds="http://schemas.openxmlformats.org/officeDocument/2006/customXml" ds:itemID="{667e9340-f440-47f7-819a-cdc7dab5fa96}">
  <ds:schemaRefs/>
</ds:datastoreItem>
</file>

<file path=customXml/itemProps35.xml><?xml version="1.0" encoding="utf-8"?>
<ds:datastoreItem xmlns:ds="http://schemas.openxmlformats.org/officeDocument/2006/customXml" ds:itemID="{ae649005-3b55-4298-8017-458659bde268}">
  <ds:schemaRefs/>
</ds:datastoreItem>
</file>

<file path=customXml/itemProps36.xml><?xml version="1.0" encoding="utf-8"?>
<ds:datastoreItem xmlns:ds="http://schemas.openxmlformats.org/officeDocument/2006/customXml" ds:itemID="{eb8fafd0-aa01-4764-b4e6-708160bc6a19}">
  <ds:schemaRefs/>
</ds:datastoreItem>
</file>

<file path=customXml/itemProps37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WPS 演示</Application>
  <PresentationFormat/>
  <Paragraphs>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1235</cp:revision>
  <dcterms:created xsi:type="dcterms:W3CDTF">2019-02-26T11:09:00Z</dcterms:created>
  <dcterms:modified xsi:type="dcterms:W3CDTF">2024-09-20T08:26:42Z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