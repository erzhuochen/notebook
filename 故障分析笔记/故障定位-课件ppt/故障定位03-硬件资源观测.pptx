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77.xml" ContentType="application/vnd.openxmlformats-officedocument.customXmlProperties+xml"/>
  <Override PartName="/customXml/itemProps78.xml" ContentType="application/vnd.openxmlformats-officedocument.customXmlProperties+xml"/>
  <Override PartName="/customXml/itemProps79.xml" ContentType="application/vnd.openxmlformats-officedocument.customXmlProperties+xml"/>
  <Override PartName="/customXml/itemProps80.xml" ContentType="application/vnd.openxmlformats-officedocument.customXmlProperties+xml"/>
  <Override PartName="/customXml/itemProps81.xml" ContentType="application/vnd.openxmlformats-officedocument.customXmlProperties+xml"/>
  <Override PartName="/customXml/itemProps82.xml" ContentType="application/vnd.openxmlformats-officedocument.customXmlProperties+xml"/>
  <Override PartName="/customXml/itemProps83.xml" ContentType="application/vnd.openxmlformats-officedocument.customXmlProperties+xml"/>
  <Override PartName="/customXml/itemProps84.xml" ContentType="application/vnd.openxmlformats-officedocument.customXmlProperties+xml"/>
  <Override PartName="/customXml/itemProps85.xml" ContentType="application/vnd.openxmlformats-officedocument.customXmlProperties+xml"/>
  <Override PartName="/customXml/itemProps86.xml" ContentType="application/vnd.openxmlformats-officedocument.customXmlProperties+xml"/>
  <Override PartName="/customXml/itemProps87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8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406" r:id="rId3"/>
    <p:sldId id="360" r:id="rId4"/>
    <p:sldId id="445" r:id="rId5"/>
    <p:sldId id="425" r:id="rId6"/>
    <p:sldId id="426" r:id="rId7"/>
    <p:sldId id="417" r:id="rId8"/>
    <p:sldId id="418" r:id="rId9"/>
    <p:sldId id="419" r:id="rId10"/>
    <p:sldId id="427" r:id="rId11"/>
    <p:sldId id="428" r:id="rId12"/>
    <p:sldId id="429" r:id="rId13"/>
    <p:sldId id="430" r:id="rId14"/>
    <p:sldId id="431" r:id="rId15"/>
    <p:sldId id="432" r:id="rId16"/>
    <p:sldId id="434" r:id="rId17"/>
    <p:sldId id="435" r:id="rId18"/>
    <p:sldId id="436" r:id="rId19"/>
    <p:sldId id="437" r:id="rId20"/>
    <p:sldId id="438" r:id="rId21"/>
    <p:sldId id="439" r:id="rId22"/>
    <p:sldId id="440" r:id="rId23"/>
    <p:sldId id="447" r:id="rId24"/>
    <p:sldId id="441" r:id="rId25"/>
    <p:sldId id="442" r:id="rId26"/>
    <p:sldId id="443" r:id="rId27"/>
  </p:sldIdLst>
  <p:sldSz cx="12192000" cy="6858000"/>
  <p:notesSz cx="6858000" cy="9144000"/>
  <p:custDataLst>
    <p:tags r:id="rId45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BDDAB3"/>
    <a:srgbClr val="161E3B"/>
    <a:srgbClr val="FBDF43"/>
    <a:srgbClr val="FDED42"/>
    <a:srgbClr val="F04238"/>
    <a:srgbClr val="FFB35A"/>
    <a:srgbClr val="19DEA6"/>
    <a:srgbClr val="FFC07A"/>
    <a:srgbClr val="3F9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gs" Target="tags/tag88.xml"/><Relationship Id="rId44" Type="http://schemas.openxmlformats.org/officeDocument/2006/relationships/customXml" Target="../customXml/item11.xml"/><Relationship Id="rId43" Type="http://schemas.openxmlformats.org/officeDocument/2006/relationships/customXml" Target="../customXml/item10.xml"/><Relationship Id="rId42" Type="http://schemas.openxmlformats.org/officeDocument/2006/relationships/customXml" Target="../customXml/item9.xml"/><Relationship Id="rId41" Type="http://schemas.openxmlformats.org/officeDocument/2006/relationships/customXml" Target="../customXml/item8.xml"/><Relationship Id="rId40" Type="http://schemas.openxmlformats.org/officeDocument/2006/relationships/customXml" Target="../customXml/item7.xml"/><Relationship Id="rId4" Type="http://schemas.openxmlformats.org/officeDocument/2006/relationships/slide" Target="slides/slide2.xml"/><Relationship Id="rId39" Type="http://schemas.openxmlformats.org/officeDocument/2006/relationships/customXml" Target="../customXml/item6.xml"/><Relationship Id="rId38" Type="http://schemas.openxmlformats.org/officeDocument/2006/relationships/customXml" Target="../customXml/item5.xml"/><Relationship Id="rId37" Type="http://schemas.openxmlformats.org/officeDocument/2006/relationships/customXml" Target="../customXml/item4.xml"/><Relationship Id="rId36" Type="http://schemas.openxmlformats.org/officeDocument/2006/relationships/customXml" Target="../customXml/item3.xml"/><Relationship Id="rId35" Type="http://schemas.openxmlformats.org/officeDocument/2006/relationships/customXml" Target="../customXml/item2.xml"/><Relationship Id="rId34" Type="http://schemas.openxmlformats.org/officeDocument/2006/relationships/customXml" Target="../customXml/item1.xml"/><Relationship Id="rId33" Type="http://schemas.openxmlformats.org/officeDocument/2006/relationships/customXmlProps" Target="../customXml/itemProps77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image" Target="../media/image7.png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image" Target="../media/image8.png"/><Relationship Id="rId1" Type="http://schemas.openxmlformats.org/officeDocument/2006/relationships/tags" Target="../tags/tag2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6.xml"/><Relationship Id="rId3" Type="http://schemas.openxmlformats.org/officeDocument/2006/relationships/image" Target="../media/image9.png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tags" Target="../tags/tag41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5.xml"/><Relationship Id="rId4" Type="http://schemas.openxmlformats.org/officeDocument/2006/relationships/image" Target="../media/image12.png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image" Target="../media/image13.png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54.xml"/><Relationship Id="rId3" Type="http://schemas.openxmlformats.org/officeDocument/2006/relationships/image" Target="../media/image14.png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tags" Target="../tags/tag5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tags" Target="../tags/tag6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19.png"/><Relationship Id="rId1" Type="http://schemas.openxmlformats.org/officeDocument/2006/relationships/tags" Target="../tags/tag6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20.png"/><Relationship Id="rId1" Type="http://schemas.openxmlformats.org/officeDocument/2006/relationships/tags" Target="../tags/tag71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硬件资源观测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63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63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567305" y="2421255"/>
            <a:ext cx="651256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何为硬件资源，如何观测？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9118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何为硬件资源？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4" name="C9F754DE-2CAD-44b6-B708-469DEB6407EB-1" descr="C:/Users/meng/AppData/Local/Temp/wpp.vnocIywpp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5643" y="1917383"/>
            <a:ext cx="5127625" cy="3773805"/>
          </a:xfrm>
          <a:prstGeom prst="rect">
            <a:avLst/>
          </a:prstGeom>
        </p:spPr>
      </p:pic>
      <p:pic>
        <p:nvPicPr>
          <p:cNvPr id="6" name="C9F754DE-2CAD-44b6-B708-469DEB6407EB-2" descr="C:/Users/meng/AppData/Local/Temp/wpp.USSdqOwp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830" y="2132965"/>
            <a:ext cx="5600700" cy="3228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97726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190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CPU/</a:t>
            </a:r>
            <a:r>
              <a:rPr kumimoji="0" lang="zh-CN" altLang="en-US" sz="4000" b="1" i="0" u="none" strike="noStrike" cap="none" spc="0" normalizeH="0" baseline="0">
                <a:ln w="190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内存</a:t>
            </a:r>
            <a:r>
              <a:rPr kumimoji="0" lang="zh-CN" sz="4000" b="1" i="0" u="none" strike="noStrike" cap="none" spc="0" normalizeH="0" baseline="0">
                <a:ln w="190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资源观测</a:t>
            </a:r>
            <a:endParaRPr kumimoji="0" lang="zh-CN" sz="4000" b="1" i="0" u="none" strike="noStrike" cap="none" spc="0" normalizeH="0" baseline="0">
              <a:ln w="190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5" name="C9F754DE-2CAD-44b6-B708-469DEB6407EB-3" descr="C:/Users/meng/AppData/Local/Temp/wpp.NQRhEFw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080" y="1844675"/>
            <a:ext cx="6086475" cy="4143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83615" y="1485265"/>
            <a:ext cx="9352915" cy="472757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22935" y="260985"/>
            <a:ext cx="10640060" cy="90614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190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top</a:t>
            </a:r>
            <a:r>
              <a:rPr kumimoji="0" lang="zh-CN" altLang="en-US" sz="4000" b="1" i="0" u="none" strike="noStrike" cap="none" spc="0" normalizeH="0" baseline="0">
                <a:ln w="190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190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520055" y="1412875"/>
            <a:ext cx="5507990" cy="1114425"/>
            <a:chOff x="8693" y="2225"/>
            <a:chExt cx="8674" cy="1755"/>
          </a:xfrm>
        </p:grpSpPr>
        <p:sp>
          <p:nvSpPr>
            <p:cNvPr id="4" name="文本框 3"/>
            <p:cNvSpPr txBox="1"/>
            <p:nvPr/>
          </p:nvSpPr>
          <p:spPr>
            <a:xfrm>
              <a:off x="12435" y="2225"/>
              <a:ext cx="4932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系统负载1min/5min/15min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8693" y="3414"/>
              <a:ext cx="5329" cy="567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7" name="直接箭头连接符 6"/>
            <p:cNvCxnSpPr>
              <a:endCxn id="5" idx="0"/>
            </p:cNvCxnSpPr>
            <p:nvPr/>
          </p:nvCxnSpPr>
          <p:spPr>
            <a:xfrm flipH="1">
              <a:off x="11358" y="2751"/>
              <a:ext cx="1624" cy="663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1847215" y="1341120"/>
            <a:ext cx="6388100" cy="1506855"/>
            <a:chOff x="2909" y="2112"/>
            <a:chExt cx="10060" cy="2373"/>
          </a:xfrm>
        </p:grpSpPr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2909" y="3999"/>
              <a:ext cx="10060" cy="487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5"/>
              </p:custDataLst>
            </p:nvPr>
          </p:nvSpPr>
          <p:spPr>
            <a:xfrm>
              <a:off x="3136" y="2112"/>
              <a:ext cx="7961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总任务数，正在运行/睡眠/暂停/僵尸任务数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14" name="直接箭头连接符 13"/>
            <p:cNvCxnSpPr>
              <a:stCxn id="12" idx="2"/>
              <a:endCxn id="11" idx="0"/>
            </p:cNvCxnSpPr>
            <p:nvPr>
              <p:custDataLst>
                <p:tags r:id="rId6"/>
              </p:custDataLst>
            </p:nvPr>
          </p:nvCxnSpPr>
          <p:spPr>
            <a:xfrm>
              <a:off x="7117" y="2708"/>
              <a:ext cx="822" cy="129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8" name="组合 27"/>
          <p:cNvGrpSpPr/>
          <p:nvPr/>
        </p:nvGrpSpPr>
        <p:grpSpPr>
          <a:xfrm>
            <a:off x="1199515" y="3861435"/>
            <a:ext cx="9698355" cy="2190750"/>
            <a:chOff x="1889" y="6081"/>
            <a:chExt cx="15273" cy="3450"/>
          </a:xfrm>
        </p:grpSpPr>
        <p:sp>
          <p:nvSpPr>
            <p:cNvPr id="25" name="文本框 24"/>
            <p:cNvSpPr txBox="1"/>
            <p:nvPr>
              <p:custDataLst>
                <p:tags r:id="rId7"/>
              </p:custDataLst>
            </p:nvPr>
          </p:nvSpPr>
          <p:spPr>
            <a:xfrm>
              <a:off x="14930" y="7441"/>
              <a:ext cx="2233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进程情况</a:t>
              </a:r>
              <a:endParaRPr kumimoji="0" lang="zh-CN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26" name="直接箭头连接符 25"/>
            <p:cNvCxnSpPr>
              <a:stCxn id="25" idx="1"/>
              <a:endCxn id="27" idx="3"/>
            </p:cNvCxnSpPr>
            <p:nvPr>
              <p:custDataLst>
                <p:tags r:id="rId8"/>
              </p:custDataLst>
            </p:nvPr>
          </p:nvCxnSpPr>
          <p:spPr>
            <a:xfrm flipH="1">
              <a:off x="14095" y="7739"/>
              <a:ext cx="835" cy="67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>
              <p:custDataLst>
                <p:tags r:id="rId9"/>
              </p:custDataLst>
            </p:nvPr>
          </p:nvSpPr>
          <p:spPr>
            <a:xfrm>
              <a:off x="1889" y="6081"/>
              <a:ext cx="12206" cy="3450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063750" y="2708910"/>
            <a:ext cx="9652000" cy="3161030"/>
            <a:chOff x="3250" y="4266"/>
            <a:chExt cx="15200" cy="4978"/>
          </a:xfrm>
        </p:grpSpPr>
        <p:grpSp>
          <p:nvGrpSpPr>
            <p:cNvPr id="20" name="组合 19"/>
            <p:cNvGrpSpPr/>
            <p:nvPr/>
          </p:nvGrpSpPr>
          <p:grpSpPr>
            <a:xfrm>
              <a:off x="3250" y="4266"/>
              <a:ext cx="15201" cy="600"/>
              <a:chOff x="3250" y="4266"/>
              <a:chExt cx="15201" cy="600"/>
            </a:xfrm>
          </p:grpSpPr>
          <p:sp>
            <p:nvSpPr>
              <p:cNvPr id="17" name="矩形 16"/>
              <p:cNvSpPr/>
              <p:nvPr>
                <p:custDataLst>
                  <p:tags r:id="rId10"/>
                </p:custDataLst>
              </p:nvPr>
            </p:nvSpPr>
            <p:spPr>
              <a:xfrm>
                <a:off x="3250" y="4380"/>
                <a:ext cx="11489" cy="48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5383" y="4266"/>
                <a:ext cx="3068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各种</a:t>
                </a:r>
                <a:r>
                  <a:rPr kumimoji="0" lang="en-US" altLang="zh-CN" sz="1800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CPU</a:t>
                </a:r>
                <a:r>
                  <a:rPr kumimoji="0" lang="zh-CN" altLang="en-US" sz="1800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使用率</a:t>
                </a:r>
                <a:endPara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19" name="直接箭头连接符 18"/>
              <p:cNvCxnSpPr>
                <a:stCxn id="18" idx="1"/>
                <a:endCxn id="17" idx="3"/>
              </p:cNvCxnSpPr>
              <p:nvPr>
                <p:custDataLst>
                  <p:tags r:id="rId12"/>
                </p:custDataLst>
              </p:nvPr>
            </p:nvCxnSpPr>
            <p:spPr>
              <a:xfrm flipH="1">
                <a:off x="14739" y="4564"/>
                <a:ext cx="644" cy="60"/>
              </a:xfrm>
              <a:prstGeom prst="straightConnector1">
                <a:avLst/>
              </a:prstGeom>
              <a:ln>
                <a:tailEnd type="arrow" w="med" len="med"/>
              </a:ln>
            </p:spPr>
            <p:style>
              <a:lnRef idx="2">
                <a:schemeClr val="accent5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9" name="文本框 28"/>
            <p:cNvSpPr txBox="1"/>
            <p:nvPr/>
          </p:nvSpPr>
          <p:spPr>
            <a:xfrm>
              <a:off x="4384" y="5596"/>
              <a:ext cx="8906" cy="3649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prstClr val="black"/>
            </a:fillRef>
            <a:effectRef idx="1">
              <a:prstClr val="black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us：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非niced进程花费的cpu时间占比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sy：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内核进程花费的cpu时间占比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ni：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niced进程花费的cpu时间占比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id：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内核空闲进程花费的cpu时间占比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wa：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等待磁盘io完成花费的cpu时间占比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hi：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处理硬件中断花费的cpu时间占比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si：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处理软件中断花费的cpu时间占比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st：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被其它虚拟机偷取的cpu时间占比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415415" y="3141345"/>
            <a:ext cx="10372725" cy="2726055"/>
            <a:chOff x="2229" y="4947"/>
            <a:chExt cx="16335" cy="4293"/>
          </a:xfrm>
        </p:grpSpPr>
        <p:grpSp>
          <p:nvGrpSpPr>
            <p:cNvPr id="24" name="组合 23"/>
            <p:cNvGrpSpPr/>
            <p:nvPr/>
          </p:nvGrpSpPr>
          <p:grpSpPr>
            <a:xfrm>
              <a:off x="3476" y="4947"/>
              <a:ext cx="15089" cy="768"/>
              <a:chOff x="3476" y="4947"/>
              <a:chExt cx="15089" cy="768"/>
            </a:xfrm>
          </p:grpSpPr>
          <p:sp>
            <p:nvSpPr>
              <p:cNvPr id="21" name="矩形 20"/>
              <p:cNvSpPr/>
              <p:nvPr>
                <p:custDataLst>
                  <p:tags r:id="rId13"/>
                </p:custDataLst>
              </p:nvPr>
            </p:nvSpPr>
            <p:spPr>
              <a:xfrm>
                <a:off x="3476" y="4947"/>
                <a:ext cx="11263" cy="769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5497" y="4947"/>
                <a:ext cx="3068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sz="1800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内存使用情况</a:t>
                </a:r>
                <a:endParaRPr kumimoji="0" lang="zh-CN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23" name="直接箭头连接符 22"/>
              <p:cNvCxnSpPr>
                <a:stCxn id="22" idx="1"/>
                <a:endCxn id="21" idx="3"/>
              </p:cNvCxnSpPr>
              <p:nvPr>
                <p:custDataLst>
                  <p:tags r:id="rId15"/>
                </p:custDataLst>
              </p:nvPr>
            </p:nvCxnSpPr>
            <p:spPr>
              <a:xfrm flipH="1">
                <a:off x="14739" y="5245"/>
                <a:ext cx="758" cy="87"/>
              </a:xfrm>
              <a:prstGeom prst="straightConnector1">
                <a:avLst/>
              </a:prstGeom>
              <a:ln>
                <a:tailEnd type="arrow" w="med" len="med"/>
              </a:ln>
            </p:spPr>
            <p:style>
              <a:lnRef idx="2">
                <a:schemeClr val="accent5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31" name="文本框 30"/>
            <p:cNvSpPr txBox="1"/>
            <p:nvPr>
              <p:custDataLst>
                <p:tags r:id="rId16"/>
              </p:custDataLst>
            </p:nvPr>
          </p:nvSpPr>
          <p:spPr>
            <a:xfrm>
              <a:off x="2229" y="6648"/>
              <a:ext cx="6228" cy="234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prstClr val="black"/>
            </a:fillRef>
            <a:effectRef idx="1">
              <a:prstClr val="black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total：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总内存大小(MB)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free：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空闲内存大小(MB)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used：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使用中的内存大小(MB)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buff/cache：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用于文件缓存与系统缓存的内存大小(MB)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7"/>
              </p:custDataLst>
            </p:nvPr>
          </p:nvSpPr>
          <p:spPr>
            <a:xfrm>
              <a:off x="9269" y="6464"/>
              <a:ext cx="6228" cy="2777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prstClr val="black"/>
            </a:fillRef>
            <a:effectRef idx="1">
              <a:prstClr val="black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total：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总swap文件大小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free：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swap空闲大小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used：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swap使用大小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avail Mem：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可用内存大小，和swap无关，约等于上一行中free+buff/cache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055370" y="2061210"/>
          <a:ext cx="9957435" cy="41668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53765"/>
                <a:gridCol w="6503670"/>
              </a:tblGrid>
              <a:tr h="5181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交互命令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描述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1</a:t>
                      </a:r>
                      <a:endParaRPr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查看1号cpu各核的cpu使用情况</a:t>
                      </a:r>
                      <a:endParaRPr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343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M</a:t>
                      </a:r>
                      <a:endParaRPr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sym typeface="+mn-ea"/>
                        </a:rPr>
                        <a:t>进程按内存使用率倒序，同时按shift + m</a:t>
                      </a:r>
                      <a:endParaRPr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229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P</a:t>
                      </a:r>
                      <a:endParaRPr lang="en-US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进程按cpu使用率倒序，同时按shift + p</a:t>
                      </a:r>
                      <a:endParaRPr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2354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H</a:t>
                      </a:r>
                      <a:endParaRPr lang="zh-CN" altLang="en-US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查看线程情况，同时按shift + h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2354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</a:t>
                      </a:r>
                      <a:endParaRPr lang="zh-CN" altLang="en-US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查看进程的完整命令行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7010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&lt;</a:t>
                      </a: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，</a:t>
                      </a:r>
                      <a:r>
                        <a:rPr lang="en-US" altLang="zh-CN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&gt;,R</a:t>
                      </a:r>
                      <a:endParaRPr lang="en-US" altLang="zh-CN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调整排序列，默认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%CPU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倒序，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&lt;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使用前一列排序，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&gt;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使用后一列排序，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R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改为升序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2354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o</a:t>
                      </a: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，</a:t>
                      </a:r>
                      <a:r>
                        <a:rPr lang="en-US" altLang="zh-CN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=</a:t>
                      </a:r>
                      <a:endParaRPr lang="en-US" altLang="zh-CN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o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添加过滤条件，如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COMMAND=java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，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=</a:t>
                      </a: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清除过滤条件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2354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q</a:t>
                      </a:r>
                      <a:endParaRPr lang="zh-CN" altLang="en-US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退出top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22935" y="260985"/>
            <a:ext cx="10640060" cy="9042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190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top</a:t>
            </a:r>
            <a:r>
              <a:rPr kumimoji="0" lang="zh-CN" altLang="en-US" sz="4000" b="1" i="0" u="none" strike="noStrike" cap="none" spc="0" normalizeH="0" baseline="0">
                <a:ln w="190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190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55370" y="1484948"/>
            <a:ext cx="6270625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top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是一个交互式命令，常用交互指令如下：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51180" y="1557020"/>
            <a:ext cx="10547985" cy="245173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190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vmstat</a:t>
            </a:r>
            <a:r>
              <a:rPr kumimoji="0" lang="zh-CN" altLang="en-US" sz="4000" b="1" i="0" u="none" strike="noStrike" cap="none" spc="0" normalizeH="0" baseline="0">
                <a:ln w="190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190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767080" y="909955"/>
            <a:ext cx="10368915" cy="778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1s显示一次，第一行是系统启动以来的统计信息，一般可忽略不看，从第二行开始看即可。</a:t>
            </a:r>
            <a:endParaRPr kumimoji="0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07670" y="2493010"/>
            <a:ext cx="5269865" cy="3910965"/>
            <a:chOff x="642" y="3926"/>
            <a:chExt cx="8299" cy="6159"/>
          </a:xfrm>
        </p:grpSpPr>
        <p:sp>
          <p:nvSpPr>
            <p:cNvPr id="31" name="文本框 30"/>
            <p:cNvSpPr txBox="1"/>
            <p:nvPr>
              <p:custDataLst>
                <p:tags r:id="rId5"/>
              </p:custDataLst>
            </p:nvPr>
          </p:nvSpPr>
          <p:spPr>
            <a:xfrm>
              <a:off x="642" y="6048"/>
              <a:ext cx="8299" cy="4037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prstClr val="black"/>
            </a:fillRef>
            <a:effectRef idx="1">
              <a:prstClr val="black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r：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cpu运行队列长度，即有多少线程等待操作系统调度运行，这可看做是cpu的饱和度指标，长时间处于高值一般都有问题。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b: 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不可中断阻塞的线程数量，一般就是阻塞于io访问的线程数量。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swpd: 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内存交换到磁盘的内存大小，单位kB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free：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剩余内存大小，单位kB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buff: 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用于buff的内存大小，单位kB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cache：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用于文件页面缓存的内存大小，单位kB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1095" y="3926"/>
              <a:ext cx="1021" cy="454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096000" y="2447925"/>
            <a:ext cx="5740400" cy="4294505"/>
            <a:chOff x="9600" y="3855"/>
            <a:chExt cx="9040" cy="6763"/>
          </a:xfrm>
        </p:grpSpPr>
        <p:sp>
          <p:nvSpPr>
            <p:cNvPr id="4" name="文本框 3"/>
            <p:cNvSpPr txBox="1"/>
            <p:nvPr>
              <p:custDataLst>
                <p:tags r:id="rId6"/>
              </p:custDataLst>
            </p:nvPr>
          </p:nvSpPr>
          <p:spPr>
            <a:xfrm>
              <a:off x="9600" y="5806"/>
              <a:ext cx="9041" cy="4813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prstClr val="black"/>
            </a:fillRef>
            <a:effectRef idx="1">
              <a:prstClr val="black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rgbClr val="FF0000"/>
                  </a:solidFill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si：</a:t>
              </a:r>
              <a:r>
                <a:rPr lang="zh-CN" altLang="en-US" sz="1600" b="1"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磁盘换入到内存的当前速度，单位kB/s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1600" b="1">
                  <a:solidFill>
                    <a:srgbClr val="FF0000"/>
                  </a:solidFill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so：</a:t>
              </a:r>
              <a:r>
                <a:rPr lang="zh-CN" altLang="en-US" sz="1600" b="1"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内存换出到磁盘的当前速度，单位kB/s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bi：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每秒读取的磁盘块数量，单位blocks/s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bo：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每秒写入的磁盘块数量，单位blocks/s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in：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每秒中断数量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cs：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每秒线程上下文切换次数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us：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cpu用户态使用率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sy：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cpu内核态使用率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id：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cpu空闲率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wa：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等待I/O，线程被阻塞等待磁盘I/O时的CPU空闲时间占总时间的比例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st：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steal偷取，CPU在虚拟化环境下在其他租户上的开销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7"/>
              </p:custDataLst>
            </p:nvPr>
          </p:nvSpPr>
          <p:spPr>
            <a:xfrm>
              <a:off x="9713" y="3855"/>
              <a:ext cx="4664" cy="596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190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free</a:t>
            </a:r>
            <a:r>
              <a:rPr kumimoji="0" lang="zh-CN" altLang="en-US" sz="4000" b="1" i="0" u="none" strike="noStrike" cap="none" spc="0" normalizeH="0" baseline="0">
                <a:ln w="190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190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7715" y="1125220"/>
            <a:ext cx="8833485" cy="204533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767080" y="3284855"/>
            <a:ext cx="10368915" cy="18688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和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top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中内存部分类似，有一个经验知识：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free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中，随着使用时间越来越长，free会越来越小，原因是Linux会把访问的文件数据尽可能地缓存在内存中，以便下次读取时能快速返回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available：系统真正的可用内存，约等于free+buff/cache，因为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buff/cache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是可以回收后重复利用的。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190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slabtop</a:t>
            </a:r>
            <a:r>
              <a:rPr kumimoji="0" lang="zh-CN" altLang="en-US" sz="4000" b="1" i="0" u="none" strike="noStrike" cap="none" spc="0" normalizeH="0" baseline="0">
                <a:ln w="190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190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35280" y="5229225"/>
            <a:ext cx="11573510" cy="7219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slab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包含在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buff/cache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中，所以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buff/cache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大时，除检查文件缓存外，还可以看看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slab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占用情况。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7918450" y="1052830"/>
            <a:ext cx="4102100" cy="25774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slab是Linux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基于对象的</a:t>
            </a: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一种内存分配机制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，类似于对象池的概念，当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需要一个内核对象时，如果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slab(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对象池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)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中有，就可以直接获取对象，而不用申请内存块。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1" name="图片 110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95325" y="967740"/>
            <a:ext cx="6523990" cy="4365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902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磁盘资源观测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C9F754DE-2CAD-44b6-B708-469DEB6407EB-4" descr="C:/Users/meng/AppData/Local/Temp/wpp.ldUJXEw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938" y="1701165"/>
            <a:ext cx="5753100" cy="3228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15875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df</a:t>
            </a:r>
            <a:r>
              <a:rPr kumimoji="0" lang="zh-CN" altLang="en-US" sz="4000" b="1" i="0" u="none" strike="noStrike" cap="none" spc="0" normalizeH="0" baseline="0">
                <a:ln w="15875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15875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127125" y="3933190"/>
            <a:ext cx="9427845" cy="7219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/dev/sda1的Use%这一列可以看到磁盘使用了57%了。</a:t>
            </a:r>
            <a:endParaRPr kumimoji="0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99515" y="1125220"/>
            <a:ext cx="9069070" cy="250444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2063750" y="5301615"/>
            <a:ext cx="9427845" cy="7219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r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注：</a:t>
            </a:r>
            <a:r>
              <a:rPr kumimoji="0" lang="en-US" sz="16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df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后面也可以跟文件或目录，表示查看当前文件或目录对应文件系统的占用情况。</a:t>
            </a:r>
            <a:endParaRPr kumimoji="0" lang="zh-CN" altLang="en-US" sz="16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15875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iostat</a:t>
            </a:r>
            <a:r>
              <a:rPr kumimoji="0" lang="zh-CN" altLang="en-US" sz="4000" b="1" i="0" u="none" strike="noStrike" cap="none" spc="0" normalizeH="0" baseline="0">
                <a:ln w="15875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15875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0730" y="1078865"/>
            <a:ext cx="10534015" cy="3194685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2711450" y="836930"/>
            <a:ext cx="9000490" cy="7219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和vmstat一样，第一次的输出结果是历史以来的统计值，一般可以忽略不计</a:t>
            </a:r>
            <a:endParaRPr kumimoji="0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983615" y="3599815"/>
            <a:ext cx="10051415" cy="2662555"/>
            <a:chOff x="1549" y="5669"/>
            <a:chExt cx="15829" cy="4193"/>
          </a:xfrm>
        </p:grpSpPr>
        <p:sp>
          <p:nvSpPr>
            <p:cNvPr id="31" name="文本框 30"/>
            <p:cNvSpPr txBox="1"/>
            <p:nvPr>
              <p:custDataLst>
                <p:tags r:id="rId5"/>
              </p:custDataLst>
            </p:nvPr>
          </p:nvSpPr>
          <p:spPr>
            <a:xfrm>
              <a:off x="1549" y="6988"/>
              <a:ext cx="12968" cy="2874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prstClr val="black"/>
            </a:fillRef>
            <a:effectRef idx="1">
              <a:prstClr val="black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%util ：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磁盘使用率，Linux认为磁盘只能处理一个并发，但SSD或raid实际可以超过一个，所以100%也不一定代表满载。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avgqu-sz：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磁盘任务队列长度，大于磁盘的并发任务数则磁盘处于饱和状态。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svctm：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平均服务时间，不包括在磁盘队列中的等待时间。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r_await,w_await：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读写延迟时间(ms)，磁盘队列等待时间+svctm，太大则磁盘饱和。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r/s + w/s： 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就是当前的IOPS。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solidFill>
                    <a:srgbClr val="FF9A2D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avgrq-sz：</a:t>
              </a:r>
              <a:r>
                <a:rPr kumimoji="0" lang="zh-CN" altLang="en-US" sz="1600" b="1" i="0" u="none" strike="noStrike" cap="none" spc="0" normalizeH="0" baseline="0">
                  <a:ln>
                    <a:noFill/>
                  </a:ln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就是当前每秒平均吞吐量 单位是扇区（512b)。</a:t>
              </a:r>
              <a:endPara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971" y="5740"/>
              <a:ext cx="1815" cy="454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6"/>
              </p:custDataLst>
            </p:nvPr>
          </p:nvSpPr>
          <p:spPr>
            <a:xfrm>
              <a:off x="10054" y="5669"/>
              <a:ext cx="2376" cy="525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7"/>
              </p:custDataLst>
            </p:nvPr>
          </p:nvSpPr>
          <p:spPr>
            <a:xfrm>
              <a:off x="13438" y="5669"/>
              <a:ext cx="3940" cy="525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190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iotop</a:t>
            </a:r>
            <a:r>
              <a:rPr kumimoji="0" lang="zh-CN" altLang="en-US" sz="4000" b="1" i="0" u="none" strike="noStrike" cap="none" spc="0" normalizeH="0" baseline="0">
                <a:ln w="190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190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5325" y="1268095"/>
            <a:ext cx="10187305" cy="309245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95325" y="4436110"/>
            <a:ext cx="9000490" cy="7219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和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iostat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的区别是，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iotop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能看到进程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线程维度的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io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情况。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9626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网络资源观测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3" name="C9F754DE-2CAD-44b6-B708-469DEB6407EB-5" descr="C:/Users/meng/AppData/Local/Temp/wpp.IMjqtkw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2271395"/>
            <a:ext cx="5867400" cy="2314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190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nicstat</a:t>
            </a:r>
            <a:r>
              <a:rPr kumimoji="0" lang="zh-CN" altLang="en-US" sz="4000" b="1" i="0" u="none" strike="noStrike" cap="none" spc="0" normalizeH="0" baseline="0">
                <a:ln w="190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190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67715" y="5589270"/>
            <a:ext cx="9000490" cy="7219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nicstat可以查看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各</a:t>
            </a: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个网卡的使用情况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，其中%Util就是网卡带宽的使用率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39470" y="1124585"/>
            <a:ext cx="8646160" cy="4405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iftop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839470" y="5013325"/>
            <a:ext cx="9000490" cy="7219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iftop可以查看各个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网络</a:t>
            </a:r>
            <a:r>
              <a: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连接的当前网速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3525" y="908685"/>
            <a:ext cx="11719560" cy="39890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全能观测命令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C9F754DE-2CAD-44b6-B708-469DEB6407EB-6" descr="C:/Users/meng/AppData/Local/Temp/wpp.PCUVevw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025" y="2271395"/>
            <a:ext cx="5695950" cy="2314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sar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1055370" y="2061210"/>
          <a:ext cx="9957435" cy="501586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564322"/>
                <a:gridCol w="2564323"/>
                <a:gridCol w="4828790"/>
              </a:tblGrid>
              <a:tr h="5181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分类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用法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描述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396240">
                <a:tc rowSpan="4">
                  <a:txBody>
                    <a:bodyPr/>
                    <a:p>
                      <a:pPr algn="l">
                        <a:buNone/>
                      </a:pPr>
                      <a:r>
                        <a:rPr 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CPU</a:t>
                      </a:r>
                      <a:endParaRPr lang="en-US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sar -u ALL 1</a:t>
                      </a:r>
                      <a:endParaRPr lang="zh-CN" altLang="en-US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cpu使用率</a:t>
                      </a:r>
                      <a:endParaRPr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34340">
                <a:tc vMerge="1"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sar -q 1</a:t>
                      </a:r>
                      <a:endParaRPr lang="zh-CN" altLang="en-US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sym typeface="+mn-ea"/>
                        </a:rPr>
                        <a:t>运行队列与负载</a:t>
                      </a:r>
                      <a:endParaRPr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22910">
                <a:tc vMerge="1"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sar -I SUM 1</a:t>
                      </a:r>
                      <a:endParaRPr lang="en-US" altLang="en-US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中断次数</a:t>
                      </a:r>
                      <a:endParaRPr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23545">
                <a:tc vMerge="1"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sar -w 1</a:t>
                      </a:r>
                      <a:endParaRPr lang="zh-CN" altLang="en-US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进程创建次数与线程上下文切换次数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23545"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内存</a:t>
                      </a:r>
                      <a:endParaRPr lang="zh-CN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sar -r ALL 1</a:t>
                      </a:r>
                      <a:endParaRPr lang="zh-CN" altLang="en-US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内存使用、脏页与slab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701040">
                <a:tc vMerge="1"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sar -B 1</a:t>
                      </a:r>
                      <a:endParaRPr lang="en-US" altLang="zh-CN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缺页与内存页扫描</a:t>
                      </a:r>
                      <a:endParaRPr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23545">
                <a:tc vMerge="1"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sar -S 1 1</a:t>
                      </a:r>
                      <a:endParaRPr lang="en-US" altLang="zh-CN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sar -W 1</a:t>
                      </a:r>
                      <a:endParaRPr lang="en-US" altLang="zh-CN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内存swap使用</a:t>
                      </a:r>
                      <a:endParaRPr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983615" y="1125220"/>
            <a:ext cx="9000490" cy="7219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sar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是一个全方位的观测命令，如果这个命令背熟了，可以代替前面的命令。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sar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983615" y="1987550"/>
          <a:ext cx="9957435" cy="501586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564322"/>
                <a:gridCol w="2564323"/>
                <a:gridCol w="4828790"/>
              </a:tblGrid>
              <a:tr h="51816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分类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用法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描述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396240">
                <a:tc rowSpan="2"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磁盘</a:t>
                      </a:r>
                      <a:endParaRPr lang="zh-CN" altLang="en-US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sar -dp 1</a:t>
                      </a:r>
                      <a:endParaRPr lang="zh-CN" altLang="en-US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磁盘IOPS</a:t>
                      </a:r>
                      <a:endParaRPr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34340">
                <a:tc vMerge="1"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sar -v 1 1</a:t>
                      </a:r>
                      <a:endParaRPr lang="zh-CN" altLang="en-US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sym typeface="+mn-ea"/>
                        </a:rPr>
                        <a:t>文件描述符与打开终端数</a:t>
                      </a:r>
                      <a:endParaRPr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23545"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网络</a:t>
                      </a:r>
                      <a:endParaRPr lang="zh-CN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sar -n DEV 1</a:t>
                      </a:r>
                      <a:endParaRPr lang="zh-CN" altLang="en-US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网卡层使用率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701040">
                <a:tc vMerge="1"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sar -n TCP,ETCP 1</a:t>
                      </a:r>
                      <a:endParaRPr lang="en-US" altLang="zh-CN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tcp层收包发包情况</a:t>
                      </a:r>
                      <a:endParaRPr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23545">
                <a:tc vMerge="1"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sar -n SOCK 1</a:t>
                      </a:r>
                      <a:endParaRPr lang="en-US" altLang="zh-CN" sz="2000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socket使用情况</a:t>
                      </a:r>
                      <a:endParaRPr sz="20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dstat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911225" y="1557655"/>
            <a:ext cx="8798560" cy="44723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911225" y="837565"/>
            <a:ext cx="9000490" cy="7219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dstat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也是一个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全方位观测命令，使用上比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sar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简单一些。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567305" y="2277745"/>
            <a:ext cx="6512560" cy="21113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这么多命令，看得人眼花缭乱？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USE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观测法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4" name="C9F754DE-2CAD-44b6-B708-469DEB6407EB-7" descr="C:/Users/meng/AppData/Local/Temp/wpp.fgSYmVw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153" y="1052830"/>
            <a:ext cx="5504180" cy="265811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343660" y="3501390"/>
            <a:ext cx="9000490" cy="24853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比如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Java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线程池资源，可以这样理解这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3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种指标。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线程池是一个软件资源。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线程池的使用率：目前正在运行任务线程数占线程池总线程数的百分比。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线程池的饱和度：目前正在线程池任务队列中排队的任务数量。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线程池的错误：触发线程池拒绝策略的次数。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USE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观测法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71270" y="908685"/>
            <a:ext cx="9705340" cy="5700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总结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127125" y="1196975"/>
            <a:ext cx="9000490" cy="28765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457200" marR="0" indent="-457200" algn="l" defTabSz="914400" rtl="0" fontAlgn="auto" latinLnBrk="0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系统有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、内存、磁盘、网络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这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4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种常见硬件资源。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USE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法观测各个资源的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 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饱和度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错误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 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指标。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可使用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top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free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iostat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等各种维度的命令，也可使用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sar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等全方位观测命令，使用哪些视个人使用习惯与系统预装命令情况而定。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资源观测命令很少能直接排查到根因，但能为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问题排查提供方向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TABLE_ENDDRAG_ORIGIN_RECT" val="784*320"/>
  <p:tag name="TABLE_ENDDRAG_RECT" val="94*133*784*320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TABLE_ENDDRAG_ORIGIN_RECT" val="784*320"/>
  <p:tag name="TABLE_ENDDRAG_RECT" val="94*133*784*320"/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TABLE_ENDDRAG_ORIGIN_RECT" val="784*320"/>
  <p:tag name="TABLE_ENDDRAG_RECT" val="94*133*784*320"/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8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9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0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1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2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3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4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5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6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7.xml"/></Relationships>
</file>

<file path=customXml/item1.xml><?xml version="1.0" encoding="utf-8"?>
<s:customData xmlns="http://www.wps.cn/officeDocument/2013/wpsCustomData" xmlns:s="http://www.wps.cn/officeDocument/2013/wpsCustomData">
  <extobjs>
    <extobj name="C9F754DE-2CAD-44b6-B708-469DEB6407EB-1">
      <extobjdata type="C9F754DE-2CAD-44b6-B708-469DEB6407EB" data="ewoJIkZpbGVJZCIgOiAiMzIwMTUxMTExMDUxIiwKCSJHcm91cElkIiA6ICI0Mzg4NTUzOTgiLAoJIkltYWdlIiA6ICJpVkJPUncwS0dnb0FBQUFOU1VoRVVnQUFBWUFBQUFDc0NBWUFBQUJ5M250R0FBQUFBWE5TUjBJQXJzNGM2UUFBSElsSlJFRlVlSnp0M1hsNGxOVzlCL0R2T3pPWkpKTjkzL2VGaElRa1FJQ3dCZ0VCRWF3bzdoV3B0dmJhM2x0N0szcWYydHRxYmV2RjB1cFZXOXRlcTNXcDFycXdxQ3hDV1NSc0VpQXNDZG4zaGV6N25zeTg5NDhrTHhPeXpVeG1NcG5NOS9NOFBvOHplWmN6UTNKKzV6M0w3d0JFUkVSRVJFUkVSRVJFUkVSRVJFUkVSRVJFUkVSRVJFUkVSRVJFUkVSRVJFUkVSRVJFUkVSRVJFUkVSRVJFUkVSRVJFUkVSRVJFUkVSRVJFUkVSRVJFUkVSRVJFUkVSRVJFUkVSRVJFUkVSRVJFUkVSRVJFUkVSRVJFUkVSRVJFUkVSRVJFUkVSRVJFUkVSRVJFUkVSRVJFUkVSRVJFUkVSRVJFUkVSRVJFUkVSRVJFUkVSRVJFUkVNRWN4ZkFXRGFmMmhtdlZ1TTJHY1JGb2lpa0NBSUN6RjBtSXBvNVJCR1ZnaUNlRlVXY2xTbUVnN3VYUHAxcDdqSk5sc1VIZ0pYSG5yZHprVGs4THdEYklVQnU3dklRa1JVUW9ZYUEzNWFybkorN2tQejlQbk1YeDFBV0hRRHVPTEV6UVlENHNRQmhscm5MUWtUV1J4U1JJU2pFUi9jc2ZlYVN1Y3RpQ0lzTkFKdk9QNitTZDZxdUFFS0V1Y3RDUk5aTUxDeFh1Y1JhNHBPQXpOd0ZNSlM4US9VaUszOGlNajhoSXJDajlWZm1Mb1VoTFBJSllQUHhuWXRGbVhnU0VDdzJnQkhSVENKcVJGRytmRy9xVTZmTlhSSjlXR1FGcXBHSlQ3THlKNkxwUTVBSmd1WnhjNWRDWHhaWmlRb1FZc3hkQmlJaWJTSmdjZldTUlFZQWlHS291WXRBUktSTkVFVUdnQ2toQ0M3bUxnSVIwVEFXV0M5WlpnQWdJcUpKWXdBZ0lySlNEQUJFUkZhS0FZQ0l5RW94QUJBUldTa0dBQ0lpSzhVQVFFUmtwUmdBaUlpc0ZBTUFFWkdWWWdBZ0lySlNEQUJFUkZhS0FZQ0l5RW94QUJBUldTa0dBQ0lpSzhVQVFOT0dBTUJCWVd2dVlreElJY2loNElaME5BTW96RjBBYS9OTTdCMVk3QmtOQUhqeXdqc282NnczYzRtQWxkNno4ZVNzRGRMcmJ4cnlzZVBhM2lrdnh3TWh5L0N0d0dTY3FzdkYvcW9NRkxSWFQza1p4bU1udDhFNnZ5UjhLeUFaUjJxdTRvT1NrMU55M3ppWFFFUTYrU0c5b1FCVlhVMTZuLzk0NUJyNDJya0NBRjdKMlllMi9pNWpGNUVzRkpzeFZpN0pMUlEvakY0LzdMMW9KMzhFMnJ0UGFUa1dlVVJoUzNBS2xESUZidkdKUTRKYjhKVGVYeGNiL2VkalcxZ3EzSlFPdUROdzRaUjlSK3Y5a3JBdExCVi9USDRNNi8yUzlENC8xamtBYzkxQ01kY3RGRXFaM0FRbE5FeWtveStXZThXYXV4aFdqUUhBaWlXNWh1Q25zKytVdWpNYWV0c0JBRzVLQi93cThYNEVxanltcEJ5QktnLzhlTllHQ0lPdno5VG5ZMWY1dVNtNXR6NzJWcVNqcnFjVkFLQVFaUGhlNUdxVDM5TkdrQ1BaUFVKNmZhbXBlTVF4YmtvSHVOaW9URjRXYlNxNUVtOHMrQzUyTDkrT1hjdTNJOGsxUk9kekJRQjNCUzNFanFRSDhlT1lEUk1lUDh2Skg1OHUrd2wyTDkrT3R4YzlNZVdmZFNaakFMQlNpenlpOEd6OFhWREtCbm9CTHpZVjQ0bHpiK0pZVFJZQXdOVkdoVjhuM0ljZ0V3Y0JKNFVkbm8zYkREdTVEUUNnb3JNQnIrWHROK2s5RGRVbnF2RnUwZGZTNndUWEVDejJqRExwUGVlNWgwbmZUVkY3TGFxN1cwWWNzeWtnR1g5TCtRRmVucmNWU3oxbm1iUThRMzQwNnpiNERYWXJmVlorRnBlYVMzVTZMOUxSRnk4bGZSc1BoNjZBWE1keGxOeTJLdnk5SkEzQVFMQjdPbllUWkZKemdTYURZd0JXNk03QUJYZzRiSVgwUjVUUlZJS1hydTFGbjZqRzYza0hvQlkxV09NN0J5NDJLdndtOFFHOG5uc0E2WTJGUmkrSHZWeUo1K2JjSTFVa0FPQm43NGIzRnYrN1VhNy8yTmsvb2EyLzJ5alhHbktxUGhkM3RDVWoyc2tQQUxBdGZDWFNHd3JSTDJxTWVwOGhTN1FxOU5QMXVhTWVrK0FhREFGQW1JTTNaSUxwSzhaVlBuRlk1REVRK01vNjYvR1BrbE1UbmhPczhzU1c0QlFzODRveHFPcmVVNUdPRkk4b3pITDJSNXhMRU80SVRNYWVpblFEcmtUYStBUmdSZXprTnZoSnpFWThFcFlxVmY2bjZuTHhZdFl1OUdyNkFRQWlnRC9tZjRXdnJsOEdjS09GL3QySVZWQUl4dXMvVnNvVStIbjgzWWh3OUJuMnZseVF3VWFRRytVL21LaVYrRjd4d0ZOQVZrc0ZYczg5YUxMS1h5bFRJTmxqb1B0SEJKQldtelBpR0FlNUxjSWN2UUVBR29qSWFDb3hTVm1HT0Nuc3NTMThwVlNtTi9JUFFRTngxR01WZ2d3TDNDUHdiTnhtL08vOGJWaHVZT1UvNUkzOFE5SjMvVURJVXZqWVdkd2U3Tk1PbndBTTlFTEN2WWdhYkFYcVk2akxCUUIyenYzMm1IODg0L2xiNFRFY3FyNmkxemxSVHI3NHo1aU53MXJibjVTZHdZZWxvN2ZlL2x4d0dGVmRUZGdhTnZDb2Zydi9QTXgyQ2NUdnNyOHdhQ2FLTm9VZ3cwOW4zNGxZNXdBQWdGclU0Ri9WVjlFM0dJUU1ZU3Uzd1dyZk9WSmc2OVgwbzA4Y2ViMUZIbEhZRkREUDRQc01hZTNyQWlEaS9wQWxCbCtqb0wwRzd4UWRIL1BuSzd4aW9aSXJBUUJYbTh0UTJ6T3kreWZCTFVUNnpOa3RGV2czOGhQUHplNE5Ub0dUd2g0QWNMb3VGN210VmFNZTUycWp3dXZKajhKUllUZnMvWDVSZyt0ZFRRWjFMWloxMXVOSTlWV3M4MHVFVXFiQVE2SEw4WExPbC9wL0NKSXdBQmpJVm1ZRE81bk5wSzZoSFF6MG9kQmpKb2RTcHNDRElVdXhLVEJacWlnNjFUMzRROTVCbktuUEgvZmN6eXZQSTcvdE9yYkhib0s3MGhGaER0NTRkZjQySEx4K0daK1VuUm1zQlBXamtpdnhYN1B2UklMcndDd2ZEVVM4bXJzZmFYVWpXN2U2Y2xMWTQrZnhkMG1mVHkxcXNEUDdjM1NyKzBZYzYySHJpRGlYSUlQdnBXMnkxMUZQOE9TdzN2L0dqSjkvVlY4ZDlaaWx3N3FJOGlaVm5vbTRLeDJ4MWk4UndNQy8yMGRqTkI2QWdkKzdteXYvb3ZaYXZKSC9GVlo2enpaNGJPbVRzak5ZNVJzUEcwR09aVjR4K0xUczdMU1lTbTJwR0FBTVZOSlJPK0VmOEdnQ1ZlNVNDNnFvdlJZOW1wR1YxRVFhZTlwMU9tNnA1eXc4RXA0S0wxdG42YjNjdGlxOG5MMXYxTmJrYUxKYksvR1RpKy9ocWRpTm1PTVNESVVneDBiL2VWanRFNCs5RmVleHR5SWQzVHArQmcrbEkzNHhad3VDVlo0QUJpcVJQK1FkbkZUbDcyM3JqRi9NMllLQXdTbVpHb2g0TGU4QXpqY1dqWHA4djBZOVpubTFGM2oxaVdxRC9uMkJnWTRuVzYzR3dWajM2eDNuaVNmQzBVZnFIdXZvNzhIWlVTcDNwVXlCK1I3aDB1dFFCeTg4R0xKc3hIR3VTZ2ZwLys4TVdvaXUvdDR4Nzl2UjM0MjlsZWRIL2RrRy83bFNvK1Y4UXlFcXVockh2STYyc3M1NmZGYitEZEpxc3lGaVlOMkpvUnA2MjNHaU5odXJmZUloQUxnak1CbC95RHRvOFBXc0hRT0FnZjZVZjlpZzg3UVhncjJhdTk4a3JaYzRsMEE4RkxwYzZtSUJCaXFiajBwUFlXL0ZlYjI3blZyNk92R0xLeDlqclc4aUhnNWJEa2VGSGV6bFN0d2ZzZ1MzK1NmaGFFMG1qbFpuamxzaEJLczg4WXY0dStGaDZ3UmdvQ3ZnZjNQMzRWVGR3TUNtbjUwcnJuYzM2MVd1Qk5jUVBCV3pFYzQyOWpldW1iTVBwOFlZTEFXQVE5Vlh4dXcrdTlVM0FUK0lXZ3NBK0x6aXZEVHpSRitKcmlGNGZzNDlBSURxN21ZOGtmNVh2YStoM2ZxdjYybEZuNmdlY1V5eWUvaXdwOUJiZlJNbXZPNUcvL0c3ditwNldrY05BSEpCaGxVKzhkTHJvVEdpc2ZTSmFoeXV2b0tUZGJtNG91TU1JVjE5ZGYweVZnK1daWm5YTEx4ZGVCU2Q2ckdER28yTkFXQUdTWEFOeGozQml4Ri9VOWZFNWVaU25Lek5RWWlESjc0ek9JQm5xS2N1dm84SFFwZEtyVGdYR3hVMkJ5N0U1c0NGeUcrN2pxTTFtVWlyeTBGSGY0OTB6bXFmZUh3M2NyVlVXZlZvK3ZEU3RiM1NnT1cyc0ZSc0NrekdYL0lQNnp5MmNWZlFRandVdWx6cTl1blc5T0YzMlYvZ3doZ3RmMTFvOTJkSE8rcy92ak1rMHNsMzFHdnF5azNwZ0JVNkxKQWE2bzZaQ29tdUlYQWJmSkpvN3V0RXhpanJFYlExOVhiZ2pmeERKaWxMZnR0MVZIUTFJdERlSGJZeUc2UjRSdU5vVGFaSjdqWFRNUURNQUxmNHhPR09nR1NFT25nTmU3K3VweFYvS3pxT00vVjUyT0EvRnhzRDVrLzZYaCtYbmNXcnVmdHhwUG9xSGdsUFJhVGpqY291eXNrUFVVNSthTzd0eE5tR2ZLamtTdndnYWgyV2V0M29wMjdvYmNlTFdidFExRjRMWUtBaS8xYmdBZ0RBRTFGcjRhWjB4RC9MVG85NWZ3OWJKL3hIOUhva2FpMDhhdWhwdzIreWRxRzRvMjVTbjYyOHN4NXQvVjF3VXRnajJza1BDa0dPL2xGYTNoT0owWHJ5eW1tdDFQdjh1NElXVFRnK0ZHanZMbjBIM1pvK1BISHV6VkhIUEFCZ1I5S0RDQm44M2ZqaCtiZkc3VUljNitsd2djZU54V2puR3dvTm1McGdYT2tOaFFnTUhPajJXK0FSd1FCZ0lBYUFHU0RjMFdkWTVkL1czNDNQeXM1aVgxV0dRUldZTGpKYnl2RjB4dDh4enkwTVc0SlRwTzZtTS9WNU9Oc3dNTGo4UXNKOXc2WjVGclJYNDhXczNXanE3WkRlKzd6aUFtS2NBN0JnY0xYci9TRkw0S3Awd1A4VkhCNVJ5ZHppRTRmdlJxeUNTbjRqWVZ4bVN6bCtuLzBGbXZzNkovMlpSQUFYRzR1UjZqMGJ0akliekhFTjBudGFwVUtRSTk3MXhoT1l2dWU3S1Iyd1ZvZXVuQTFhTTVsTzFHYVArL20xdjhjZWRaL09ZemJha3R6Q3BQK2Z6Rk9Xc1Z4b0xNVG13WVpEb21zSUJNRHNRY2tTTVFETUFCK1VwR0dKWnpTVU1nVytxTHlBTHlzdmpPZ1QzVitWZ2YxVkdVYS85OFdtWWx4c0trYThTeEEyQnkzRTIwWEhwSis5VjN3Q3o4M1pBaGtFSEtxK2pEY0xqbzRJU1AyaUdqdXk5dURITVJ1a3ZERHIvUkxoYkdPUFYzSytSTCtvUVpES0E0OUhyaG5XdGFXQmlNL0t6dUtqMHRNR1RhVWRTM3BESVZJSHU3ZFNQS1AxcnNEalhZT2tycTdLcmtiVWpMSnlkengzNjlENmQ3RlI0UmFmT09uMVFSUDh1MnB6VXRqRFYydk9mVzZiL3QxYXhsYlFWZ01OUk1nZ3dGNnVSS0RLQStXZERlWXVsc1ZoQUpnQnV0VjllQ0h6TTlSMnQ2RExUSU5obVMzbHlHd3BIL2JlbGVaU3ZGTjBITTI5blVpcnl4N3pYQTFFdkpLekQycFJsTVlXbG5oR3d6SCticFIyMUdPRC85eGhhUU9xdXByd1d1NEJrMVJFNlkyRjZGVDNRaVZYWXBsWERONHFQRHJ1YkoyYmFjOXdPVjAzOW1EMGFMeHRYWFFheUwwM2VMRVVaSEpicXliZDlUV1JDS2NiVDNHTnZlM0RudURNcFVmVGgvS09lcWxySzlMSmx3SEFBQXdBZW5KVE9rd3FENGwyNjg1VnFVSkh2NlBCMStybzc1RWU1MHROWEFrWTZvdktDem9kSndKNExYY2dCOUJRSlpyZ0dvSUVyYjcrZmxHTnZSWG44WEhaR2IwcVpYMzBhdnB4c2k0SGEzMFRvSklyc2NJN2RzdzUrRGRUeVpWWXBKVWJhQ2l2a3E0ZWoxeDlZNXBsWStHd0pIQkRQRzJkc05idlJwRDR0UHlzWHZjd2hQYml3Y2t1QWpTbXFxNW1LUUQ0YXBXUmRNY0FvS2MvSkQ4NnJBOTZNbjQ1NTk1Sm5mOTIwYkVSRmV6TmM5QW4waStxaDZVeThMTnp4V0t2YUwzTHNxOHl3NkExRGRwczVUWW83YWlUSHUyMVhXb3F3WnVGUjZha0F0cFhlVkhxaDc4cmFCR09WbWZxMU0yMHppOVJhcGxudFpUck5hMTFzV2NVNXJzUHpPbnZVdmZpL2VLMFVRT0FVcVpBVFhjTEF1emRVZEJlUGVaNkIyUHkwdXIrcWV0dU5mbjlkS1c5bGtWN3JRdnBqZ0ZnaG9seThzTkxTUS9wZlB6ZWluUzhVM3dqdzJXd2d5Y2VEbDJoOTMyUFZtY2FIQURjbFk2NDNYOGUxdnNuamdpdWhlMDFlTC80QkM0YmVTNzVlTW82NjNHaHNRanozY1BoWitlS2xUNXhFODR5VWNvVTJCU1FMTDNlVXpINllxclIyTWxzOEZqNEt1bjFKMlZueHV4bXFlcHF3dmFMNytQcDJYZGdYK1ZGbmU4eEdTNkQ2eXdBVEl2dW55SE5XbVZ4VVRKRnRDRVlBUFIwckNaTHJ4YjJFRUVRa09vOWU4UldncGt0NWFqdTBtOEIxSkRTRHN0ZEFpK0RnSG51WWJqVk53SEpIaEVqV3Z6NWJkZnhhZmszT05kUVlKYnkvYVAwRk9hNWgwTUE4TzNRNVRoZG56dm1ORXNBMkJ5NFVKb25YOXBSaC9ONlpFK05kUEtWRnNpVmR6YmdpOG9Mc0IvbktiTmIwNGZmWk80eTZ1RDNlTFIvM3lmN2xHZE0ydDJBdGdhbVZiRjIvTmIwOU5mQ293YWQ5Mmo0TGFQdUkrdXVkTVNPckQzb1VQZU1jdGJrWEdrdVJXN3I5Ukh2T3loc3NjRi83b1RudjF2OE5kSnF4eDY4ZlRCMDJiRFZvYm9JZC9UR01xOVlyUENLa1NxOW0xVjFOYUdvdlJiejNNSXdUMnY2b2I3K1hHRFlhbTFnNE1ualpGMDJsbnZGd2szcGdPK0VyeHh6OWJldm5TczJCeTJRWHIrcjlVU2xpOHpCN2lKdlcyZThtcnRmcCt5aVUxWDVBNENOVnU2cHlTVHNNN1plOVkyeUdKcFh5OXJ4VzVzQzYvMlNzR2x3RVZhL3FKRUNRYitvaHIrOUc3Ykhic0t2czNZWm5IdG1MQmViU3JCM2xKenAzcmJPT2dXQTl2NXVhWmV3MFl6WEl0WVc0ZWlEaFI2UldPWVZBMzk3dHdtUDk3ZDMwK200aVV3bUFBREFPMFZmWTc1N0JGUnlKZGI2SnVKOFE5R0lmUkZrRVBEa3JBMVNLL2xpVTdGQktaa1BWbDJDZzhJV2hlMDE0eDZYNG5GanJFQlgyb0gya2ZCVTlLZ25yc1RmS2p3cVRURFEvcjNVSnhHaHFXbVh4VlFwdVdjNkJnQVRTL1dlamNjajF3QUF6alVVUUFNUktZT2JhYnhmbkladDRTdVI1QmFLSjJmZGhsZHk5czJZeFN4UlRuNVk2NWVBK1c3aFV0ZUlwV25zYmNlN1JjZnh4R0Irb0IvSDNJNy95dmo3c0p4SDI4SlhJc2JaSDhEQTRLMmg2UThPVjEvUmFXWlRsSk1mMXZqT01lZ2VBSFRlZy9lOTRoTlNBQmplMVRLNURMakdaQ3ZYNnByU3NURkN3ekVBbUZDcTkyejhhTlp0RUFBVWQ5VGk1Wng5ZUhMV2JkTFBMeldWWUZmNU43ZzdhQkdXZThXaVY2UEdHM2xmVGVuanZhbjBxUHV3MGp0dVJMZlg5ZTVtbktyTHdaYWdGQUFEaWViKzdkeWJScnZ2L3kxNlhNcTJhZ3lIcXE5Z3ZuczRGbnBFUWlWWDRtZnhkK1BaeXgraXFiY0Q2LzBTcFNjN0FIaXo4QWdhZXRvTXVvK3U2emY2eEg2OVYvSXFaUXBwaktWSDA2ZmpiOWVObzdSM1ZYT3lzUnZ0WUxOdzBrbzNiZXA5RUdZcUJnQVRXZStYaE1jajEwREFRRXZ5TjVtN1JoMUErNkFrRFlFcWR5enlpTUpxbjNpbzVFcThQTGdDMXBLVmRkWmpiMFU2N2c1YWhJYmVkcHlxeTBGYWJRNEsycXNoZ3lBRkFCRmpwMHVlTGw3TFBZRGZ6OXNLSHpzWCtOcTU0RmNKOStGZjFWZXhOU3hWT3ViZzlVdDZ6L3MzeEVlbHAvRlI2ZGk1a2tienlyeEhwRlFoUDB4L2E5eHV2ZEhVYTAzOTlMYWRQcnR3ZVd0UFR6VXc4Rm83YmdscFpBSUdzbHQrZjdEeWIrdnZ3cTh6UHh2emowNEU4RXJPZmlscjVHTFBhUHdxNFg2TDdUYlI5cy9TMC9qdkt4L2hlOS84R1g4ck9vNkM5bXB6RjhrZ0hlb2V2SmkxRzUyREEvVUI5dTU0SkN4Vm1yZVUwVlJpOE9RQVM2Q2R6c0xYZnZvc3VOSk9UMUdyWjhvTkdzQUFZRVFPQ2xzOEc3ZFp5bTdaMU51Qm4xMythTUtsK2oyYVByeVErU255MndZcXlCaG5mL3grN2xiRXVRU2F2TXltMUNlcWtkVlNNUU02dEFhZWFGN05QVERpL1lyT0J1eTR0c2ZvQS9qVHlWRG1WZ0R3c1hPRmc4STRDeUVuUXk3SUVEcTRGeklBRkUwd2VFNmpZd0F3a2toSFg3dzhiNnUwZXJPdXB4VS91L3dQbmZPVGRLcDc4ZnpWajZWOE9tNUtCN3lRY0IrMmhxVWFkVE4yWTVLUE1xMTFwb3AzQ2NLajRiZU1lRDlRNVlISElsWk5pMHJSVkdwN1dxVHRQd1hBb0wyd2pTM1V3UXMyZzM4WGFsR0RZcTBnUmJyakdNQWt5U0JnUzNBSzdnbGVMQTE0Vm5ZMTRwZFhQMFZkajM3TDVqdlZ2ZmpsMVUveG8xbnJzZHdyRmpJSTJCeTRBSXM4SXZGbTRSRmMwbk42WVlqS1U5cDlUSnYyeXM3SjBON1hWUzNPaEhiK1NKNjJUdGdhdG1MRTdKbCtVUzBGNXJXK0NWanNHWVdQUzgvZ3ErdVhSOTI5eTlKZGFTN0ZNcThZQU1BOHR6QzlmeGVOYlo3V1ZOaWMxc29aK1oxUEJRYUFTUWh6OE1ZUG85Y055M2wvdGlFZnIrVWVNRGdyWjcrb3hzczUrMURZVm9PdDRhbVFRWUMvdlJ1ZWk5K0M4NDJGK0xEa3BNN1pIMi94aVJ1V050aFFjMXlDMGQ3ZmhaYStMblNwZTZGUzJPSVc3empNSHV5aTZoUFY2Smhoc3pEY2xZN1lITGdBNi95VHBKWW1NTEQyNGErRlIzQzF1UnhQeFc1RTlHQnIyRWxoajhjaVZtRnowRUo4V1hrQmg2cXZETnNWemRLZGF5aVVBc0FDajhoaGFiL05ZWUZXbnFSekRicXZ1cWJoR0FBTW9KSXI4VURvTW16d255dE5yOU5BeEFjbGFkaFZmczRvOTloYmVSNjViVlY0Y3RidDBtQlhzbnNFNXJ0SDRHeDlQdlpXcGh1MDNhQWh0b2F2R0xiejE4MnVOcGZOaUttcndFRFh3dTBCODdEU2UvYUlycmZ6alVYNFM4RmgxQS9PT1BucHBRK3hLVEFaOTRjc2taTEF1U3Nkc1RVc0ZmZUZMTUhKdWx3Y3JyNHlaZjlPcHBUZVdJQnVkUi9zNURid3RYUEJMR2QvczMydUFIdDNSQTF1dTZtQmlOUGo3QUZONDJNQTBJTmNrR0dkWHlMdUMxNGliVVFPRE95UituTDJsN2phVW1iVSsrVzBWdUUvTDd5RFI4SlhZcTFmQW1RUUlHQWdjK1JpenloY2FDekNyN04yalhuKy9xb01uS3pMR2ZHK3E5SUJ6OFRlb1hNNUtqc2J4d3dBYmYzZGVLZm91TTdYbW81c1pUWlk2aFdOTmI0SjBzNW0yc283Ry9CTzBYRmN2R2tmWEExRTdLMUlSMXB0Tmg0T1c0RVYzckZTZzhCV1pvUFZQdkZZN1JPUDZ1NW1wTlhtNEhSOUxrcW1hZHJ1aVhTciszQ2k3aHJXK2c3c1E3ek9OOUZzQVdDOTFsN0k1eHNLcFlCTSttTUEwRU9rb3krK2MxTk9uMk0xV1hpNzZKakpGcUowYS9yd2w0TERPRnB6RmQrUHZGWHFiaElCZkRsQnJ2M2FubFprajdJbnJiZWVxWE12TlpYQXljWWVjbUVvQklub1Z2ZWhxTDBXaDZvdlR5cERwSXVOQ3Y5WStxVEI1OS9NVHNlVnFuSkJoa1RYRUt6d2pzVWlqeWpZeVVlZVY5WFZoSS9MenVCRTdiVnhuMjhhZTl2eGF1NSs3QzQvaC90Q2xpREZNMnBZY2p0Zk8xZmNFNXlDZTRKVFVOUGRndlNHQWx4c0trWldTNFhKOWpVd2hTOHFMMktONzBCRFpKbDNERDRvU2RON1RRRUF2RlYwREc4WjJJWGtxTERES3EyVjBMcnVOMEdqWXdEUVEyNWJGZjZjZndqL0hyMGV0VDB0K0ZQZUlWeWFvalRGK1czVjJKN3hQcFo3eGVMQjBLVklxODBlOWQ0YVVaUVdWdlZyUmg4WTYxTDM0cXZybHdIb3RyM2Y4ZHByT0Y1N2JSS2xINXNBM1N0dFkwaHdEY1lxbjNna3UwZU1PWE1udiswNmRsZWs0Mng5bmw0ZFcyV2Q5ZGlaL1RuODdkMXdaK0FDcEhyUEhwR2t6TWZPQlJzRDVtTmp3SHljcnMvRHp1elBKL0ZwcGxaRlp3UFNhck9SNmowYk5vSWM5NFlzSGpOQm5xbHNEbHdJbFZ3SkFMalVYRHBpRnpyU0R3T0FubzdVWktKZjFPQnNmYjVaVXVPbTFXWGpkSDB1TkdQTU95OW9yOFlEcDE0ZDl4cHQvZDJUVHBSbUxMMmFmcHdZSitPb3ZsSjlaZzhidEwxWm4wYU5aVjR4STZhdzlvbHFuS25Mdzc2cWk4aHJHNWxCVlI5VlhVMTRJLzhRM2lzK2dUVytjM0NyYjhLSTVIWmxuZlY0UFcva3VvTHA3b09TazFqa0dRVTdtUTFXKzh6QnZzb01sSFZPVFZweWIxc1gzQjR3a01SUUxXcndub1YzUFU0SERBQUcrTnBFcldGZHphUkZSNTNxWHZ3eC95dWpYVytSWnlSc3hza0ZsTjFhaVhlTHY1Ym05SmQzTnVCSTlWVWNyY2tjbHZQR0dOcjd1N0duSWgxN0t0SVI1eEtJVlQ3eFNQR01oZ0JnUjlZZW5iT3BUaWQxUGExNHYvZ0V2aGV4R25KQmhoOUVyY1ZQTDM4NEpWTUFub2k2VlVwR3Q2djhHNVB2aFd3TkdBREk2bnhSZVFHaUtDSzd0WExDOU12R2t0VlNnYXlXQ3Z5bDRGL3d0SFhTYTd2STZlWkFWUWFTM1NNdzF5MFVzNXo5c1Rsb29kRm12NDFsblY4aWt0eENBUUI1YmRmeGNka1prOTdQV2hpK3U3a1ozWGxpNTh5WWMwZzBqcUd1TEJIaXRFc082S0N3eGUvbVBneGZPMWRvSU9MblYvNkpheTBWSnJsWHVLTTNkaVE5QkJ0QmpxYmVEbXpQZUIrTkJndytUNFU5SzU2MnFEclZvZ283aEFHQWlLWWpTd3NBMXBQTWhZaUlobUVBSUNLeVVnd0FSRVJXaWdHQWlNaEtNUUFRRVZrcEJnQWlJaXZGQUVCRVpLVVlBSWlJckJRREFCR1JsV0lBSUNLeVVoWVpBRVJSbkpvTVhrUkVPckxFZXNraUF3QUU0Wks1aTBCRU5Jd0Yxa3VXR1FCRVdOd1hUVVF6bkFYV1N4WVpBR1F5MmR1aWlCNXpsNE9JYUlEWUs5ckkvMnJ1VXVqTElnUEE3dVZQNVFuQURuT1hnNGdJQUVRUnozMis1Q2NGNWk2SHZpd3lBQUNBaldmSGl5TEVYSE9YZzRpc215Z2lZKytLenQrYXV4eUdzTmdBOEVuYzg3MHk0UHZtTGdjUldURVJha0VoUGdyaCtlbTFaWnVPTERZQUFNRHVGYzk4WGE1eVZnTDRINGhRbTdzOFJHUWxSS2hGRVMrVk96amI3MW42ak1VTi9nNnhxTzNMeHJQNTFNNTRUYis0WGhDUUlvcENpaUFnd054bElxS1pReFJSS1FqaVdRMkViK1J5SE5pOTlPbE1jNWVKaUlpSWlJaUlpSWlJaUlpSWlJaUlpSWlJaUlpSWlJaUlpSWlJaUlpSWlJaUlpSWlJaUlpSWlJaUlpSWlJaUlpSWlJaUlpSWlJaUlpSWlJaUlpSWlJaUlpSWlJaUlpSWlJaUlpSWlJaUlpSWlJaUlpSWlJaUlpSWlJaUlpSWlJaUlpSWlJaUlpSWlJaUlpSWlJaUlpSWlJaUlpSWlJaUlpSWlJaUlpSWlJaUlpSWlNalUvaCtJdDZpTUQzUkhZUUFBQUFCSlJVNUVya0pnZ2c9PSIsCgkiVGhlbWUiIDogIiIsCgkiVHlwZSIgOiAibWluZCIsCgkiVmVyc2lvbiIgOiAiIgp9Cg=="/>
    </extobj>
    <extobj name="C9F754DE-2CAD-44b6-B708-469DEB6407EB-2">
      <extobjdata type="C9F754DE-2CAD-44b6-B708-469DEB6407EB" data="ewoJIkZpbGVJZCIgOiAiMzIwMTUwMzYzMDY3IiwKCSJHcm91cElkIiA6ICI0Mzg4NTUzOTgiLAoJIkltYWdlIiA6ICJpVkJPUncwS0dnb0FBQUFOU1VoRVVnQUFBa3dBQUFGVENBWUFBQURMREZNUUFBQUFBWE5TUjBJQXJzNGM2UUFBSUFCSlJFRlVlSnpzM1hkNFZGWENCdkQzM0puMDNudENid0VDU2FpS2lLSWlLdGl3WWwvcnJtMHR1MzZ1YTFzVlpYVXR1KzdhR3paWVhZcElrOTRoaFFDaEpwUUUwZ1BwWmNvOTN4K1RERE9aU1NWaG1NbjdlNTU1TXJuM3pyMW5rc3pNbTFNQk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TZRemk2QUVSRTVCQjgvejg3MHRFRm9IT0xMeGdpb3Q1QjJMblB6NEN1a1MyK3RyeFBMa2pyNkFJUUVWR1BzZ3hITFc4dGo2RzJ0UXhJbGpkN3g1QUxZV0FpSW5KZGx1RklPWGJzMklpSWlJZ3J0RnJ0V0kxR00xWUlFZTNnOGprbEtXV0IwV2pjWVRBWXRoY1hGNi9zMDZmUEhwaUNrdHA4aUFPTFIwUkVSSjBnQUdnQXVNMlpNeWVnb2FIaDcxSktnNlR1Wm1ob2FIanJrVWNlOFFYZzF2UXpaNDBkRVJHUkV6Q0hwZHpjM0RHcXFoNTBkS3B3ZFVhamNkZlJvMGZIZ2FHSmlJaklLUWdBQ2dDM2Q5NTVKMWhWMVZ4SGg0bmVRbFhWM0h2dnZkY1BwdENrZ0tISnBmQ1hTVVRrT3N6OWxRQm82K3JxM3ZieThuckV3V1hxVmVycjY5L3g5dlorSG9BQnBqNU5MVHVGazVOU0hGMEFJaUxxVnMwZHZDZDRlWGs5NU9qQzlEWmVYbDVQSER0MmJDSll3K1J5R0ppSWlGeUh1WVlwS2lycTkrQjd2Q01vVVZGUjkrSk1ZR0pvY2hGOE1SRVJ1UWJMK1pZVVJWRUdPN0l3dlZuVHo5Nnlob21oeVFVd01CRVJ1WTdtL2t1S1JxT0pkM1JoZWl1TlJqTUlUYjhITUN5NURBWW1JaUxYSWdBSUlZUy9vd3ZTV3pYOTdOa2M1MklZbUlpSVhBZWJnTTRmL0YyNEdBWW1JaUxYd3BxTjh3Ti9EeTZHZ1ltSXlEWHd3L244eGQrTkMyQmdJaUlpSW1vSEF4TVJFUkZST3hpWWlJaUlpTnJCd0VSRVJFVFVEZ1ltSWlJNmE2cXFRa3F1TVV1dWk0R0ppSWpPMnFyVjYvRHdZMDlqeDg0TXUvdUxTMG94KzU2SDhQTHJjODNidnYxaEFkWnYzTkxwYXhtTlJweXVxT2h5V1ltNlF1dm9BaEFSa1hPVFVtTFJMOHRRV0ZTTTBOQmd1OGRvdFJwVTE5U2dzcklTQUZCVFU0dk5XM2ZnWkVFaHR1MUl3eDhlL2gxOHZMMnRIbE5iVjRleXNuS1VsSmFocEtRVXg0N240OGpSWXppV2w0K0k4REI4K041Y3ZQbjIrMGpQek9wUU9YMTh2UEhGUngrYzNaT2xYb3VCaVlpSXpzck85RXljTENqRWhIRmowSzl2SDd2SGVMaDdBQUQwZWdNQXdOZlhCKys4K1RmODY2UFBzR0hURnVRY09ZcTVyNzJFd01BQUFNRHVQZGw0NFpVM2JNN2o3KytIeEtHRDBiZFBBblE2UFhRNkhSb2JHekZ4L0ZpNHViWCtrYllqTFJNTkRRMW4rMVNwRjJOZ0lpS2lzL0xEZ3AraEtBS3piNTNWNmpHZW5wNEFBTDFlYjdITkEwODkvZ2o2Sk1TaG9LRElISllBWU5qUUliaDB5a1VJRFFsQlJIZ1l2dmo2TzRTRmhlSWZiLzNON3ZrZnZ2OGUrUHY3dFhyOVJ4NS9oczE0ZEZZWW1JaUlxTXQyN014QTdwRmp1T3pTaXhFYkV3MEFNQmlNMEdvMVZzZHB0UnBvTkJyb2RIcWJjMHlmZGhuS3lzcVJtYlVIQm9NQlkxSkdRNnZWNExGSEhqQWZNKytIQlJDY0w1c2NpSUdKaUlpNnhHZzA0c3Q1MzhQVDB3TzMzM0lqQUdEejF1MzQ0dXZ2Y085ZHQyUGkrTEhRNlhRb0t6K0Zzckp5YURTbWZrd2Zmdnc1eXNyS3pkdHI2K3JNNXd3TERjR1lsTkdPZWtwRXJXSmdJaUtpTGxtNmZCVk9GaFRpanR0dVFsQmdJSXhHSTc3NWJqNUt5OHFSZStRb1B2ejRjMVJYMTlnOGJzV3FOVkFVQmNIQlFZaVBqMFZZYUNqQ1FrTVFGaHFDaUlqd0xwVmwzY2JOOFBUMGFIVy9aU2dqNmdvR0ppSWk2clNpNGhMTSszNEJvcU1pY2UwMTB3RUFLMzliaThLaVlxU21qTUtWbDA5Rlp0WWVEQnN5R0dHaElRZ05EY0d2SzM1RFNVa3BQdjdYUHhBV0dnSkZhWDFtbTIrK200OGx2NjR3ZjkvWTJJalRweXR3MCt6N3pOdSsvdlJEOC8zUHZwelhicG05dmIyNjhsU0pBREF3RVJGUkY2emJzQW1Oalkwb0t5L0g3SHNmUm1OakkxUlZoWnViRys2LzUwNkVob2JnblRldE8yaG43ZDZMa3BKU2VMaTd0eG1XQUtCL3Z6NjQrS0lMQUpqQ1dkYnV2ZkR6ODhXRWNXUE14MmcwWjg3eDR2UFAya3hMWUdudVB6NWdMUk9kRlFZbUlpTHF0S1NSdzdFekxSUCsvbjd3OC9ORDl2NERLQ3NyeDAwM3pFUmtLODFxL3Y3K0FJQ3E2bXFyRVhFQVVGRlJpWUtpSWhRV0ZtTkEvNzZZT0g0c0pvNGZDd0Q0NHV2dmtMVjdMOEpDUS9ESUEvZGFQZTZQanowQ25WNkh3SUFBaURaNmhiL3o1dDg0RXptZEZRWW1JcUp6SkRzN083aSt2dDVYQ09FamhQQXhDdUVyakVZZklZU3ZLb1NQVUZWZkFENVNDQThBYmdDMFFrb3RoTkJJMC91MVZraXBnUkJhMlh3ZjBFSUlyY0ZvMUVpajBVMnYxN3ZwRElZZWYyOGZPbmdRM243elZRREE4Yng4Yk55OEZiRXgwYmgrNXRXdFBzYW5xVWxzN2ZwTjBHZzBLQ2dzUW1GaEVRcUxpbEZ2TVVmU0hiZmRqSVQ0T1BQMzIzZW1tKzhiREFab3RhYW50MkxWR2hRVmwzU3EzSjZlSHJqNXh1czY5UmdpZ0lHSmlLaGRHUmtaWVVLSVFBQ0JCaUFRVWdZSVZRMEVFQWhGOFpOU2hnQUlFRUNnQlB3aHBSOEFIeUdFTDZUMGdSQUJBRXloUUFoSW1HYkhGbEthdjIrK0R3Qlc5U1F0dDFsK2IxR2pvZ2dCVlZHZ2FEVFFxbXBQL1Noc3FLcUs5ei84QkZKS1BQckkvZVl3cysvQVFlelltWUdpNG1JVUZCYWpxTGdFalkyTkFJQ2ZGLzFpZnJ5L3Z4OFM0dU1RSFJXSnFLZ0lSRVZHWXZEQS91Yjlodzdub0xDb0dBQlFVVkdGUng1L0JyKzcrdzZNSFpPTTladTJJSHZmZ1U2VjE4L1hsNEdKdW9TQmlZaDZuYXlzckZoVlZhTU1Va1lwVWtZQ2lGS0JLQ0ZsSklRSUJoQUtLUU1sRUNpRThGS2xCSnFhYzFvR0YwaHBGWEJhQmhsWG56eG8vaytMa0pON0JET3Z2aEpEQmcwMGI4L05QWXIvTFY0S3dCUlNFdUppNGVIcGdUMTc5MkhjbUJUY2RPTzFpSTZNTkhmRTNyTjNIL3IxN1FNZkgrdCtTQ3RYcjBOSWNEQ2tWQ0VVZ2JyNmVzeDk5NTk0NDlVWDhOTHp6OEpvSnh3Ky90UnpLQzRweFhkZmZXelRWMHJBdFg4ZjFITVltSWpJWldSa1pFUWJoZWlycUdxTWxESUtRQ1NBNkthdlVRQ2lJRVNvM21CYW5rTUFhTzdWWWkvbzlNQkg2MmtwWmEwQWFpQkVyUVJxaEpTMUFHcWxFRFVBYW9XVXRVS0llaW1FRWFwcUFHQ1FRaGlGRUFhb3FrRUlZVlNGTUFBd0tGSWFBUmhVSVF3R3ZWNVZWZFZZVVZHQnlwb2FBV0JoOXhmZjJwNjkrL0RqZjM5R2JFdzBadDg2QytXblRpRS8veVNPNTUvQWdQNzk4UGFjVnhBVkZXbnVqSDNxZEFYdWVlQVAwT2wwR05DdnIvazgrdzhjd2t1dnZZV3cwQkM4Ty9kMTgvUUFGUldWV0w5eE02WmRkaWsyYmQyT0FIOC8zRFg3QWJ6NDZoeThOdWR0L0gzT0t3Z0p0bDI3cnJrdms2ZUhCelFhamMxK29xNWdZQ0lpcDVLZW5qNFVRSDhwWlQ4cFJCOGg1U0FJMFZkSzJVK1YwbE5JYVFwQjNWdXpVd3FnVWdJVkFDcUVsQlV3M2ErRW9sUklLU3VVcG4wQUtxV1V0ZExOcmRZZHFGVlZ0V2IwNk5IbllrME9wZW5tQnNEOXRwdHY3dEdMMWRiVlljN2I3MEZWSmFwcmFuREhmUStqb2FIUnZQLzl0OSt3Nm9jRUFNRkJnUWdPRGtKTzdsRlRrNlFReUQ5eEVxKzk5UTRNQmdPdW5USGRhaTZsbnhjdmhVNm54OVJMSm1QVDF1MEFnS1FSaWJobDFuVkl5OWdGcllZZllYVHU4SytOaU00cmFXbHAzZ0JHQ0NFR1NDbjdBK2duaGVncmdBRUFvczNqbkpwcmdKcjc5SFFpSUVrcDh3VlFJSVVvQmxBSW9BaEFJWVFvMURTRkl3QVZxcXBXcEthbWNpeTZIVjZlWGpBMDFkVFYxdFlpT2lvS2NiSFJpSTJKUVZ4c05LS2pJdTArYnVqZ1FkaThkVHNPSGM2RjNxREg2Mi85QTdXMWRiano5cHN4N2JKTHpjY1ZGaFZqNmJLVlNCdzJ4Q1o0M1hURGRiaCs1dFdvcXFyR0IvLyt4T1lhbFZYVkFJQVBQL29jTGFzSnAxMTJLUVlPNkhjMlQ1MTZLUVltSW5LWW5idDJqVmFNeG1GU3l1RlNpRVFCakFEUUI0QlZMVkVuNm9wT0FqZ2lnUUlBaFVLSUlta0tSQVZDVllzQkZLYW1wcFoxNzdQb25SUkY0Sy9QUFlQQXdBQkVSVWEwTzY5U3MzRmpVc3pMcHh6T3pZV3Fxcmp2N3RtWWNkVTA2SFE2cEdYc3d0alVGSHo5N1k4d0dBeDJPMmdyaW9DN3V6dHE2K3F3Y2ZNMm0vM05uY3MzYnJIZGx6STZpWUdKdW9TQmlZaDZsSlJTazU2ZVBsQXFTcUlpNVhBcDVYQUF3eVV3VUJpTm11WmcxS0ZRSktVZVFoeVRRQzZBSE1YME5WY0lrZXZuNTVjN2NPREF4dlpPUWQwbmNkZ1F1OXVOUmlQS3lrOGhJanpNWnQrZ3BoRncrdzhlZ3Blbko1NSs4ZzlJVFI0RkFDZ3VLY1diYjcrUENlUEdJQzQyQmtramh5TnBSR0tyMTArSWo4UDhlWi9aYkgvd0QzOUVVWEVKdnYvcVkvWmhvbTdEd0VSRTNTb3pNM09ncXFwakpUQkdBbVBTMHROSEN5RzhXdll0YWlNZzFRREliUXBGcHBzUXVlNGFUZTdJa1NPUEN5SE8zWmg1NnBDR2hrWWNQSnlEL1FjT1l0Lytnemh3S0FlSlF3Zmp4ZWVmTlI5ak5CcXhjdlU2ZlBQZGorWnRsMTE2c1Rrc0FUQlBIeEFWR1lITExwbU1LWk12UEhkUGdxZ2RERXhFMUdWWldWbmhlcjErb2hSaWpKQnlESVFZWXpUTlR3VEF6c2d6UzFMcUFSd0FzTWZ5bHBxYW10ZmpCYWV6bHBON0JCczJiVVgyL29NNGN2UVlWSXZoL1hHeE1VaE5HUTNBRkpRMmJ0NkdIeGI4ak1LaVlyaTd1K082R1ZkaDZmS1ZXTHA4RlM2Y09CNkRCdzBBQUJ3N25nL0F0Q3hLdUozYUtTSkhZbUFpb2c3WmR2aXd2NmE2ZXF3aTVWalpGSTcwQmtOTXk4N1g5alIxc3Q0TmkyQlVuWkt5ZjRwcGVEdzVvZndUQlZqMHl6SUFRR3hNTkVZTUg0WVJpVU14UEhFb0F2ejlVVmxaaFo4WC9ZS2x5MWFpclB3VUFHRHlwSW00YS9ZdENBa09SbkJ3RUQ3N2NoNWVmSFVPbm5qMElTU05ISTZObTdjQ0FJWU5HZHp1OWRkdjNJSmRXWHZzN3F1c3JBSUFmUER2VCt6T3U1U1FFR2RlTUppb294aVlpTWl1TGZuNVhoNGxKWk1sY0ttVWNxcW9xa29DSURvd1pMOEV3QTVJdVVNSXNWTkt1WFZNYW1ybHVTZ3puVHVwS2FQdzlCTi93SWpFb1Ricnd1M1ltWUU1Yjc4SG85RUlSUkdZTUM0VjExOTdEUVlOT0RPRDk0eXJwcUdvdUFSTGw2M0VHM1BmTlc5UEdwR0k0T0NnZHE5LzdIZ2VObS9iMGVwK0R3OFBiTm0yMCs2KzJybzZCaWJxTkU1NVNrUUFUSjJ6TXpNeng2ck5BUW1ZQU1DOW5ZZlZTQ0Fkd0E0SXNVTUQ3RXhPVGo1K0RvcEx0cXptWVpLbXVhSWNRbFVsWG4vckhVUkZSdUNhNlZlMDJieTJmdU5tTEZ6OEsvSk9uRVRmUHZGNDlzbEg3UjUvejRPUElpZ3dBTys4K2JlZUxIcTNhVnBLUndkQUQwQnR1cEVUWTJBaTZzWFMwOU9IU2lHbVNpbW5Rc3FMaFJEK3JSNXM2bk8wQjhBT0ljUU9WYXZkbVRweTVENTJ3ajV2bkRlQmlSaVlYQkdiNUloNkNTbWxzbXZYcnZFR1ZaME9LYThDRUNXQkNQTmFhSGFhMlNTd1UwaTVHc0JhWFVURXhvbHhjZlhudU5oRVJPY0YxakFSdWJDMHRMUUFxU2pUSWVWMFNIbWxFQ0tramNNbHBOd3JoVml0QUd0OGZIeldEUmt5cFBxY0ZaYk9GbXVZemlPc1lYSTlyR0VpY2pGcGFXa2pBRndGNENvSlRCQlNtbWJ1czk5Uis3QUUxaWpBR29PMzkrcHhRNGVXbjhPaUVoRTVEUVltSWhlUW5wNCtVZ3B4QzFUMUpnaGhIb3BrRTVGTU0yVnZoQkJMRmVDSDVPVGtnbk5iVWlJaTU4VEFST1NrMHRMUytnc2haa3ZnWmdrTWhaU3QxU0tWUXNwbEFIN3g4dkphbHBpWVdIT09pMHBFNVBRWW1JaWNTRlpXVnF4ZXI1OHRnWnNoeENqWnhxRVMrRVVqeE5MUm8wZHZFMEswY1NnUkViV0hnWW5vUExjbFA5L0xyYlIwRnFTOFQyOHdYTlRhUXJWU3lsMEMrTkhOelcxZVVsTFNpWE5lVUNJaUY4YkFSSFNlMnJscjExZ1lqZmVodVBpV051WkgyZzhwZndEdzdaalUxTnh6V1Q0NjcxalZJa29wUzRRUTRZNHFURzhtcFN4cHVja2hCYUZ1eGNCRWRCN0p6czRPYm1ob3VGT1Y4ajVoTkE0SFlOc3ZTY3BjS2NTUEN2QmpTa3JLYmdjVWs4NXZFb0RVNlhSN1BUdzhMbkYwWVhvam5VNjNGMDIvQjBlWGhib1BBeE9SZzBrcGxZeU1qTXVsbFBmV056VE1CT0F1YkVOU0hvQUZpcUw4a0p5U2t1YUljcEpUa2ZYMTlReE1EbEpmWDk4Y21NaUZNREFST1VoMmRyWnZRMFBENzlMUzB4OFRRdlMxVTVPa0I3QklhalFmcDQ0YTlSczdibE1ITk5kcXlFMmJObjE3OWRWWFB3akF3OEZsNm0xMEd6WnMrQVlXdndzSGw0ZTZDV2Y2SmpySG1rYTZQUW5nUGdnUjBISy9sUEtJQUQ0RjhFbHFhbXJadVM4aE9TblJkTk9nYWJidjB0TFM1ME5EUTU5MmJMRjZsOUxTMHIrRmg0ZS9qVE96ZkJ2QjRPUVNHSmlJenBHTWpJeFVWVldmbGNEMVFnaU41VDRwcFFGQ0xCWlNmcFNTa3JLS3RVblVSYzNMbzJnQnVFMmFOTWwzOWVyVnk5emMzSkljWEs1ZVFhL1g3NG1QajcrMHFLaW9BYWF3WkFDWFJYRVpERXhFUFVoS3Fjbkl5TGhCQWs4Q0dHL25rTk9ROGlORlVUN2dyTnZVRFFSTWdVa0RVMmh5WDdObVRjcVVLVk5XTkcyam5tTmN2WHIxWlZPblRzMkVxWGJKQUZQdGtncldMcmtFQmlhaUhpQ2wxS1NucDg4RzhJTGxVaVVXY2dUd3JwVHlpOVRVMUxwelhUNXlXYzNOY3MyMVRGb0FicU5Iai9aYXNXTEZuOFBDd2g0QmcxTjNNNWFXbHY3bmlpdXVlRDB6TTdNZVoycVdtbXVYMkJ6bkloaVlpTHFSbEZLVGxwbDVtNUR5QlFBRGJmWURHNkFvNzZTT0dyV1l6VzdVUXl6N01qWFhOR2tCYUJjdlhweVluSng4cWIrL2Y0cTN0M2V5UnFPSmRHUkJuWlhSYUN5cXE2dkxxS3FxeXNqSXlQaHR4b3daMlRnVGtwcHJsdGgzeWNVd01CRjFBeW1sa3A2ZWZvc0UvaXFFR054aXB4N0FBcW5WL24zTXFGR1pqaWtoOVRMTnRVek56WE10YndyT0JDdCtEblNPNWVnM0ZXZkNrZVd0dWQ4U3c1SUw0UXVGNkN4SUtaVzB6TXliaEtxK0NDR0d0TmhuRU1DWEFGNU5UVTNOYzFBUnFmZHFEazNOdFUyS3hWZkx3R1I1UExWT3RyamZISmlhUTFQejErYnRERXN1aGk4UW9pNlFVb3FNakl4WkVuZ1J3TEFXK3d3UTRodDNyZmJWcEtTa293NHFJaEZnWFl0a0daU2F2d0w4SE9nc2FmRlZoWFZ3NHR4TExvd3ZGS0pPU2t0TEd3Y2hQZ0pnTlZSYlNta1V3TGR1Ym00dk1TalJlY1F5R0xXOHRUeUcybWF2bHFsbFNHSlljbEY4a1JCMVVGcGFXaFNBdHlIRXJTMTJxUUMrRjhCTEtTa3BPUTRvR2xGSDJBdEkvQXpvR252aGlFSEp4ZkhGUXRTT3c0Y1BlMVJXVmo0TDRNOFF3dHRpbHlxQitkQnFYeHFUbEhUUVVlVWo2aUsrLzU4ZEJxUmVoaThZb2pic3pNaTRVVWc1RjBBZnF4MVNibGNVNWNIazVPUXN4NVNNaUlqT0pRWW1JanZTMHRLR1NDSCtJNERKTFhZVkNPQlBLU2twOHh4U01DSWljZ2l0b3d0QWREN0p6czUycjJ0b2VGRksrYXl3Zm4zb0pQQ3V1MWI3U2xKU1VxM0RDa2hFUkE3QkdpYWlKdW5wNlNtcWxOKzJuSGhTQXF2aDV2YkFtSkVqanppcWJFUkU1RmdNVE5UclpXZG51OWZYMTc4aWdhZUZFT1oxdHFTVXhWQ1VQNHhKVHY2dkk4dEhSRVNPeDhCRXZWb2J0VXJmZUxpNVBUNXk1TWpUamlvYkVSR2RQeGlZcUZjNmV2U29aL21wVTY5S0taKzByRldDbElVQTdrNU5UVjNwdU5JUkVkSDVob0dKZXAyc3JLeStlb05oS1lDaEZwdWxCRDcyOC9GNVpzaVFJZFdPS2hzUkVaMmZHSmlvVjltWmtURURxanBQQ09GbnNmbTRBTzVJU1VuWjZMQ0NFUkhSZVUxeGRBR0l6Z1VwcFNZdFBYMnVrSEtSUlZoU0pmQVBYWGo0VUlZbElpSnFDMnVZeU9WbFpHU0VHYVZjS0lDSnpkdWtsTVVDdURFMU5YV1RJOHRHUkVUT2dUVk01Tkl5TXpNbkdsVjF0MlZZZ3BSckJUQ2NZWW1JaURxS05VemtzdExUMDUrUXdEK3NOa3I1WEdwcTZod0hGWW1JaUp3VUF4TzVIQ21sa3A2UjhSOEE5MXRzeTFlRXVDa2xKV1diQTR0R1JFUk9pb0dKWEVwYVdwbzNnQVVRWXJwNW81Uy91cnU3eitZa2xFUkUxRlVNVE9ReTB0TFNRaUhFY2dBcEZwdmZTMGxPZmxJSUlSMVZMaUlpY243YTlnOGhPdi90MnJWcmtNRmdXQVVndm1tVEZNQ0RLU2twbnppeVhFUkU1QnBZdzBST0x5MHQ3VUlBdjBDSUFBQ1FVallvUXN4S1NVbjV4Y0ZGSXlJaUY2RnAveENpODFkNmV2cjFBSlpBQ0c4QWdKUmxpaENYcEtTa3JIZHN5WWlJeUpWd0hpWnlXanZUMDUrWHdIOGhoQnNBU0NrUEFVaEpTVWxKZDNEUmlJakl4YmhNazl4MW0rY09OeHB4cFFJNVRrb3hYZ2pFT0xwTVJJNGlKVTRLSWJkSmlXMktWaXovM3dYUDdIVjBtWWlJbkpuVEI2YUwxNzdrR2FENHZDU0FweUhZeEVoa1E4SUlnYmZ5dmYxZlRFOTlVTy9vNGhBUk9TT25Ea3d6TnN3ZEtTRG5DNGpCamk0TDBmbE9TbVFLcmJ4MzRRWFA3bkowV1lpSW5JM1RCcVpyMGw3eTF0UjU3d1pFZjBlWGhjaDV5Tng4NzRDaHJHa2lJdW9jcCszMHJhbjFmcDFoaWFpelJQL1kycXBYSFYwS0lpSm40NVExVE5ldG16dEJLbklUSUp3MjhCRTVqbFNsMUV4YU5QbXBMWTR1Q1JHUnMzREt3S0VxOG5HR0phS3VFb29RNmdPT0xnVVJrVE54eXRBaElJWTR1Z3hFemt3Q2ZBMFJFWFdDVXdZbVNObkgwVVVnY21aQ1NnWW1JcUpPY003RmQ1dldEQ09pTHVKcmlKeTBEeXQxRytub0FqZ2I1d3hNUkVUVVdjTE9mWWFtM2tuQzlMdVhMYlpSR3hpWWlJaGNtMlU0YW5scmVReTVQbW54MWZMV2NqKzF3TUJFUk9TNkxNT1JjdXpZc1JFUkVSRlhhTFhhc1JxTlpxd1FJdHJCNVNNSGtGSVdHSTNHSFFhRFlYdHhjZkhLUG4zNjdJRXBLS25OaHppd2VPY3Q1K3owVFVSRTdSRXd2Y2RyNXN5WjQ5dlEwUEJHUWtMQ0RrOVB6OWUxV3UyMURFdTlseEFpV3F2Vlh1dnA2ZmxHUWtMQ2pvYUdodGNlZWVRUlR3QWFtUDVtV09Ob2gxUCtVSzdkTUpmcGwrZ3NMYnpvR2FkOC9WT0hOSWNsNWNpUkk2TVRFaExtS1lveTBOR0Zvdk9YcXFwWkJRVUZEOGJGeFdYQVZOT2tnalZOVmxqRFJFVGtXc3hOY1AvODV6LzkrL1RwOHozREVyVkhVWlNrbUppWTd4NTk5RkV2bktsbDRqOVZGaGlZaUloY2h6a3NBZERjZSsrOXJ3Z2gram00VE9Ra2hCRDkzbnp6elJkaDNUVEgwTlNFZ1ltSXlMVTBkL0NlNk9YbDlaQ2pDMFBPeGN2TDY0bmp4NDlmQVBabHNzSEFSRVRrT3N3MVRGRlJVWStBNy9IVWVVcGtaT1E5WUEyVERiNllpSWhjZytWOFM0cWlLSU1kV1JoeVhrMS9PNVkxVEF4TllHQWlJbklsNXRGeEdvMG0zdEdGSWVlazBXZ0dvZW52Q0F4TFpneE1SRVN1UlFBUVFnaC9SeGVFbkZQVDN3NmI0MXBnWUNJaWNoMXNRcUh1d3IrbEZoaVlpSWhjQzJzR3FEdnc3NmdGQnFadUV1TGhCNjNvL0k4enhOMjNCMHJqL0diRmo4ZEY0VU1SNnVIbjZLSVFPUXQrdUZGUDRkOFd1UGh1dDNscHhDeEVlZ1lpcjdZTXIyWC9qRk82bW5ZZkUrTVZqSCttM291Qyt0UFlXTG9mUHh6ZjBpTmx1eTNoQWh5cUxzTHVpdVBRcVlaT1BYYXdYelJ1VHBnSUFNZzhmUlJMVHFaMzZ2RUN3SitIWFlzak5TVllrTGNWYWdkbTJnL3g4TU90Q1JkQ0FEaFdXNG9uTTc3cTFEVTdXcTRCZmxFNFhGM1k3ZWNtSWlMWHc4RFVEUUxjdkJIckZRd0E4SFB6N0ZCWUFvQUx3NFlBQUtLOWd1Q3I5ZXlSc2tWN0JXRlcvQVFBd0dsZExlN2IvdTlPTFE0VTZPNk4wVUY5QUFEbGpkV2R2djV0ZlM3RTJKQUI1dHQ3QjM5RlhsMVptNCtaR0RySS9PL01tdUs5bmI1bVJ6d3dZQ3F1aUJxRitYbGJlaXlvRWhHUjYyQmc2Z2JEQStMTTk3ZVdIZXJ3NHk0TU96Tk55dnFTZmQxYXBtWVhXRndqcStLNDNiQVU3eDJLRTNYbEhhcjk2YXg5bFNkUUdWbUhBRGR2OVBNTng5dkpkMkIrM2xiOGxMZTkxZXRkRmprU0FHQ1VLamFVN08vMk1vMExHWWhwVWFNQUFEZkhUMFIvMzBpOGUyQXBhbzJONW1OOHRCNllGVGUrMjYvZDBtOUZlM0NpL2xTUFg0ZUlpTTRPQTFNM1NBaytzMVRUbGc0R3BuanZVTVI2aHdBQVR0U2Z3dUhxb2g0cDI4VFFNNEZwUytsQm0vMmVHamU4azN3bkdveDZaRlVjeDNzSGYrMTBzMTFiTWs4ZncrUHBYK0x4d2RNeE9xZ1B0RUtEMnhJdXhMaVFnWGovNERLYjJxYmtvTDZJYS9xNUtFTEJmOGJlZjlabG1IZDBJNVlXWkppLzMxNStHRjhlWFk4NysxNEVCUUtwd2Ywd1ovVHRlSFhQVHlocHJBUUErR2c4TUROMnpGbGZ1ejE3Sy9NWm1JaUluQUE3Zlo4bEFTQTV1QzhBb0Z4WGc0TlZCUjE2M0dXUkk4ejNWeFh1N29taUlkSXpFSDE4d2dBQWRVWWRNazhmc3psbWVFQWNORUtCajlZRGZYekN1alVzTmF2VTErR1Z2Zi9GVjBmWHd5aFZBRUIvM3dna0JTWFlISHRqL0psYUhRSEFVM0U3NjV0VzBkaGNaOUdKblppN2I3SDUrY1o2QmVPdDBiZGprRitVemJFR3FhSkIxYmQ1YS9semErLzQ1bHZ6ejRPSXprNWRYVDBNaHU1Ly8ycW1xdDFmQTAvT2hUVk1uWFJoMkJDNFczd0FCN243SXNETkd3QlEybENGU3lJU1czM3N0ckxEcURQcTRLNW9NU1ZpT0FCVHM5TzJza1B3Vk53NlhSYTlOTGI1Z1RzcGZJakZ0US9CSUkwMng0d0lQRE1aY1BxcEk1MHVRMmNzUExFVGg2b0w4ZlNRYSt4MklKOFVOaFJEL1dNQUFJZXJpN0M1ekxaR2JLQnZwTG1aY1c5bFB0THNsRmtBdURsaG92bG4ybHJmcTIzbGgvSFNuZ1Y0UHZGNitHZzlFT0RtamI4TXZ4NFA3L2pVNnJpVmhWbjRKSGQxbTg5dGF1UUkvSDdnRlFDQUhlVTVlR1Bmd2phUEo2TE9tZlAzZHhFY0hJemJicm9CdnI0K052dS9uLzhUVnEvZGdEODkvVGlTUnJUK1B0eFNaVlVWS2lvcWtSQWYxK294VWtvOC9OaFQ4UGJ5d2wrZWV3b2h3Y0dkS3Z1aG5GeHMycklkRjE5MEFmcjFzZjFIMGRMU1pTdVJjK1FvSHYvOWc1MjZCdlU4QnFaT2VtREFwZkRUZXRuZE44US9Ha1A4bzF0OTdNR3FRdFRWbjhKRjRVUGhvL1VBQUdpRWdvL0dQdENsc254NWREMFduZGhwZDUvQW1iNUFnS212akQyam1qcDBBNllQK3A2MnIvSUVuc3o0Q3JXR0JxdnQzaHAzM05Wdk1nQkFBdmdvWnhWeWE0cHRIbjlmLzB2TTl4ZWZTTVBPVTdrMngwd0lIV1FPU3dYMXArMDJSVGJiWDNVU3orLytBUytQbUFVM1JZdlhzLytIV21PaitmZlRVWmMwQldBSnNCTTU5U3J2dlA5aHQ1MUxxOVhpc1VkczN3OXpqeHpEMXUxcGlJcU13Ty91bm0yelg2ZlRZODM2alFDQVFRUDdkL2g2bFZWVmVQVEpQOFBOM1EzdnpYM2RiaEFEZ0gwSERxR291QVR4Y2JHZERrc0FjT3g0SGhZdCtSVUQrL2R0TnpBZFBKeUw5UnMzWTlUSUVaZzhhV0tucjBVOWg0SEpBYTZNR3QzajEwZ0o3b2N3RDlQS0NBWDFwN0cvNnFUTk1URmV3WWozRGdWZ2FqYmJWM21peDh2VmZLMW1DZ1JVU1B4aDBEVHpuRlNiU3cvWURVc2FvV0I4eUVBQWdBcUpQWlY1TnNjSW1LWlJhRGEvQTFNWkhLOHR4ZjlsZlE4ZnJVZVgrcEpGZUFhWWE4WjJsQi9HMGRxU1RwK0R5Rm10MzloOS95QzBGcGdXL2JJTUFIRFRqZGRDVVd4N2txeGN2UlkxTmJXSWlZN0M5L04vYnZYOG5oNGV1TzNtRzh6ZkIvajdJeVU1Q1d2V2JjUjdIMzdWTDRHU0FBQWdBRWxFUVZTRTU1LzlJd0JBcDlQQnFKNnB2ViszZmhNQTRPS0xMa0I5Zy9VL2V5MXBGQVh1N3U1dEhnTUFoVVhGS0NrcHRkbWVNbm9rTm16YWdwOFdMa0ZnZ08zcU5vcEdneEdKUTlzOVAzVS9CcVpPdW4vN3grWWg3d1A4SXZIcXlKc0JtUHJFdEZlejBLRHFrUnpVRi8xOHd3RUFKK3JLc2FHMDQ2UEFmTFdlbUJHVGF2NytWR1ByMHhkYzBUUUtEQUJXRjl1dlhXcWUxZ0FBYWcyTnVNVWlhRFNMOWc0eTMrL3ZGNEhiRWk1c3M0eGJ5dzUxS0RBb0VMaXIzMlRvVlNPTzE1WmlRdWdnQUVDZHNSRmZIbDF2OXpGVEkwZVlKN0pVSUhCTlRDb1c1RzIxT3ViaWlFUnpaL3FUOWFld3NZT2o3QXJxVDNmb09IdW1ORFhEc25hSmVxdWhRd2JoeGVlZlBhdHovTjhMcnlMdmhPMC9kcWNyS3JCNTZ6WkVSVWJnNGttMjcxRjZ2UjQvTC93RkFIQ3lvQkFuQzFxZlc4M1AxOWNxTUFIQS9mZmNpZDE3OTJISHpnd3NXYm9jMTF3MURjKy8rQm9PNWRqV1huLzk3WS80K3RzZjIzd2VjYkV4K09jLzNtenpHQUJZdlhZREZ2eThxTlg5eC9QeThkZFg1OWhzOS9Ed3dQeDVuN1Y3ZnVwK0RFeWQxS2pxemZlYlArUUI0TGZpdlZBaEVkeFVTM0pLVjJPM0E3VmxLSmwzYkNPMmQ2SVo3TzUrRjV2dkg2OHR4ZWJTQTNhUEMvUHdOM2RFQjRDVGRmWkhZVmxPT1dDYXI2bnRZZlI5ZmNMUjF5ZTh6V09LR2s2M0c1Z0MzTHp4ek5BWlNBeUlSWU5Sanora2Y0N1BqNnpGYlgwdXhHZTVhKzMyT1lyeENyWjYvZ0J3UzhKRW5LZ3J3OWF5dytadEJYV25zYU04QjZraC9mSGpjZnUxUzk0YWQ5UVpkVzJXc1RWWFJTZGpkdDlKVnR2Y0ZkUExTQUI0WTlSdDdaNWpSV0VXdmp5eXJrdlhKem9mS1lvQ0w4K3ptMHRPS1BZbmsvN3Z6NHRoTUJoeCt5MnpvQ2dLREFZRG5uN3VyeGlUTWhxMzNuUWpGdjJ5RE9XblRrR3IxV0R1RzY4Z0tqTEM1aHpmZlBzamxpNWZoYVNSdzIzMmVYdDc0ZkZISHNBTHI3eUJMK2Y5Z0FuangyTEMrREhvMjlmVWRKYVRld1M1UjQ1aDBJRCs1bTF0Q1FrMi9aTjU1T2d4ckZsbmFpYk15emZWM3E5WnZ3a0hENW5lODYrYmVSVXV2c2owZVpDMUp4dnhzVEVJQ2dxMGU4NlZ2NjNGaFJlTWg3ZVhGNFRncE51T3dzRFVSUXFFT1hBY3JpN0NpYnB5akF4TXdNc2paZ0VBWHRuN1g1dFJhYW5CL1REUUx4S0FLZkJZaHFVcEVZbVlGR2FxWnYxdi9qYWI1ckZRRHo5TWp6N1RsUGZGa1hXdE5qWE5pRW1CMHM1TTlrUDhvODNEOTgrbHdYN1JlSGJZREhPdzlOUzRJVG1vTDVhY1RNZW0wZ000cmF1MWVVeU1WekJlSGpITDNDOXBlL2xoRFBXUGhiK2JGLzQ0NUdyODg5QUs4enhXQjZzTDhNYStoUWp4OE1NcE84SExUK3VKT2FOdVIyNU5NVDQ4dkFJTlJyM05NVzNSS3BvMk8raDNwUE8rbTdBZHRVZms3SFE2SFU0V0ZLRnZuek1EU1F3R0l6NzY3RXRjY3ZFa0RCMDh5T1l4UmNVbDJMMG5HNU11c1AvUFd2NkprL2gxeFc4WVBHaUErWmlWcTlmaDZMRTh4TWJFb0tLaUFndCtYZ1FmSDIvVTF0YmhpNisvdzZ0L2ZjN3FIQm03ZG1QcDhsVUlEZ3JFUS9mZmJmYzZJMGNrNHRhYnJzZkFBZjBSR2hLTTYyZGViZDczMkZPbTh6MzIrd2NRRnhzRG5VNlB3cUlpZUh0N0l5eTA5ZmZRa3dXRldQTHJDdXV5WkdZaEl6TUxBSEQ3cmJNUUVoeU1ZOGZ6OFBGblh5Rng2R0Q4N2FYbmJab2MxMi9jZ2tXL0xNT2V2ZnZ3OXB0L2c5SktzS1NleDhEVVJjbkJmYzJqNDlaMllEWnFCUUozOUwzSS9QMzhGazFKMFY1QjVobTFWeFhaVGpOd1c4S0Y1Zy9hdEZOSGtGVngzTzUxZ3R4OWNIbFVVcnZsdVNvNjJYei9wL3p0K0cvZU5ydkhwWWIweDFORFRHOGVhNHV6OFhIT2IyMmV0NjFwQ2FaSGo4WTkvUzZHdHVsNU5CajErUER3Q214c3FpbXpGNVltaEE3RXd3TXZOM2UwejY4cngzc0hsNkcvYndUK091Skd1QWtObmhnOEhZUDlvL0hWa2ZYbUdrQjd0VlFDd0hPSjF5SGFLd2pSWGtFWTRCZUp0L2N2c2R0ZnFpTitLY2pBNlE3TzZxNFZHdHhxcDhtVHlGVzg4c2Jma1pkM0F2OSsvKy93OFRHOU42WmxaR0xsYjJzUkZocUtmbjBTVUYvZmdNREFBUE5qVnF4YWc1OFgvWUxRRVBzZHFULy82bHVvcW1ydTZLM1Q2YkRncDRYdzlQVEFQWGZlaWc4Ly9od05EWTM0MDFPUElXdDNOcGF2V28wbHY2N0FOZE5OSTFiejhrL2dIeC84R3dEdzZNUDN3OCszOWJVN2I1bDF2YzIyakYyN2NUd3ZIOG1qa3hBWGErcW5lS0tnQUU4Kzh6ekdqa2syOTNteVoweEtNajc1MXo4QUFCdTNiTVBYMy82SSsrKzlFMk5UVFAvNGVucVlCcGIwU1lqSHBBdkdZK1BtYmZqbXUvbTRhL1l0NW5OVTE5VGdzNi9tUWF2VjR1RUg3MlZZY2pBR3BpNjZ1S25maWtFYXNhbVZwakZMTTJKVHpSMnNqOVdXMnN3SUxpeHFoS1MwcmptSzl3N0Y1SWhoQUV6VEVMVFZuSE45M0RoekUxRnJndHg5TUw2cE9WR0Z4TExDWFdoUTdkZTA2QzBDa0xGcFBxTE84bmZ6d3FPRHJrU3F4UVNmZVhWbGVHdmZZcHhzWmRMR0dLOWczTjduUXF0bXoveTZjcnk4WndIcWpUcnNyY3pIbS9zVzRkbWhNK0N1YUhGbDFDaWtCdmZEOThjM1kxMXh0dDI2TndsZzZja005UFVOaDZmaWhpalBRTXdaZFJzK3lWbU5sWFpDYW52V0ZPM0IwVnJiVHB2MmVDcHVERXprMHE2YmNSVmVlWDB1NW4wL0h3Lyt6bFNUczNiOUppaUt3RVVYVHNCalR6MkgySmhvdlBEYzB3QUFvOUdJMWVzMklDb3lBcU5IamNTOEh4WlluUzk3LzBGazdOcU44UEF3N0Q5NEdIdjNIY0NSbzhkdzZuUUY3cno5WnV6YmZ3Zzcwek14Y2Z4WVRCdy9GcU5HamtCRzFtNTgrc1UzOFBmelExeHNOUDc2Nmh4VVY5ZmcvbnZ2UlBMbzl2K1JiT21uaFV0TXorMmE2WjErcktlbkJ6dzlUZlBnK2ZtWmdscUF2eC9DdzhOc2puM3d2cnV4ZSs4K0ZCWVZRMVdsT1JoOS9OblhxS3lzd3U4ZnZBK0RCblI4OUIvMURBYW1MdkRUZW1GY3lBQUFwcm1WcWcxdGo1b0k4ZkF6TDJBTEFKL25yclg1UUZjczJxVmJOclhkMVcreXVZbHRSV0ZXcXlFanlOMEhsMXRNSmRDYW1UR3AwQXBUdFc5YWVXNlgxb2pycUZGQmZmRFlvQ3NSNUg1bXVPN2E0bXo4SjJlVjNkcW9rWUh4dUR3eUNSUENCbGsxSzI0dE80eC9IbHBtMWZjby9kUVJQSi8xQTU0ZE5nTmhIdjRJOC9ESFk0T3V4TTN4RTdHc0lCUHJTL2Fod21KRUhnQnNManVJZ3ZwVGVDN3hPb1I1K0VNck5IaDQ0T1VZNUIrTmp3NnZndDdPWEZWRTFMNlUwVWxJSHAyRTVhdFc0N0pMTDRhL3Z6OTJwR1VnTlhrMElpUENrWkk4Q2t1WHJjU090QXlNVFUzRzVxM2JVVmxaaFJ1dXZjWnV2NXptRVdJbEphWDQvS3R2emR1aklpTXc4K29yVVYvZmdNU2hnL0hnZlhjQk1QVkZldmt2ZjhLZi92SXkzdjNuZitEcDZZRzZ1bnJjZmNldHVQckt5MjNPbjdWN0x6WnN0cTdwZi9DK3U4d2ozREl5czdBM2V6OEdEUnlBa1oyWTE2a2pEaDNPd1k2MFRLdHRvMFlPUjNoWUdMNzc4YjhBZ05yYVdtell0QVVCL3Y0b0tTM0R2Ty9QQk1vUmlVUHQ5c2VpbnNYQTFBVlRJaExOelVxcldwbmZ5SktiMENDM3VoaUpBYkhZVVo3VHluRDRNMjhZQnZYTWgzYTRSNEM1cjFHdG9SRS9ITi9jNm5WdVNaallidTFTc0xzdnJyVG9DN1dzSUxPTm83dE9LelM0bys4a1hCT1RhbjVtQm1uRXA3bHJzS0l3eTN5Y1JpZ1lIaENIMU9CK0dCczZBT0VlQVZibktXdXN4bGRIMTdkYWk1ZFRVNFFuMDcvQ1BmMm40SktJNFJBd0RmTy91OS9GdUxQZlpPeXJQSUdNVTBleDYvUlJjMjNRMGRwU1BKTTVELytYZUoxNVp1OUxJNGFqajA4WS9yenJPN3NUZk5yajUrYUZ3S1ptMmZaNGFEby9NU21Scy9uZDNiUHg2Qi8valA5OCtpVVNodzZCcXFybXNITHJUZGRqL2NiTitQU0xiekJxNUFqOHZPZ1hlSGw2WXVxVXlYYlBGUk1kaGJmbnZBSmZYMS80K2ZuaWk2Ky93NnJWNi9EQXZYZENxOVhDejg4WHI3MzhGNnV3NWVYbGlmNTkreUF6YXcvcTZ1b1JGaHFDY1dOUzdKNy9lUDRKL0xiR2VrVHV2WGZlYmc1TTMzdzNId0J3MlNXVFVWWis1cC9VeXNvcUFJQmVwN2ZhM3N6RDNkMWNvOVNhd3psSDJod2haNm15cXNydXNReE01eDREVXhjMEwydFMxRkNKM2EzMEpiSlUxRkNCdit6K0FWTWlFbkdnMG5iWUxBQnpqUTlnM1Erb3BMRVNEK3o0R1A1dVh2RFRlclZhbXpYUUx4SlRtMnFYRE5LSXZSWDVWcE5TTnJzcGZvSTVWT1hXRkdOWEI4cmZGVDVhRDB3S0cyb09TK1c2R3J5MWJ4RU9WVnNQK1ZVZ2NIdWZDekd3eFpJa1pZM1ZXSGhpSjFZVjdXNTN1WlphWXlQK2VXZzVWaFptWVhiZlNSZ1JFRzgrOS9DQU9Bd1BpSU1LYWRWOFZxbXZ3d3U3ZjhRVGc2ZWJtLzIybEIzc2NGZ0NnSmRIM05UaFk0bDZnNWpvS0V5ZmRobVdMRjJPd3ptNTZKTVFiLzVnOS9QMXhTMnpyc2VuWDN5RDE5NTZCMGVQNWVINm1WZWIrenZaTTZDL3FSbi8wT0VjckZxOURsTW1YMmpWdE5ZY2xuUTZQUll2WFlZRlB5OUNRME1qb2lJajRPL3ZoNE9IY3ZEN0o1N0ZwQXZHNCtycFYxZzFhMTB4ZFlxNUkvbHJiNzZEd3puV3F3WWNPV1o2Yi96WFIvYUg4R2RtN2NGOUR6MW1zNzI5dmsySGM0NGdOaVlhUDN6enFjMis3T3dETUtyR2RtdTAzTFQ4NkhZRS90UTdhWWgvdEhtZW45ODYyZTlsYlhGMnEvdTBGalZEZXRYMlE3dEtYNDhxZmIzZHh5b1FlSGpnNWVZbXJDVW5NK0NoYU8wR3BncDlMU1JNSGFDL2I2TzI2bXhWNnVzd2QvOWl2RHJ5Wmh5b0tzRGMvWXV0SnF4c3BwZEd2TEZ2SWQ1TnZodmVXbmRrbmo2RzM0cjJJSzA4dDkwSkoxczZWRjJJdis2ZWowRitVWmdlUFJvVHd3YkRUV2l3ditva0Z0dVpFVjJuR2pCMy8yTGMwMjhLM0JRTmZzN2ZZZDVudWY2Y3F6YlRwYVduYzNFc0Y2S3FLbFJWaGNGZ2dFSGYrYjZHM2VYV1dkZGozWVpOcUs2dXdjeHJyclRhTi8yS3FWaTI0amZzeXRvRE56YzN6THo2eWxiT2NvWmVyOGY3SDM2Q3dNQUEvTzd1TzZ6Mm5UcGRnVldyMTJMNXFqVTRkZW8wM04zZGNOdk5OK0Q2bVZkRG85SGlsMlVyOFAzOG43Qis0eGFzMzdnRmNiRXh1SERpZUV5NllEeGlvcVBnMGRUeFdxdXgvU2kwSENsbnFiS3FDcXZYbXZwZVRSaG51MEIzZkZ5czFmY0dneEdscGVVQWdBLysvU2thR3hzeC9ZcXBOalZFUnFNUm4zNzVEUXFMaXZIMm5GZk1ZWkhPSHd4TW5aUVljR2E5b1p2aUoxZ3RGbXZaNStiUHc2NjErY0IvYTk4aXV3dmdBcWJoOWMzODNld3Z2ZEthcTJLU3pmTWpWZWpyc0NCdksyYjNtV1QzMkIrT2IwRk9kVEZteHFiMitOcHgrNnRPNHFVOUM3Q3Y4b1Q1WjlIYXhKZDdLL05Sb2F0RnJhRVJBM3dqTWNBM3Nzdlh6YXNydzdzSGY4WEhPYjloZk9oQVpGZWVhRFY2U1FDZkgxbHJzMTFyTWZUZllDZkFBc0MvRHE5QVVYMUZoOHJrcm1qeHd2QWIyaitReUJVMHZlQk9uTEJlakZ5ajBlQ0t5eTdCNTE5OWl5R0RCbGlObUd2TlY5LytpUHdUSi9IY00wOVlMVjN5NGNlZlk5WHFkVkJWRllxaVlQS2tpWmg5eXl5clR0VXpycHFHaXlkZGdKOFgvWUxsSzFjai84UkpmRC8vSjBSRlJpQW0ybmFoYlV1V285VXNIVGwySEt2WGJrQmNYRXlyeHdEQXJxdzlXTDVxTlhidHprWjl2ZW1mWFNsVmpCK2JpdFNVMFRZemhxOWV1d0dGUmNXWVBHa2lZbUtpMjV4UjNOM05EUm9OcHljNTF4aVlPc215YzNaYi9ZWHM3ZE1JMnluOW16WFBTd1FBU1VFSmR0ZElhMDF6QjNRQStQTElPdFMzTXlsajJxbGNaUFJ3V0dxMnR6TGY2dnYySnNmc0RsdkxEbUZUNlFIVUdYVlkwMGF0WGx2Y0xHcVlXbXVteTYwdTZ0UW91Zk9OVkpRcGppNERkUitkWGk5ME9wMVNXMU9qcVNndmR3UHdpeVBLTWYrbmhhaXVxWUdIaHdjV0wxMk9hWmRmaXZBdzB3aGhnOEdBWlN0TVU1UHN5ZDZQUTRkek1HamdnRmJQdFhMMVdpeFp1aHlqa2tZZ05DUVlXN2Z2UkZsWk9VNVhWQ0pweEhCczNMd1ZsMTg2QmRkY05hM1ZxUW44L2Yxdzl4MjNZdFlOTTdGdS9TWms3TnJkNnJ4UDNXbjMzbjNZdWowTjd1N3VpSXVOUWY2SmszajA0ZnR4MFlVVDhmMzhuL0RLNjNQdFBxNjVOcXd0VHoveGUweTZZRUpQRkp2YXdNRFVTYnNyOG1DVUcrenVpL0lNd3RTbS9rMnJpL2Vpb01Wb3RoTjE1YTJldDNuSkR3QklDbXgvTmxsTHE0cjJJREVnRGp2S2M4d1RPTGFuczgxZHZZMmZSUzFmbmFGcnM0S2Y3OGFNSHMzcHhsMkwwblJ6QStBK2U3YnRJclU5cmFTMERMOHNXNGsrQ2ZHNDZZYVplT3VkRC9EMXR6L2c2U2YrQUFCWXZIUTVDb3VLemZNT2ZmcmxQTHoxMmt0Mno2V3FFcDk4L2pVQVUyM05ycXd6QTJ4Q1E0Sng1KzAzWTB6S0tMenkrbHc4OHZnekhTcGYvNzU5OE1hckw3UjVqS3FxTnYyWkxCVVVtdGFicksycE5jL2EzVkowVkNSR0o0MUFRbndjeG8xSndZYk5XL0N2LzN4bTduT1ZPSFFJWmwwLzAzejh5dFZyVVZsWmhjdW5Ua0dBdi9YNmNlczNiVUZKU1NtdXZQeFMrRGJOSTlXeTJZL09EUWFtVGpwWVZZQ0RWUVYyOTQwTVREQUhwczJsQjFwdGZtdkpUV2dRN25ubVJSTHJIWUpJejBBVU5YU3N1V2R6NlVIY0dEY09IeDVlMmVaeHpYMmRPaVBNb2x4REEyTHcrNEZYdFB1WTNSVjUyTmpPR25sRkRaVjRNdjNMVHBXbExRaytZWmpUZ1dWSlducHUyTFZZVmJRYjZhZU9XRVhJQUl2UmIvYjZYZ0hBUUw5bytIVndsSnk3d3VwemNuMmZmUEUxREFZRDdyM3JkaVNOU01TQS9rdXhjZk0yWEROOUdrSkRnekgvdndzUkd4T05KLzd3RUZSVll2UFc3ZGk0ZVp2ZEdoOUZFWmd3Ymd6cTZ1b1JHUm1CeUlod1JJU0hJVHdzRkJIaHBpNEk3dTd1YUd6VW9iR3hFU01TaDBMWVdaaTMyZTQ5MldqVU5iYjdIT3JyRy9EczgvWkRuS1hzL1FkYlBhNjlHcUNSSXhMTkhidTNiTnVCeXNvcWpCMlRqTjgvZUovVmNhY3JLckJ3eWEvbzE3Y1BIcnIvbm5iTFJEMkxnZWs4TU5BL3lxclBEQUJjRkQ3VVpqYncxaGlrRWYrWDlYMjc4MEZwaEdJT2RGMFI0eFdNR0MvNzFkNldkS3FoM2NBRXlIWW53YndrWWpqNitwajZJL3czZjN1cndjVjB6YTVOcURrMlpBREdoZ3pBemxPNWVEMzdmK1o5bG9HcHFwWHJQanp3c2s1Zms4aFZiZG0yQXp0MlptRGNtQlFrTllXQk8yKzdDWDk5ZFE2V3IxcU5tcHBhMURjMDRPRUg3b0ZXcThYc1cyZGg2L2FkK1ByYkh6QityUDJoLzM5ODdKRU9YLyt2Ly9jczNOMWJiL3FlT2F0ak5XNGVIdTU0NE40N1c5MWZmdW8wZmxxNEJBbnhjYmhpcXYxVzdmNzkrdHJkM3RLcDB4WDQ4S1BQQVFBM1hIdU56ZjVQdjVnSHZWNlBHNitiMGFIelVjOWlZRG9QV0hZazE2a0d1Q3RhVEE0ZjF1SEFCS0Rkc0FTWSttRjJkcVp1QmNMY0g4c28xUTZOR091dVVXVVRRZ2NpTmRnMERIaHBRV2FiZ2FrckJ2dEZtKzhYMUorMjJoZmxGV1MrYjIvSkZpSTZvNzZ1SHA5OC9qVzh2THp3NE8vdU1tOVBHamtjZi8yL1oxQlRVNHQzM3Y4UWwweWVoT0hEVEd0bVJrZEY0dkpMcDJENXF0WDRkVVhiU3k3WlhLK2hBV1ZsNWVibFNycVRWcXZGVlhZbXVteDI1Tmh4L0xSd0NTSWl3dG84cmlNYUd4dVJQRG9KbTdac3c1Ly84Z3BTazBmaHlpdW1Jbm5VU0N6NGVURTJiZG1HY1dOU01IRzg3V2c4T3ZjWW1NNERGNFdiM2tEcWpJMVlWYmdiTTJQSElOb3JDRW1CQ2EydUdkY1ZCbW5Fclp2ZjY5Ump4b1VNd0orSFhRdkFOQzNDdnc2dmFPY1IzY2V5MXEyOXVaaTZZb2ovbVRmYi9TM214NHB1Q2t3U1FHRXJJK0ZleS82ZlZiKzBpeU9HNGVaNDA0enVjL1l0eFBIYU12TStENDBiM2syK3krWWNSSzVBbzlWZzZpV1RFUkVlanBCZzYxcm9sTkZKK0duaEVnUUUrT09lTzYyYnpXK2VkUjI4dmIwdzlaTEpXTC9SL2pRbnFpcHhzcUFBaDNPUDRPREJIQnc0ZEJoNStmbVlNRzRzbnYzam8yZGQ5dkpUcDFCWWJGcFBzcmF1cnMxNW9icGJWR1FFL3ZqWXc3aDc5aTFZOHVzS3JGaTFCanZUTXhFWUdJQ0tpa3JFUkVmaGlUODhaSGNtZERyM0dKaDZrSS9XQStFZS9nanpERUNvaHgvQ1BmenhhMEVtU2hxcnpNY004b3RDYkZNelYrYnBZMWhYc2c4elkwMy9UVndmTjdaYkE1T3o4YmRvRnFzMXROLzNvTE1HKzUrcFlkcGZkY0pxWDRLUGFWVFBLVjJOZVVGZndMUVczVytGcHZtMzZvMDZxODd6bHZOa2xUVlcyL1JCbTczbEF3Q3VPNjhUOVY3dTd1NjQvWlpacmU2LzRkcHJNUDJLcWZEeXNwNHlKVGdvc1BYaCswZVA0WlBQdjhHUlk4ZlEwSERtOWUvdTdvN0VZVVB0em9IVVdaV1ZWWGpoNVRkUVVWRUpqVWFEdDkvOUYxNTY0VS93OHZRODYzTjNSbkJ3RUc2L1pSWkNRb0x4MlpmelVGRlJDY0RVaWY3enI3L0ZOZE92UUVKOFhEdG5vWjdHd05RRmJrS0RJSGRmQkh2NG1MNDIzZnI2aHB1UCtiL0U2Mno2SlFIQWtvSU1xKzlueFovcEdMaTJPQnZIYWt1UlUxT0VBYjZSR0JtWWdNSCswYTEyTW5kMXpTTUhHNHg2cTlEU0hSUUlEUENMQUdCcWpyTU1PMUdlZ2VZK1RIa1d0VVNBcVpiT1lEVGl3ckFocU5iWGR5alFqZzhaaUFtaGcvRHV3YVVjbTBpOVZzdXdaS21tcGhiRkphWHdhRnFXQkFDQ2dnS3g3OEJCK1BoNEl6VmxGQktIRGtIaTBDSG8zNjh2dEZyYjk5YTMzbmtmUXVsNFRVeDFUUTFlZU9VTm5Dd294QjIzM1F4ZlgyLzgrK012OE9RenorTyt1MmNqWlhRU0ZEdWR5Q1BEdy9HWFB6K0ZvQTdNSWRXc3VMZ0VnS201ejVKT3A4UCtBNGV3YlVjYU5tL2RnY3FxS3JpN3UrR0dhNjlGUkhnNGZscTRCS3RXcjhPcTFlc3dja1FpWmx3MURhbkpvMWpqNUNBTVRKMXdlZVJJek81N0VmeTA3Zi8zWVM4c0dhV0tDb3YrTU1NQ1lwRWFiSnJOdGJTeHlqdzMwaThuTS9ERVlOUHEyQS8wbjRxbk03L3VkUiswWVI3KzVnazhPenBhc0RQNitvYkRvMmx1cFAxVjFzMXh3d0xPRE5tMUYxYUQzSDN3OE1ETDRLM3h3SnJpdmZqZzBQSldyM050N0JqYzFkZTBWbFp4UXdXKzY4SFoxWW1jeFZmemZzQ3FOZXZnNCswTmpVYUQ4bE9uME5EUWlORkpad2FsQkFVRzRzUDM1aUk2S3JKREFXRm5ldWZXeFZ5eWRBV081K1Zqd3JneHVQRTZVNGZydXJwNmZQUGRmUHh0enR2dzhmRkdUSFEwL1AxOG9kVnFvZFZxb2RGbzRLYlZRbFZWNkEwR0dJMUcwOHpxQmdQMFRWK05CaU11bm53aGdvT0M4TW5uWDhQRHd4MkZSYVltdjlpWWFOVFUxT0tyZVQvZzJQRThIRGwySEFhRHFidUJqNDgzcnB0eEZhNmVmb1Y1VHFtTEw3b0EyM2FrWWY1UGk3QjdUeloyNzhsR1ZHUUUvdmJTODYzT08wVTloNEdwRXhwVlE1dGh5U0NONXFDVWRpb1hCNm9LVU5wWWhkS0dLcFExVnFPOHNkcmNoT09odUZrTjhmL3grQlp6S05wVWVnQzNKbHlBQ004QTlQTU54L1RvWkN4dFVUUGw2c2FFbkZuelNaVVNmWDNDT2p4SlpFZFk5bDlxdWI3ZldJdUpRQTlVMmE3OWQzLy9TK0d0TVMycFlHOFpHMHM3eW5Od1Uvd0VlR25jY1dQOEJPVFdGR043dWYyNVc0aDZpNEVEK21ITHRoMHdHbzNRNncwSUNneEV2NzU5YlBvNHRUY2J0NlVGMzM3UnFWRnkweTYvRkZ1MjdjQmpqenhnM25iOXpLdVJNam9KSzFhdHdaN3MvVGh4OGlUcTZ4c2daY2YvWlZVVUJYOTgvQkhVTnpUZ2RNVnBxS3FFcjY4UHJwbCtoYm1UZWw3K0NSekt5VVZRWUNDU1JpWmk0dml4R0owMDBxYjhRcGltVnBnd2JneTI3VWpEZHovK2hNQUFmNFlsQjJGZzZvVGloZ29VTlZTaXBPbHJjVU1GaWhzcVVkSlFpZUtHU3ZUeENjZkxJMHp0K0w4V1pMWTVEOU9EQTZhYSt5NGRyeTIxV21mT0tGVjhmM3l6dVpicHJuNlRjYURxSkhKcmludncyWjAvZkRRZXVDNTJyUG43ZnI3aGVDZjVMaFEyVkdCTDZVRnNMajF3MXVGcFpHQzgrYjVsRFpPbnhzMjhCbCtEcXJlcGZVb043bTllclBlMHJoWmZIN1ZlN2J5bGd2clQrUER3U2p3MTVHb0lBSThQbm81bk11ZmhaTDN0S3VkRXptalJnbm1kZnN6RThXTXhjZnpZOWcvc2dMbHZ2TnloNDFxV016Z29FSE5mZjhtbXFUQWhQZzRQM0djOVFFTlZwYW4yeUdpQXdXajZKMGxSRkNpS0FrM1QxK2FicGYvOStJM2Rzdnp4Y2ROMENSRVd5N2kwWi96WVZJd2JrNEs2T3Z0cmlsTFBZMkRxaEFOVkJYaDQ1eWRuZlo2YjRpZGdTb1JwbmhLRFZQSCtvV1UyTTIrdkw5bUh5eU5IWWxoQUxOeUVCbjhhTmhOLzN2VWRUdWxxenZyNmp2Uko3bW9BclhmaUR2SHd3NStHempEM1gycGVLQmd3OVMyNklXNGNib2diaDRMNjA5aFNkaEJiU2cvaWFHMHB5aHByek9jdWJERkZRRXNLaEhrcWgycER2VlY0dVNSaXVIa2FoWXhUUjYxRzUvbHB2ZkRRZ0tubTcvK1Rzd3AxN1N4REE1aHFEQk1ENGpBdEtnbGVHbmM4TzJ3R25zbWMxeU1qLzRpbzQ5cnFWMlZKVVVSVDdVLzNMSEhVbWFCa1NRaHhUa2Z4a1RVR3BuUHN1dGl4dURYaEF2UDM4NDV1d0pHYUVydkhmbkJvT2Q1TnVRc2VpaHZDUFB6eHQ2UmI4SmVzSDV3Nk5QMWFZTCtmZ2EvV0U5T2pSMk5tN0JoNGEwd2RQdzFTeGZOWjM4TkRjY1BraUdHWUVEckl2Qy9hS3dnM3hvM0hqWEhqVVZCL0dodEw5Mk5kY1RhS0dpcmJMVU4vdndqNGFFMU5hZ2NzK2lncEVMZzY1c3dFZXBzc0p0OVVJUERzc0JrSWFRcHlhNHV6c2FNVFRXdWY1YTdCRVA5bzlQRUpRN3gzS083cE53VWY1YXpxOE9PSmlNaXhHSmpPRWExUThNQ0FxYmdzY3FSNTIyL0ZlN0RvWkZxcmp5bHFxTUEvRDYzQVUwT3VCbUNxWVhscjFPMzQrNEVsVmgvMHppckV3dzlKZ1FrWUU5SWZxY0g5ckRySzF4dDFtTHQvTVE1VkZ3SUE5bFRtNGFQRHF6QW1wRCttUkNSaWRGQmY4MkxHMFY1QnVEbCtJbTZPbjRnRFZRVllWNUtOVGFVSFdxM0ZHbUhaSEdmUmYybGE5Q2hFZVFZQ01IWEMzMTUySmhEZDAzOEtoamZWU2hVMVZKaHJzenJLSUkxNDcrQ3ZtRHY2RG1pRmdtbFJTY2c2ZlF6YnlnOTM2anhFUk9RWURFem5RS3hYTUI0ZGZDVUcrWjNwd0xpeGRELytmYWp0dGQ4QVUzTk90RmVRdVZZcXhNTVBmeHQ1QzM3TzM0R2ZUMnhIZzdGN2g5dDNOd1VDZ2U0K0NQWHdRN1JYRUtLOWdwRGdFNGIrdmhIbTJocExFc0Myc2tQNDdNaGFsRGRXVyszVFN5TzJsQjNDbHJKRENIRHp4a1hoUXpFbEloRjlmYzVNNXpERVB4cEQvS1B4dS82WFlHZjVFYXdyeVViNnFTTXdTdFY4ekVpTHhZMmJPM1VIdWZ0WTFmejljakxEM0V4NmNmZ3dYQjJkRE1BVWZQNitmd25xN1RURlJYaWVHV1pjcmJlZGVmMVliU25tNTIzRmJVM1hlV2pnWmNnNGZaUk5jMFJFVG9DQnFZZk5pcCtBbStMSFc5V2VyQ2pNd2tjNXF6bzhWY0Q4dkswUUVMZ2x3VFNMdEVZb21CVS9IaGRIRE1OajZWK2N0NkZwUXVnZ1BEMzBHaWhvZjBod3RhRWVXMG9QNFplQ0RLdlpzMXRUcWEvRGtwUHBXSEl5SFgxOXdqQTFjaVFtaFE4MWoyTFVDZzBtaEE3RWhOQ0IrTitKbmViTzJWcWhZR2pUQ0RtRFZKRmJVd3dGQXM4TW5RSGZwc2NXTlZSWU5SMldOOWFnMmxBUFA2MFhQc2xaamR5YVlnUzUrMkJhMUNqVUdocWhVdzBJOWZERHRLaFJBRXpCcnN4aWNsSkxQK1Z0dzlpUS9nano4TWZjL1lzWmxvaUluQVFEVXc5VHBXb09Td2FwNHJQY05WaGV1S3ZUNS9reGJ3c0s2ay9qOTRNdWg0ZmlCcU5VOFhITzZ2TTJMQUhBMXJKRHlLMHV4a0MvU0p0OUtpU08xWlJpVDJVZWRwMDZpdDBWZVRZZDN6dnFhRzBwUHNsZGpTK09yTVA0MElHNFBHb2toZ2ZFUThDMHh0N1ArZHZOeC9iempUQjM2ajVhVXd5ZGFvQUNnVEtMMnF4UGNwYTNIY2tBQUNBQVNVUkJWRmJEWURFYjk1N0tQRHlkTVE4WGhBM0d5aUxUTE4rMWhrYmNFRGZPM0N4b2FhbEY3WlM5NS8yUEEwdlJhTlNqM0luN29oRVI5VFlNVEQzc3AvenRHT0lmZzFBUFA3eC84TmV6R2c2L3NYUS9EbGNYNHFHQmwyRkR5VDZrbmNydHhwTDJqRytQYmNTamc2OUVZZjFwRk5TZnd2SGFNaHl0S2NIUm1wSk9Md1RjSG9NMFlsUHBBV3dxUFlCSXowQmNIcFdFRTNYbHFMRlltUGhRZFNFZVRmc2NGNFFOUVozUjFNZEpoY1M3QjViQ1crT092TG95Wkp3K2FuUHVrc1pLL08vRUR2UDNPdFdBNDdWbDZPc2JEdEYwanVLR1Nxd3Yzb2VmOHJlMVdjNldDLzBTRWRINXp5bm5WNzkydzF5bm12amFTK01PdldxQXdhSWZUVTlUSU15MUh3WnA3SFV6aFhlRmgrSUd2V3JvZEUyWEFKenk1N3Z3b21lYzh2VlByUklBTkRDTmZYZFhWZldRRUNLOG5jY1EyWkJTbGlpS01naUFEb0FlZ0JITytUYlhyV3piRTZqYjFSdDE1elFzQWFZYUQ3MDBRcyt3MUdHTnFyNUx6WUw4K2RKNVJnS1FPcDF1cjZNTFFzNnA2VzlIZ205dlZoaVlpSWhjajZ5dnIyZGdvaTVwK3R0aFdHcUJnWW1JeUhVMDF3ckk3ZHUzZnl1bGJIOHFlaUpydWkxYnRud0RpNzhsQjVmbnZNSEFSRVRrT2lRQUZZQTZiZHEwUStYbDVlODd1a0RrWEVwTFM5KzY2cXFyY3REMGR3UUdKak1HSmlJaTF5QXR2cW9BakxObnozNUhyOWVmLzhOcDZieWcwK24yVHBndzRRT1lPbmxiaGlXR0pqQXdFUkc1a3VZbUZCV0FjY1dLRmZXN2QrOSsyc0ZsSXVkZzNMUnAwK081dWJrNldBY21ocVVtREV4RVJLN0YzQ3dId0pDYW1ybytPVGs1cHJTMHRMbm1nTWlTc2JTMDlGL0p5Y254bDE1NmFTWUFBOWdjWnhjbnJpUWljaDNOSDNBcUxNSlJabWFtREE4UGYyWHg0c1UvSlNjblgrcnY3NS9pN2UyZHJORm9iS2ZoSjVkbk5CcUw2dXJxTXFxcXFqSXlNakorbXpGalJqWk1RYW41eGhvbU94aVlpSWhjaTJWb3N0eW16cGd4WXplQWJKaGFGNFRGalhvUHk5RnZ6Y0c2NVkxaHlRNEdKaUlpMTlQOFlkaDgzN0taemdqcndOU013Y24xV1hiaWJ2azMwZnkxZVR2RFVnc01URVJFcnFuNWc2OTU5UjdGNHZ2bXdBUXdLUFUyTFVkVFdnWW56cjNVQnFjTVRGTEtZaUZFaEtQTFFlU3NwSlRGamk0RG5SUDJhaFRzTmNVeE5QVU9zc1g5bHJlV3g1QUZwd3hNRUdJWGdDc2NYUXdpcDJWNkRWSHYwUEpERW1EdFVtOW5MeHd4S0xYRE9RT1R4QzRJQmlhaUxwTmdZT3A5V240NEN2QkRzamZqNzc2VG5ESXdLWXJ5dWFxcVR3Z0JEMGVYaGNqNVNKMTAwMzdxNkZLUXcvRURrNmdUbkhMaXl2OU5ldXFRQU9ZNHVoeEV6a2hLdkxoNDRoOXpIRjBPSWlKbjRwU0JDUURjUW10Zmw1QUhIVjBPSW1jaUpUSVhYVlQzbHFQTFFVVGtiSncyTUMxSWZFbW5BQTg2dWh4RVRrUENLTFR5WG9pWDFQWVBKaUlpUzA0Ym1BRGdmeGM5dXo3ZjI5OGR3QnVRWENPSnlDNEpvNVI0TTkvSDMydmhCYyt5c3pjUlVSZTR6SkRTNnpiUEhhNGE1RFFoTUY1SzhmL3QzWGQ0VkZYK0J2RDNPelBwRlVRUUJKRU9CZ3laREUwUVFhU3BZRnRSRVVFRkVSRVZXZDMxSjJ0WkZWRldjUVVFMTE0QUZVU2xDRklGNlNTWk5FSkNOWFJDSUVDQWhFeTU1L2ZIRkRMSkpDRlNKcE84bitlNVR5YjNucm41RGsrR2VYUE91ZWQyRnNHMXZxNkp5RmVVd2tFUnRVbURiTmJyc2VUbnJpOXU5WFZOUkVUK3JOb0VKcW81c3JLeUlrNmZQYnRTZ0E3dW5Vck5CZkN3eVdTeStxNHlJaUtxcnZ4NlNJNXFwdGF0VzUrT0NBdnJwWUFWN3AwaTl5dVI1VmxaV1JFK0xJMklpS29wOWpDUjMxSks2WlBNNXE4QlBGeHNYNFlLQ2JtdFkwek1FUitXUmtSRTFReDdtTWh2aVlqZEZCOC9CQ0t2Rk5zWEk0V0ZDUW1wcWExOFdSc1JFVlV2N0dHaWFpRXBLZWxocGRTWEVBa0FBQ2gxU3FmVDlUY2FqUnQ5WEJvUkVWVURERXhVYlpqTjVsczBUWnNQa1NqbnJpS2wwejNRSVM1dXZrOExJeUlpdjhjaE9hbzJqRWJqR2hIcEFxWDJPWGNGaWFiOWtwaVkrSUpQQ3lNaUlyL0hIaWFxZHN4bTg5VjJwUllMWUhMdFU4QVNVZW9oazhsMHlwZTFFUkdSZjJJUEUxVTdScU14VjVTNlJRRUxYZnNFNkE4Z3pXdzJtOHA1S2hFUmtWZnNZYUpxTFRFeDhRVUZUQlFSQXdCQUtTdUFGMHdtMHhUZlZrWkVSUDZFZ1ltcXZZU1VsSTVpdC84RW5MOWRqZ0lXUklTRkRXbmR1dlZwSDVaR1JFUitnb0dKYW9TTWpJemFCZWZPelhRT3pRRUFsRkovd21DNHIwUDc5c20rckkySWlLbytCaWFxVVJMTjVuOHFUWHZMUFVRSFdLRFVoTlB4OFcvM0ZMSDV0RGdpSXFxeUdKaW94a2xPVHI3SnJtbHpVR3lJRGtDcVRtU1kwV2hNOVZWZFJFUlVkVEV3VVkyVW5Kd2NiZE8wcVFJTWNlMVRTdGtnOG01b2NQQWJNVEV4RmwvV1IwUkVWUXNERTlWb0NXWnpmMmphbHlKU3o3VlBLYlZkSi9Kd2ZIeDhraTlySXlLaXFvT0JpV3E4NU9Ua2FMdW1UUVB3Y0xIZEdvQ1A5VHJkK0xpNHVKTStLbzJJaUtvSUJpWWlKMis5VFZEcUdJRC9pNCtQLzF4RWxPK3FJeUlpWDJKZ0lpcW1qTjRtUUNtek1oaWU2dEMrL1JiZlZFWkVSTDdFd0VUa2hkbHM3cVVwTlFOQWkySzdGWlQ2UXFmVC9aL1JhTXoxVlcxRVJIVGxNVEFSbGVGM3BRd1JTVW5QS2VBMUVZa29kdWlrQWw0eEdZMHpSTVR1c3dLSmlPaUtZV0FpcWtCcWFtcGRxOVU2Q1NKRFVmdzlvMVFXZ0ZmajQrTi81UHdtSXFMcWpZR0o2QUlsSlNYRksrQnpBTEhGOXl1bFVnVDRsOGxrK3RWSHBSRVIwV1hHd0VSVUNVb3BTVXBLR2c1Z0lrVHFlQndERWtXcDUwMG0wem9mbFVkVUdmei9ueTZuYXRmcnpqY00wVit3YWVmT1NIMSsvamdvOWJ5SVJCWS9wb0NWZXBHWGpFWmpvcS9xSS9KQ3ZEem1ad0JkRHFyRTE1S1AvUkxmTEVRWElTTWpvM1poWWVFL0FEd0RrVkNQZzBvdFZ6cmRwQTVHNHdyZlZFY0V3RE1jbGR4S3RpRzZHQ1VEVXNtdFpCdS93amNKMFNYZ25CZytIaUpQQWdqeU9LaVVXVVFtR1kzR3VTS2krYVpDcXFHS2h5TmRkbloydTNyMTZ2VTFHQXdkOVhwOVJ4RnA0T1A2cUJwU1NoMnkyKzFiYkRiYjVweWNuR1hYWDM5OU9oeEJTWU5uZVBJckRFeEVsMUJLU3NxMU5ydjlOYVhVWXlKaUtINU1LYlZIZ1Blam9xSStiOUdpUlpHdmFxUWFRd0RvQU9qZWVlZWQwTEZqeDc0U0ZCUTBGb0RleDNWUnpXSXZLaXFhUEc3Y3VEZW1UNTllQkVkb2NnVW52OExBUkhRWnBLYW1OckhZYlA4V3g0cmh1aEtIYzZIVVZBQlRUQ2JUS1IrVVI5V2ZPeXp0MmJNbnJuSGp4ak4xT2wyTGlwNUVkTGxvbXBaNjZOQ2hKeHMxYW1TR240WW1CaWFpeXlnaExhMHByTlp4b3RSalh1WTRGU2lSN3cwNjNjZHhjWEVKUGlxUnFoL1hFSngrMnJScGthTkhqOTRpSWsxOVhSU1JVbXJQYzg4OUZ6ZDE2dFJDQUhiNDJmQWNBeFBSRlpDV2xsYkxhclUrcFpRYUE1SDZwUm80NWpsOWJEQVlac2ZHeHA3MVFZbFVQYmpuS3dFd0ZCUVV2QjhTRWpMYXh6VVJ1UlVXRms0T0RRMGREOEFHUDV2VHhNQkVkQVVsSmlZR0FCZ01rWEVBYml4NVhDbVZMeUl6b2RUSEpwTXAvY3BYU0g3T0ZaYjAyZG5aM1JvM2Jyd2NwWWVFaVh4SjI3ZHZYNS9HalJ1dmhhT1h5VytHNWhpWWlId2t3V3krRFVxTkU2QWZ2THdYRmJBUklqUHExS28xdDBtVEp1ZDhVQ0w1SDUxek14UVZGYzBNREF5OHo5Y0ZFWlZrc1ZobUJRVUZqY0Q1WGlhL3VIcVlnWW5JeDV6em5KNkVVc05FcEo2WEppZWgxSTlLcjU5bGF0OStEZTliUjJWd3oxMENFR0MxV2pjYkRJYTJQcTZKcUJTYnpaWVlFQkJ3Q3dBci9HZ3VFd01UVVJYeHUxS0dTTE41b0FZOElVQWZlQmxLVVVvZGdNaDNlcEZaUnFNeDFRZGxVdFhsbnJzRUlFRFR0SU1sVjZFbnFncVVVdms2bmU1YU9BSlQ4YmxNVlJvREUxRVZ0Q1U5dlpIT2FoMmhOTzF4RVdub3JZMVNLa09BV1ZwUTBNeU83ZHJ0djlJMVVwWGpDa3dCQUFLVVV2aytyb2VvVE00d2IzVnVERXhFZEhHVVVyckVsSlIrWXJlUFZNQWRKUmZEZERjRGtrUmt2aWkxSUQ0K1B1MktGMHBWZ1dzNHpnQWdVQ25GTmI2b3loS1JLQUFXT0hxWVhNTnlWUm9ERTVHZmNONjM3Z0VsOG9BQU42UHNxNSt5b2RRQ0VabWZielQrMFZQRWRpWHJKSjl4ejErQ0l6Q2Q5SEU5UkdVU2tXZzRBbFB4ZVV4VkdnTVRrUjl5M3J2dVFXZDQ2b0t5Mzhzbm9kUmlFWmtmSEJ5OE9DWW01c3lWckpPdUtOY1ZjZ3hNVk9XVkNFeCtjYVVjQXhPUm45dVNudDVJVjFUMGdBTHVGNUdPNVRaV2FobUFaU0t5bkVOMzFRNERFL2tOQmlZaThpbXoyZHpZcnRTOUF0d0R4N0JkZVhaQ3FSVWlza0lwdFpMM3RmTjdERXprTnhpWWlLaktTRXhNcktOMHVvR2kxRDBBZWdNSUtxZTU1cHc0dmtLVVdoRVpHYm0rUllzV1JWZW9WTG8wR0pqSWJ6QXdFVkdWbEpxYUdtYXgyL3VMcHQwTDRIWTRybEFwazFMcUhFVFd1UUtVMFdoTUZwRXEveDlhRGNmQVJINkRnWW1JL0VLQzJkd2ZTalVUcGZvQjZBbVIwSEtmb05RcGlHd1NZS09tMDIySUNBbloxTHAxNjlOWHBscTZRRlUyTUdtYWdrN0hqNXZMU1NtRmdvSkM2SFNDa0pDUU10dHBtb2JDd25NVnRydmMvREV3OGFhTVJEVlFCNk54U1lmNCtHa21rK2xPazhrVUJxWGFRS21uRlRCUEtYVzgxQk1jUFZKOUZmQzZhTnF5TTJmUDVpY21KZTFNU0VyNkpqRXhjWFJDU2txY1VrcC81VjhKVlhVL3pWK0VFVTg5aC8wSERsNzB1ZGFzWFkvcG4zeUJuYnYybE5zdU9UVWRvNTk3RVQvTlgzUkI1NTA4WlFhR2poaU4wMmU4WDBTNk9TRUpRMGVNeG9aTld6ejJiOSt4Q3c4TmV3SS9ML2kxekhOdjJwSUlpOFZ5UVhVQXdKdnZ2SWZKVTZhN3Y4L2N2Z09hVnZFVjk0bm1GQXgrZENRKy9mTGJjdHZOWDdRRWd4OGRpYTluL1hEQk5aR0R0MFh3aUtpR01abE1XUUN5QUV4WFNrbEtTa3FzWGFsYm9XbTNLcUM3aUVSNGVWcHpBWnBENUJHeDI1R1VsRlNRa0pTVUtFcHRCTEFwSUNCZ1EyeHM3TkVyKzBxb3FqbDJQQS9IOC9MdzhXZGZZY0xyNHkvcVhNdFhya1o2UmlaaTI3VkZpK1pOQVFDRmhZWElQMzBHOWVwZTdXNVhVRkNJZzRjTzQrU3BDMXZzL096WnN6aDFLaCtxakdCaXNWaHc2bFErTEJhcngzNjdaa2RCUVNHc1Zxdlg1eTM0OVRkOC90Vk1kTzNTQ1M4K1B3WWlGZmV5cFcvTlJHUkVPQUFnSlRVZHIwK1loSll0bW1Ic21GRm9VUCthTXA4M2Y5RVNBRUN2SHQzTGJLTnBDa3VXcmdBQTNObS9UNFcxa0NjR0ppTHk0THk1YjRwem02eVUwcG5ONXJZQU9tbEFaeWpWU1VUYW9HUVB0VWlvQU4waDBoMEFyRFliRXBPU0Rpa2dEVUM2RGtnVGtYUk4wN2FaVENidm56QlU3UXdlZEI5Vy83RU9Xek15c1c3REpuUzdxZk5mT2s5Ky9tbGtaR1loSkNRRUhlTGozUHNUa3BMeC9vZlQwYi92YlJnMTR0RkxWZllsMGVQbXJ2aDUvaUtzMzdnWjF6VnFpQWZ2djZkU3oyL1pvamx1NnR3UjZ6ZHV4dGdYeDJQVUU0L2kxbHRLWC95YXNTMEw2VnUzQVFBV0x2NE5DeGN2TGRXbWE1ZU9zTnMxNUJ6TlJWQlFFR1orTjdmTW4zdmYzUVBjZ1pUT1kyQWlvbkk1SjN1bk9iZFBBY2NrY3B2TjFra3AxVW1KdUVKVVBTOVBieUJBQXdEOUZCenpMQlJnUzBoTTNBNlJkRkVxVFVUU2xWSnBKcE5wMzVWN1ZYU2xoSWVINGI2N0IyRE4yZzBJdllnNU01dTJKRUxURkxwMjZZakF3QUQzL3ZTTVRBQkF5eGJOTHJwV2w5T256MkRvaUtmYzN5dG54OU4vcDMyTUR6LzZ1RlQ3MlQvTXczZHo1cm0vYjlPNkZkNys5NzhRR1JtQmNjK094aXR2VE1SM2MrYWhSZk9taUkrTHZlQTZRa05EOEk5eHoyRGg0cGI0NHV1Wk9IYXM5R2k1cGlsODl0Vk1BRUJRVUJETUtlbGV6OVdvWVFPc1hiL0ovYjA1cGV4bDJIcjFMTHVYcWlaallDS2lTb3VOalQwTFlKVnpBK0JZQTBvcFZUeEVHVVVrdU9Sem5mZkRpd0VRQTVFSGxXTW5FaElUVDBNa1M1VEtCSkNwOVByTUFKSE0yTmpZM1NKaXYwSXZqUzdRMHVXcjhQblhzeTZvclZJYUFNRTc3MCs1b1BhZnovZ1FFYzVoS2ZmUFcvRTdBS0JmNzE0ZSs4MHBhZERwQkIyTWNhaU0xUFFNSkNXbkFvQjdmdFhzT2ZNUUdCaUl0bTFhNDZiT25keHRjNDhkdy9ZZHU5Q2llVFBVdmJxT2UzLys2ZE5JUzgvQWRZMGFvbEhEYTkzN0cxNWIzLzI0WGRzYjhMZDdCbUx1VC9QeC9vY2ZZZXJrZDNCVjdkcVZxblhBN1gzUnBuVkxOR3R5ZmFsajgzNVpnRDEvWnNNVTN4NnZ2UFFDRXMwcFdMUjRLY2IvY3h3Q0FzNEh5em56NXVQd2tSeDA3ZElKL3hqM0RQYnUyNDhwMHovRlV5TWZRL09tVFNwVlQwM0Z3RVJFbDRUUmFOd0xZQytBT1FDZ2xOS2J6ZWFXQU5vcHBkb0JhQWVnTFVTYXdzc1Z1czU1VWgwZzBnRUFSTk5nQTVCa05sc1NFaE4zQ3VBSVVqcGRwa0VrczdCT25lMDNOV3BVZUlWZUhwVVFIaDZPeG8wYWV1emJzV3MzOUhxOTF3LzJrczRXRk9EZ29jTUlEUTFCd3dZTlBJN3A5SjZqdlh1eTkyTFg3ajI0cmxGRGo2R2lIVHQzNGRpeDR3Z0xEY1czMzgxeDd6K1M0NWc2bDVxMkZkTS8rYUxVejM3NHdiOWgrNDZkbUw5d3NjZCsxL3lleUlnSXZQajhHUGYrdGVzM1l2dU9YYmlqWDIvMDZON1Z2WDliMW5ha3BXZWcyMDJkTU9pK3U4dDhyUThOdWhkWk8zYkNaR3lQMnJWcUlTazVGYXRXci9YYTFtcTE0bFQrYWZ6bmcybGVqNGVGaFdMMHlNY0JPQ2FFei81aEhzSkNRL0gweU9FQWdHUEhqeU01TlIxVFozeUdjYzg2ZXNrT0hqcU1PZk4rUVdCZ0FCNGJPaGdBVUZCWWlPeTkrL0RxR3hNeDhZMVgwUGk2Um1YV1R3NE1URVIwV1RoN2hUS2RtL3ZUYk1QKy9TRUJ4NCszZzZhMWhUTklpU05NMVMzalZJRWk0dWlSQWlCS3dhNFVBbzhlVllsSlNia0E5a09wL1Vya0FJRDlvdFFCRWRsdk1CZ09XSzNXQTV3dmRYbDA3ZElSWGJ0NDNvbm51UmRleHQ1OSsvSGErSDhnUER5czNPY3ZXcklNbjM3eERYcjE2STRSanoxU2JsdFhrSW1POWx3KzdJOTFHd0U0d3RmUzVhdEtQUzk3N3o1azd5MDkwbnZQd0R0dzcxMERNT0NPZmdDQVNlOVBnVGtsRFo5Ty95OGlJc0lSWUFnbzlaeUxvZGZyOGVhci8rZWU5SDN3MEdHczI3Q3B6UFlXaTZYTTQxRlJrUmc5OG5FY1BIUVlFOTZaREUzVDhOVEl4MUM3ZGkwQWpoNjR0UFJ0V0xOMlBlSmkyK0htcnAzeDNuOC9ndFZxeGRDSEg4RFZkYTRDQUxScDFSSlBqeHFPRDZmOUQ1OTg4YzFGVDhpdkNSaVlpT2lLY3ZZS2JYRnVidW5wNmZYT1dhM3RkRXExMVJ3QnFwMG9GVlBPR2xFQ1I4aXFDNUY0ZDVlVkNCUWNrODZkUTMwNUluTEFGYXBFcVlNaWtxUHBkRGs2VGNzeEdBdzVzYkd4Qnk3VHk2MVJibXg3QTdMMzdrTjZSaWE2ZERLVjJ6WmpXeFlBeDVCVmVZN241WG50alNrcUtzS3ExV3NSR0JpQS8wMzdBQ0VoNTBkL04yOUp3Z2RUWitETy9uMHdaUENnVXM4TkRncUNpTUJnY0t5RW9kUHAzUHREZ2t1Tkl1TzZSZzF4LzcxM2xlcUZ1YnBPSGR4LzcxMjRvVTJyY2w4REFJOHI1TzdzMzZmVTBDS2c4SzkvdjQzdE8zYWhUcDJyTU9QRDk4bzRqK1Byd1VPSFVYaXVFQThOdWhjM2QrMENBTmk2TFJOemZ2d0ZReDkrQUEydmJZRHUzYnBnLzRHRHlNazVpcGcyclhEUHdEczl6dFc5YXhlY09YTVdQYnQzcTdCK1ltQWlvaXFpWGJ0Mk9RQnlBS3dvdmo4MU5iV2h6V1pyQXFDNUJqUVRwWnBDcElsU3FvV0lYRlhSZVoyVDBldTVRNVV6VUltbXVZTlZZbElTQUp5QVVqa0Fqa0RrS0pUS1VTSTVvbFNPTTJEbGlkMmVyOWZyVDF1Q2cwOTNhdE9tOUF6Y0dpNzJ4clpZOE90dlNFbE5MemN3YVpwQ3hyWXNpQWhpMnJRdTk1enpmbDRJbTgxV2F2K3ExV3R4dHFBQXQ5NXlNMnJYaXZZNDVwcTdvemNZdkFhZ0M1R1p0UU1idHlSNjdQdjlqM1g0L1kvU2JiY2tKbU5MWWpJQTRJYldMZEc1b3dsL1p1L0R0c3dzajNaOWU5OEtnOEVBblU2SHdFRFBZY2RsSzM3SDloMjdBRGorRWlnK3NkMmJqaVlqL2pQeERUUzl2akVBNStUdkw3L0ZuOW43WUxYWk1QaUIrd0FBMXplK0R1OU9lQTNCd2NHbEZnLzladlljekYrNEdIV3Zyb1BPSGNzUHVNVEFSRVJWbkxQMzV3Q0FVdDBNR1JrWjRRVldhd3RvV2pNbzFSU09RTlVFSWcwQlhBT2dWaVYrVkMySTFBTGcrQVFYUWNtQUJSSFlOUTM2Z2dKWHlBS1VPcWFBZkJFNURhVk9BOGhYSXFmRitWaEU4cFZTUlFBS1JhUlFFemtubWxZb0l1ZEVwTUF1Y2s2bmFlZEVwTkJ1TUp3VGk2VlFyOWNYUmtkSG4ydlNwTW01di9ydjVndHhzZTFRdTFZMDFxemJnRWNmZWJETWxhUVR6Y2s0bForUHVOaDI1UTdkSGMwOWhtVXJWOE5nTUhpRUpxdlZpaDkvWGdBQTZOdm4xa3Y3SXVBSUgzdit6QzQxeCtsQ1dDMFdkTzVvUW5yR05uenV2SHJOcFVmM2JqQVlTbi9zSHMvTHcxY3p2ME90NkdqMzRwbXpmNWlIcmwwNmxqdTN5QldXQUdEcDhwWDRNM3NmZXQ3U0RXMWF0ZlJvVjN4Q092MTFERXhFNUxkaVltTE9BRWgyYmw0bEp5ZGZyMm5hTlFEcUs2WHFRNmVyQjAxckFLQStnUG9RdVFhT3BRLytHcEU2QXRSeFBuWjhLZlpZbFhnc1NybERtRklLNGxocXdmSFlhbldIc3VONWVlZERtY01aQURZb1pWT0FEWUJOUkd4d1BMWnFkcnZOcnBUTlpyWGFpNHFLZkhLYkNiMWVqNzY5YjhWM2MzN0N5dFZyeTF3Y2NjbXlsUUNBZm4xS0RrdDUrdlRMYjJDMVduSFhnTnM5d3N1ZVAvY2k3OFFKeE56UUdxMWJ0cmhrOWE5WnR3RWJObTVCbjl0NnV2ZU5HVFVDM2JxZVh6dktuSnlHU1pPbllOaVFCOUcvNzIwZU5iMzg2cHZ1N3p0MWlFZjlheHdyYlh3OTgvc3lWenJYTkEzdmZmQVJ6cDR0d05Qamh1UERqejdCaVpPbk1QZW5YekIvMFdMOC9kbW4wYkdEc2R5NmM0OGR4OWN6djBkQVFBQ0dEWGtRMzg2ZWc5eGp4eXA4dmJ2M1pBTndMTEJaZkJYek8vcjFRYXVXelN0OGZrM0R3RVJFMVZwY1hGdzJnT3lLMnFXbnA5ZXoyV3oxTlUycnJaUzZ5bm12cTJpbFZJUVNxUzFBTkpTS1ZrQTBIRnVVczAxNCtXZStaQncveDlYelZaSUlSQ25IM0J5OTcrNVMwK2UyV3pIdmw0V1k5OHRDM0hyTHpRZ045ZXhsMnJYblR5U25wT0dxMnJYUjBWUjJFRENucEdGTGdoa042bCtEL24xNmVRU21WaTJiNDVXWFhrQlFVTkJGMWFwcEd0TFNNM0RvOEJFQXdHZk8yNHIwdnEySHUwMUFRSURIc0o1cnFNeFFZcmd2cU1RUVdyMjZWN3RYSDUvMzg4SXlhNWoxL1Z4c3k5b09rN0U5dW5icGhBOC8rZ1Mxb3FNd2N2Z3cvT2VEYVpnd2FUSWVHVHdJZjd0bllCbXZRV0hLOUU5UWVPNGNvcUlpVVNzNkdvbm1GSytUM2N2aW1rL20waUUram9ISkN3WW1JaUo0ektHcXRNMlptVmZwejU2TkJoQ2w5UHBJbmFaRmFDTGhvbWxoQU1LVVNMZ29GUXdnU29tRUFRZ1RwY0xkeDRBd0tCV21nSEFScWR3aVBWVk03VnJSK05zOUF6SDdoM240WnRiM0dQWEVZKzVqbXFaaCt2OCtoMUlLUXg5K3dEM1oyaHU5TS9TTmV1SXg2TDIwTTFaaUFVaHZGaTVlaXJuejV1TlUvdm5icC9UcTJSMzlldCtLbGkyYTQ5Y2x5eTdxL0JmaTl6WHI4T1BQQ3hFVkZZbG5ubnJDNDFoSGt4RVQvajBlYjA1OEQ5L09ub01EQnc5aHpLZ24zQlBWWFdiLzhDUFMwak04OXYzbjdkZGgxeXJ1Wkp3NWV3NFdMVm1HRjhZK0RWT3gxZE1EQXk3dFZZTFZCUU1URWRGRmNrNEF2K1NUd0RmczN4OFNsWit2dDFnc0JydmRiZ2dLQ3RMYjdYYURwbWtHdThHZ0Q5QTBnK2JZOU9kc3RnRDd1WE9CSjA2Y0NEcHo1a3d3Z044dWRUMFg2dDY3N3NTcTFXdXhaTmxLbUl4eE1NVzNCd0Q4K1BNQzdONlRqWmcyclR6V00vTG14clkzWU5pUUJ4SGJMZ1pIaitaNkhOdTRPUUdyMW5oZnh3Z0E4dkpPQWdDMkpDVGg4SkVqcFk2SGhvUWdMRFFVcC9MejBieFpVNXc1Y3daSGNvN2kwU0VQSVRMUzIyMFRMNzNVdEsyWU91TlRpQWpHamhsVmFza0VBR2padkJrbVRYZ2RyNy8xTG41ZnN3NTVlU2Z3MGd0ajNiMTI2elpzd3R5ZjVpTXFLaElGQmVlWEpBc01EQVFBckZxekZrdCtXNEUzWDNzWndjR2xlK1AwenZsVUpYdlJ5RHNHSmlLaUtxcVNDM1BxbkZzQWdNQkhIaWwvYmFQTEtTQWdBTStOZVJML2V2MXR2RHQ1Q2lhOC9qSU9IRHFNV2QvL2lKQ1FFSXgrY25pRjV4QVIzSHZYblY2UEhUMmFpOVMwREsvSEFFZFBGdUNZTko1MzRtU3A0NUVSNGZqNzJLZHhXNjhlYUhwOVk3dzU4VDMzWXBjbC9iRnVBL1prNzNWL24rTnN0eVVoQ2NlTzU3bjNueng1cXNMWDVKS3hMUXR2LytjRDJPMTJEQnZ5SUl6dGJ5eXpiZjFyNm1IaW02L2kxVGNtSWpVOUF5Kzk4Z1plZmZsRjdOdTNIeDlNblFHZFRvZC9qbnNXYjczN2Zxbm5KcGxUc1dQWGJuejIxYmNZTTJyRUJkZEgzakV3RVJIUkpYZEQ2MVlZT1h3b1puenlKVjZmTUFtRmhlY2NIKzUvZnhZTnIvM3JjK3dCNEs0QnQrT3VBYmVYZVh6OXhpMllOSGtLN3J5OUx4NTNybXo5VjZXbVoyQnJzVGsrcmpDV3VYMEhkdXphNDk3dnVQM0xCWnd2YlN2ZWVuY3lMQllMYnV0NVM1bWhzTGphdGFJeDRkL2o4ZHFiNytEUDdIMUlTVXVIMVdLRnpXYkhxQkdQSXVZRzcwc3pqQncrRktucFc3Rjg1V3AwN21CeTkvVFJYOFBBUkVSRWwwV3ZIdDJ4K0xjVjJMdHZQd0RnNXE1ZEVCZmJ6c2RWVmM0elR6M2hNWHlZa0pTTXQ5NTVIOE9HUElTQnpwWENBV0RYN2ozNCswdXZWbmkrQTRjT3cyYXo0cWJPSGZIMHFJcDcybHlpSWlQeDFtdmpzV0h6RnR6Vzh4YlliRGJZYkRhUEsvVzhQZWZ4WVEvancybi93NHhQdjhDMG1Fa2NlcnNJREV4RVJIVEpwVy9kaGhtZmZvbURodzVEcjlmRGJyZGo3ZnFOT0hueUpJWS8rZ2lhWEgrZHIwdjBpVHY2OVVhTFprM1F0RW1UY2llOWV4TWVIb1krdlJ4TEhoZ01CdmV0WGNyVHMzczNMRjIyQ25rblR5SXY3d1N1YlZDL3d1ZVFkd3hNUkVSMHlhUm5aT0tIdVQ4aFBTTVRnR1BpOHRoblJtSGYvb1A0NkgrZklUMGpFMk5mZkJuR3VGamNmV2QvdEdzYlUyb0Y2dXFrcUtnSUowODU1amU1aHZOYXRyaHlsK3lMQ0o1LzlpbEVSa1NVV3VLQktvZUJpWWlJTHNyWmdnS3MvbU05bGk1ZjVSNStxeFVkalFjSDNZTSt2WHBDcDlQaDJnYjFFZE9tRmI2Zit4TitXNzRLNXVSVW1KTlRVZWVxMnVqUnZTdTYzdFRaWStYcTZxQ2dvQkJ2VG53UGg0ODRWcXVZOXZGbmVQSDVaMG90RFZCY2NIQVFnaS94c05rMTljcTZyelZWQmdNVEVSRlYydG1DQW14Sk1HUERwaTB3cDZTNWIxMVN1M1l0RExpOUwrN28xN3ZVd3BLUmtSRVlPWHdZQnR6UkR6L05YNFRWZjZ6RHNlTjUrUEhuaGZqeDU0V29YYnNXVE1iMmVIem80REp2cTNLcEZCWVdJaWdvR0JhTHhSMW92TjIyNUwvVFBzYUhIMzNzL2w0cHg5Y3Z2cDZGTDcrWlZlYjV6NTR0d0d0dnZZT2R1L2FnNXkzZEVCa1ppZmtMRitQNWY0ekhJNE1Id2RnKzFtdHcrdWF6NlJmNXlpN2NFZWZyRHIzTS85YlZCUU1URVJGVldtYldEdngzMnZrZzBiSjVNOXplcnpkdTd0cWwzQjRVd0hHcC9OTlBEc2NqRHczQ2I4dFhZZVh2YTNBazV5ank4azRnTWlMOHNvY2xBUGo4NjFsWXZuSTFSQVJLS2RTcmU3WFhJYXYyTjdhOW9LdjZUcDdLeDlyMUc5M2ZML2gxQ1hidTJvT1lHMXBqektnbjNQT1ZGaXhhZ2dudlRrWkljRERxWDFNUDBkRlIwT2wxME9sMEtMNkd1NEtDcG1uUU5NZFh1OTBPbTgwR3U4Mk9KazBhWS9USXh5djFlb3VLaXZEb3lERUlDdzFGeFQ5dENBQUFCQU5KUkVGVWVIZ1k3SFlOKy9ZZlFFQkFRTG4zcTZQekdKaUlpS2pTVE1iMmVHVHdJSnc2bFkvZXZYcmd1a1lOSzMyT3lNZ0lETHJ2TGd5Njd5NWtaRzdIMW94dHVQL2V1eTlEdGFXMWF0RWNHZHV5SUNLb1YvZHFESDdnYjE3YjllamVyY0pGTmdISFZYTEZBMVBmM3Izd3g3cU4rT2ZmbjNVSHlNZUhEa2FQN2wyeDZ2Yy9rTEV0QzhmeThwQzliNzk3YnRPRkduQkgzMHExQjRDZ29DQkVoSWZqYU80eDVCNXpyTEZhcDg1VkdEcDRFS0tpSWl0OXZwcW8rczYwSXlLcVdUd1dybFJLbFY2eDBVOHBwV0MxMnFEVDZTcnN2YXBLQ2dvS0wzaWl0ZDF1aDZacFVFbzVOOGM5bTBVRUlnS2R6dGtMSmQ0L3RnOGRQZ0lSY2Qvd3R5S2Fwbnc2MmQ1NUgwWUxBQ3NBemJsVmFReE1SRVRWUTdVTlRGVDkrR05ncXR3aUVFUkVSRVExRUFNVEVSRVJVUVVZbUlpSWlJZ3F3TUJFUkVSRVZBRUdKaUlpSXFJS01EQVJFUkVSVllDQmlZaW9lbEFlM3loMTFGZUZFSlhIeSsrbTh0cXdpbUZnSWlLcVhoUUFaYkZZdHZxNkVDSnZuTCtiQ240U2xGd1ltSWlJcWg5VldGakl3RVJWa3ZOMzA2L0NFc0RBUkVSVW5iaithbGViTjIrZXBaU3krTG9nb2hJc0d6WnMrQmJGZmxkOVhNOEY0NjFSaUlpcUIzRnVlamh2ajVLYm16dStUcDA2TC9pMkxLTHpjbk56MzZwYnQrNzdPSDliRkR2OEpEaXhoNG1JcUhwUXhiNXFBT3hEaGd5WmJMVmFkL3V3SmlJM2k4V3l0VXVYTGxQaENFa2FQSDlucXp3R0ppS2k2c1AxbDdvR3dMNTA2ZExDdExRMDlqQlJWV0JmdDI3ZGM3dDM3N2JBTXpENVJWZ0NHSmlJaUtvYlYyRFNBTmhNSnRNYW85RjRiVzV1cnVzdmU2SXJ5WjZibS91UjBXaThybGV2WHNrQWJEai8rK2szWVFuZ0hDWWlvdXFtK0Z3bVBRQ0RhMXV3WUVHTTBXanNGUmtaR1I4YUdtclU2L1hYK0xKUXFwN3NkdnVSZ29JQ2MzNSt2dGxzTnE4WU9IQmdCaHhCeWJYWjRVZHpsMXdZbUlpSXFoK0JZd1JCaC9QQnFmaW13L2xneGM4QnVwU0tYLzJtNFh3NEtyNzVaUStUd2RjRkVCSFJKZWY2c0hJOUxqNU1aNGRuWUhKaGNLS0xvVW84THZrNzUvcnEydTlYWVFuZ0c0U0lxRG9yM292azZuR1NZbDhCZmc3UXBWWHlhczNpd2NudjFsNHFqbThVSXFMcXJYZ3dLcm1WYkVOME1iejFNcFVNU1g0WmxnQytTWWlJYWdwdkFZbWZBWFE1ZUF0SGZodVVYUGhtSVNLcW1mai9QMTFPZmgrU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XF2djhIUnRwVjZDeGkycmNBQUFBQVNVVk9SSzVDWUlJPSIsCgkiVGhlbWUiIDogIiIsCgkiVHlwZSIgOiAibWluZCIsCgkiVmVyc2lvbiIgOiAiIgp9Cg=="/>
    </extobj>
    <extobj name="C9F754DE-2CAD-44b6-B708-469DEB6407EB-3">
      <extobjdata type="C9F754DE-2CAD-44b6-B708-469DEB6407EB" data="ewoJIkZpbGVJZCIgOiAiMzIwMTQzOTgwNjE1IiwKCSJHcm91cElkIiA6ICI0Mzg4NTUzOTgiLAoJIkltYWdlIiA6ICJpVkJPUncwS0dnb0FBQUFOU1VoRVVnQUFBb1VBQUFHekNBWUFBQUJaNG0zNUFBQUFBWE5TUjBJQXJzNGM2UUFBSUFCSlJFRlVlSnpzM1hkNFcvV2hQdkQzREczdkhkdnh5dDREd2l3amhJUlJSdG0wekpaT2VudTdvYjJVMHNHOWxCK1UzazU2dTRDMnRKUk4yS01RU0FJa2hPeTlIRzliM3BabHJUTitmOGc2a1d4NVJzT3kzOC96NkxITzBORlg4bnIxbllMWDU5VkJSRVJFUkZPYW1Pd0NFQkVSRVZIeU1SUVNFUkVSRVVNaEVSRVJFVEVVRWhFUkVSRVlDb21JaUlnSURJVkVSRVJFQklaQ0lpSWlJZ0pESVJFUkVSR0JvWkNJaUlpSXdGQklSRVJFUkdBb0pDSWlJaUl3RkJJUkVSRVJHQXFKaUlpSUNBeUZSRVJFUkFTR1FpSWlJaUlDUXlFUkVSRVJnYUdRaUlpSWlNQlFTRVJFUkVSZ0tDUWlJaUlpTUJRU0VSRVJFUmdLaVlpSWlBZ01oVVJFUkVRRWhrSWlJaUlpQWtNaEVSRVJFWUdoa0lpSWlJakFVRWhFUkVSRVlDZ2tJaUlpSWpBVUVoRVJFUkVZQ29tSWlJZ0lESVZFUkVSRUJJWkNJaUlpSWdKRElSRVJFUkdCb1pDSWlJaUl3RkJJUkVSRVJHQW9KQ0lpSWlJd0ZCSVJFUkVSR0FxSmlJaUlDQXlGUkVSRVJBU0dRaUlpSWlJQ1F5RVJFUkVSZ2FHUWlJaUlpQURJeVM0QUVSSFJaS2ZyZXJLTE1HRUpncERzSWxBL2hrSWlJcUlZQ3crQm9mc01ob01KZ2dCZDF5T0NJVU5pOGpBVUVoRVJ4VWg0QUJ4NEczak9WRFl3QkliZm9wMURpY0ZRU0VSRUZBUGhBVkRUTkFnUUlNa1NSRUdFTE1zUVJYYmpIMGpUTkNpS0FrM1hvQ29xTkdnUUJNRjRyeGdNRTB2dytyejh5RUpFUkhRQ1FrRXdkRE9iemJCYXJNa3VWc3J4ZXIzd0Ivd1FSZEc0TVJnbURrTWhFUkhSQ1FnUGhBQmdzOW9nU1ZLU1M1VzZGRldCMStzRkFBYkRCR05kTmhFUjBUaUZOeGRybWdhN3pjNUFlSUprU1liZFpvZXFxdEEwYlZDZlRJb2Zoa0lpSXFKeENBK0VxcXJDYkRLejMyQ01pS0lJczluTVlKaGcvT2tsSWlJYXAxQW9GRVVSVml2N0VNYVN6V3FES0lwR0tLVDRZeWdrSWlJYWgvQ2FRclBabk96aVRFcG1rNWsxaFFuRVVFaEVSRFJHNGZNUmFwb0dTV1Evd25nWVdGUElZQmhmRElWRVJFVGpFRDdBaElOTDRrT1daZU05WmlDTVA0WkNJaUtpY1FvMWEzTEtsUGdJTFlQSFFKZ1lESVZFUkVUandDYk54T0Q3bkRnTWhVUkVST1BFV3F6NDQzdWNPQXlGUkVSRVk4U1FraHg4MytPTG9aQ0lpSWlJR0FxSmlJaUlpS0dRaUlpSWlNQlFTRVJFUkVSZ0tDUWlJaUlpTUJRU0VSRVJFUmdLaVlpSWlBZ01oVVJFUkVRRWhrSWlJcUtVNGU3cnc3dnJOK0x4SjU1T2RsRm9FbUlvSkNJaVNoRXZ2L29HSHZyVncvaDQyL1prRjRVbUlZWkNJaUlpSW1Jb0pDSWlJaUpBOFBxOFhGMmFpSWhvRERSTmc2WnBDQVFDOFB2OUtNZ3ZpT3Z6L2ZTK0I3Rmw2OUJOeGs4OS9nak1acE94N2VydHhTdXZ2WW1QUHQ2R3hzWm1lSDArWktTblkvYXNHVmh6L2txY3ZIenBvR3NjUG5JVTMvN2VEd0VBai83eE54QWc0S2xuWDhEbWo3ZWhvNk1URHJzZEMrYlB4VFZYWFk2cWl2TFl2OGdoT0Z1ZE1Kdk5NSmxNRUVVUm9zajZySGlSazEwQUlpSWlHbDVPZGphS0NndlE2M2FqdDljTldaYVJsNXRqSEJkRndiaS9lKzgrL096Qlg4TGw2Z1VBT0J4MlpHVm1vck9yQzVzKytoaWJQdm9ZNTUxekZyNTIreGVHREZnTmpVMTQ4QmUvUldkWEY3S3lNbUczMjlEZDA0UDNQOXlNelZzK3hwM2YranBPV2JFOHZpK2FFbzQxaFVSRVJHT1U2SnJDa0NlZmVSNlBQL0UwWmxSVjRLSDc3eDEwdktHeENkKys4MjU0dkY3TW1UMFRYN3J0VnN5b3FnQUE5UFY1c1BibDEvREVVODlDMTNWY2QvVVYrTXgxVnhtUERhOHB6TW5KUmtYWmRIenh0bHN3cmFnUUFIRGs2REg4NHRjUG82NitBWGE3RFEvLzhrRmtaV1hHL1RXenBqQnhXRk5JUkVTVGlxWnFVRFhWK0txb0tqUk5nNm9HOTJtYUNoMkFydXVBcmdNUUFGMkhEaGhmUThlQ3RTYkg5d2s2b0FQUVZCVnFmeWdNSkRBVWp1UnYvL2dYUEY0dlNvcW40YWMvL0Q0c0ZvdHh6RzYzNGZwcnJvQ3FLbmp5bVJmdzNOcVhjZW5GRnlBOVBXM1FkWEt5cy9HRDczMGJraVFaKzJaVVZlQjczL2s2dnZhdE85SFg1OEViLzM0SDExNzFxWVM4TGtvTWhrSWlJcHB3QW9FQUZFVUpCcnF3a0tjb2dRR2hMeGoyMVA3Z3AybGFRc29YZWk1RlVhQUVBZ2w1enBGNHZGNXMzcklOQUhEMWxaZEZCTUp3bDE5eU1aNStiaTM4ZmorMjc5eUZzODQ4ZmRBNVYxOXhhVVFnRENrdEtjYkp5NWRoODVhdDJMbHJEMFBoSk1OUVNFUkVjYWRxR3BSQUFJcXFRZzBvQ0tqQk1LVW9LbFJGUVVCUm9DaUtFZTVvN0dwcTY2Q3FLZ0JnNGZ4NVE1NlhsdWJBdEtJaU5EUTJvYTYrTWVvNVZaVVZRejYrdEtRWW03ZHNSV3RiKzRrVm1DWWNoa0lpSWhvM1ZWVVI4QWZnNzI5RzlRWDh3WnE3UUxDV0x4QUlHRUVsVVVMOXppUkpnaWlLa0NVSm9pUkNFaVZJc2dSUkVBRkJnQUFZWHdWQmdDNWcwRDRJQWdSOThIbTZwa0hUOWY1Z3F5VDA5UTJsdDlkdDNJL1dKQnpPWWJjREFEd2VUOVRqNFNPWkI3TGJiUUNROE84cnhSOURJUkVSRFVsUlZRVDhmaVA0K1gyK1lBRHNENEdhSHAreGlySWtRVGFaZ3NFdUZPZ2tFYklrQjdjbENhSWtRWllrU09MeGMwUXBNWU1RQmc0MG1RaHNWcXR4MyszdWk5Z2V5TjNYQnlCWWF4ak5jTi9XenM0dUFFQkdSdm80U2trVEdVTWhFZEVVcGloS2Y3RHByK256KzQyZ0V3Z0VnZ011WWlCVWN5ZkxNa3l5REVtV0ljdkI0R2VTWkVnbStYZ1E1T2pTY1psZVdtTGMzN3R2UDg3K3hCbFJ6K3Z0ZGFPcHVSa0FNS09xTXVvNXp0Wlc1R1JuUlQyMmUrLytZUjlMcVl1aGtJaG9DbEFVQlY2dkZ6NmZINTYrUG5qOVB2aTh2aE1PZllJZ3dHd3l3ZFEvWllqWmJJWXNTNURDd3AvWk5IUlRKSTJOeFd3R0FMakNtb3BETWpMU3NXVFJBdXpZdFFkUFBic1dwNTJ5SW1vejhJdXZ2QVpOMDVHZGxZWEZDeGRFZlo0WFgzNGRjMmZQR3JUL280KzNvYWEyRGdCdzFobW5uY2hMb1FtSW9aQ0lhQkxSTkEwK253OWVyeGRlanpmNDFldUZPczdCRzVJa3dXUXlCUU5mZitnem1jMzlRZEFVZFlRcXhVOUJRWERxRzZlekZUdDI3Y0dTUlF2UTIrdUczVzZIS0FxNDVjWlA0NDY3Zm9UYXVucjg4S2YzNFl1MzNXS3NQdExYNThGTHI3NkJmejM5UEFEZ3RsdHZITEx2NEliM1AwUjZlaHB1dlA0YXBLVTVvR2thM3Y5d00zN3orejhEQUpZdVdZVEZpNklIU2twZG5MeWFpQ2dGNlFEOFBoKzhYaDg4WGc5ODNtQVFESXh4ZWhSSmttQXltNHphUG5NbzhQVUhRRTRVSEYyeUpxLzIrLzM0OHRlK2cvYU9EZ0JBZGxZV1hMMHUvUE94UHhrQmIvTkhXL0h6WC8wV1hxOFBBSkNlbGdhTHhZeU96aTVvbWdaUkZIRGJyVGZoa292V1JGdzdmUExxbXo1ekxmNzJqeWNoaWlKeWNyTFIyOXRyWEsraXZBdy8rZUgza0ptUmtaRFh6TW1yRTRjMWhVUkVLU0FRQ01EVDUwRnZueHVlUGcrOFh1K1ltbjVGU1lUVllvWFZhb1hWWm9YTmFvWEZZdUUvMkJSak5wdnhreDkrRDM5KzdIRWNPblFFN3I0K3pLaXFoQlEyd09hVUZjdngyMS84UDZ4OStUVnMzYjRUTGM1V2VIMCtGQmJrWTlIQytianNreGRHOUQrTVp0WEtzekd6cWhKUFBiY1dSNDVVUTllQnFvcHluUFdKMDNISlJSY01PenFaVWhkckNvbUlKaGhOMStIMWVDSkM0R2luUFJFRUFSYUxCUmFyQlRhcnJmK3JGYkxNT29CWVNsWk5ZVHlGMXhRKytzZmZJRHNyK2tDVFJHTk5ZZUx3cndRUlVaTDUvWDcwZVR6b2MvZWhyODl0Tk5PTnhHUXl3V3ExUmdSQTZ4Q3JXQkFSallTaGtJZ29nVlJOZzZlL0ZyRFA3WWE3cjI5VUszaElvZ2lielFhYnd3NjczUTZIelo2d09mbUlhR3BnS0NRaWlpTWRnS2V2RHk2WEM2N2VYbmc5M2xFOXptS3h3RzZ6d1o3bWdOMW1HM0lkV3lLaVdHRW9KQ0tLTWIvZkQxZHZMM3BkdlhDNzNTUFdCSXFpQ0lmZERydkRBWnZkQnJ2TnhuNVRSSlJ3RElWRVJDZElWVlc0M2NIYXdON2UzaEduaGJGWUxYRFlIYkE3N0xEYmJERDNUMGhNUkpSTUhIMU1SRFFPZmYxTndyMnVYbmk4d3pjSm04MW1wS1dsSVMwOURXa09CMnNCSjRISk9QcDRvdUxvNDhSaFRTRVIwU2o0L1g3MDlqY0o5NDdRSkN4SkV1d09PekxTMDVHZW5zN3BZSWdvSmZBdkZSSFJFTHcrSDdxN3U5SFQzUU9mYi9ocFltdzJHekxTMDVHV25nYWJ6WmFnRWhJUnhRNURJUkZSR0wvZmo4NnVyaEdEb01sa1FucGFHdExUMCtGSVk1TXdFYVUraGtJaW12TDhmais2dTdyUjFkMDliQkMwV0N6SXlNeEFabVltSjRrbW9rbUhvWkNJcHFSUkIwR3pPUmdFczdJWUJNa2dDRUxFdHFacHJDMk9nNEY5ZHdlKzd4UmJESVZFTkdYNEF3RjBkM2FodTZjSDNtRkdESnZOWm1TR2FnU3QxZ1NXa0ZLTklBZ1FCQUgrZ0I5V0MzOVdZczBmOEJ2dk1jVWZReUVSVFdxNnJzUFY0MEo3UndmY2J2ZVE1ekVJMG5nSmdvQkFJTUJRR0FlQlFJQ0JNSUVZQ29sb1V2SUhBbWh2YjBkWFp4ZFVWWTE2anJtL2FUaUxRWkRHSVZTREpRZ0N2RjR2MGh4cEREQXhwT3M2dkY0dlJGRmtiV0dDTUJRUzBhVFMzZDJEanZaMnVQdjZvaDQzbVV6SXpNcEVWbVlXckZiMkVhVHhFd1RCbUV4WlVSUzRYQzVrWkdRa3UxaVRSazlQRHpSTmd5ekxSakNrK0dJb0pLS1U1L2Y3MGRaZkt4aHRVbWtCUUhwR09uSnljcENXbHBiNEF0S2tJd2dDZEYwM2dxRWtTWEQzdVdHejJXQXltWkpkdkpUbjkvdmg3blBEYkRaSEJFSUd3L2hpS0NTaWxLVHJPcnA3ZXREUjNvRytJV29GelNZVGNuSnlrSjJURFVtU0VseENtdXhDVFpxaFVLaXFLcnE2dTVDZmw1L3NvcVc4cnE0dVNKSUVTWkxZZkp4QVhQdVlpRktLeis5SFIxczdPcnU3b0tuRDFBcm01aUxONFVoOEFXbkswSFVkdXE1RDB6UW9pZ0pGVVJBSUJLQ3FLaHdPQjdJeXM1SmR4SlRUM2QyTlhuY3ZKRW1DeVdTQ0xNc1J6Y2NNaHZIRm1rSWltdkEwWFVkUGR6ZmEyenZnOFhpaW5tTTJtNE8xZ3RsWnJCV2toQWdGbEZCTllmaCt0OXNOajhjRGk4VUNzOWtNcThYS05iQ2pVQlFGWHA4WEFYOEFYcC9YNkVNWXVyR21NTEZZVTBoRUU1YXFxdWhvNzBCclcxdjB2b0tDZ1BTTWRPVG01TURCV2tGS2tsQnRvYVpwVUZWMTBFM1ROS05XVWRmNUx6Y2tmUFIyS0ZnUHZJVUc4akFRSmdZL3RoRFJoS09wR3B4dHJlaHM3NEFhSlF5YXpXYms1dVFnT3pzYm9zUlZKQ2k1UXFFbWREOThWTElrU1JHaE1HUXFoOFB3Z0JmdC9RcDlEZTFuSUV3Y2hrSWltakJVVllXenRSV2RIWjFSbDdkaXJTQk5WS0VBRXhxUkhGcjJMbFNMR0FxQlV6a01EaFErb2pnVS9zSnJCdGxrbkhnTWhVU1VkSXFpb05YWmlvN096a0gvTkVWQlFIWk9OZ29LQ3RoWGtDYTA4SkFUSGhKWlN6aFl0TnJDZ1VHUWdURHhHQXFKS0drQ2dRQ2N6bFowZFhVTkRvT2lpSnljYkJUa0Y3Q0ptRkxHd0xBRGdMV0V3NGdXQUJrR2s0ZWhrSWdTenUvM3c5bmlSRmQzOTZCamtpZ2lKemNIK1huNURJT1VzZ2FHbkZDek1nM0c5MlhpWUNna29vVHgrWHhvY1RyUjA5MHo2SmdvaWNqUHkwZHVibzdSYVo5b3NtRHdvVlRBVUVoRWNlZjErdUJzYVVHUHl6WG9tQ1JKeU0vUFIwNU9Oc01nRVZFU01SUVNVZHdvaW9MR3BxYW9OWU95SkNHL29BQTVPZG1zUlNFaW1nQVlDb2tvNW5SZFIxdGJPMXBiV3dkTkxTUExNZ29LOHBHZHpUQklSRFNSTUJRU1VVeTVlbHhvYkdwQ0lCQ0kyRzh5bVZCUWtJK3NyQ3lHUVNLaUNZaWhrSWhpd3UvM282R2hFVzYzTzJLL0tJb29MQ2hBVGw0dUdBV0ppQ1l1aGtJaU9pR2FwcUdscFFVZDdSMFlPQXRiWm1ZbWlvdW5jZEpwSXFJVXdGQklST1BXMWRXRnBxWm1xS29hc2Q5aXNhQzB0QVEybXkxSkpTTWlvckZpS0NTaU1mTjZ2S2h2YklEWDQ0M1lMNG9paW9vS2taT1RrNlNTRVJIUmVERVVFdEdvcWFxS3BxWm1kSFYxRFRxV2s1Mk53cUpDTmhVVEVhVW9oa0lpR2hWWGp3djFEUTJEbW9wdFZpdEtwNWZDWXJFa3FXUkVSQlFMRElWRU5DeE4xVkRmMkRCb0FtcFprbEJVUEExWm1abEpLaGtSRWNVU1F5RVJEY250ZHFPMnRpNmlkbEFBa0pPWGk4S0NBaTVMUjBRMGlUQVVFdEVndXE2anFha1pIUjBkRWZzZERnZEtTb3BoTnB1VFZESWlJb29YaGtJaWl1RDErbEJiV3d1LzMyL3NFMFVSeGNYVGtKV1ZsY1NTRVJGUlBERVVFaEVBUUFmZ2REclI2bXlOMkcreFdsQmVYZzZ6eVpTY2doRVJVVUl3RkJJUi9INC9hbXByNGZQNkl2Ym41ZWVoc0xDUXk5TVJFVTBCRElWRVUxeDdSd2VhbTVxaDY4Y1hxWk5sR2VYbFpWeVJoSWhvQ21Fb0pKcWlGRlZGWFcwZDNHNTN4UDcwakhTVWxwWkM0c2hpSXFJcGhhR1FhQXB5dVZ5b3I0K2NpRm9VUlJTWEZIUGVRU0tpS1lxaGtHaUthV2xwUVd0clc4UStxODJLOHJJeW1EaVloSWhveW1Jb0pKb2lWRTFEWFcwZGVudDdJL2JuRitTanNLQWdTYVVpSXFLSmdxR1FhQXJ3K1h5b3FZbWNlOUJrTXFHOHJBeFdteldKSlNNaW9vbUNvWkJva25PNVhLaXJxNGVtYWNhK29zSkM1T1RtY0prNklpSXlNQlFTVFdMTkxTMW9DK3MvS0lvaXlzcW1JeTB0TFltbElpS2lpWWloa0dnU2l0Wi8wR3d5b2FLeWd1c1dFeEZSVkF5RlJKT016KzlIVGZVeCtBTUJZNS9ENFVCWmVSbm5IaVFpb2lFeEZCSk5JaDZQRjlYVjFSSDlCM1B6Y2pHdHFDaUpwU0lpb2xUQVVFZzBTZlQyOXFLbXB0WllyazRRQkpSTm40NzBqUFFrbDR5SWlGSUJReUhSSk9EcWNhR210dGJZbGlVSkZaVVZzRm81M1F6UlJCQyt0amlsQmtFUWtsMkVoR01vSkVweG5aMmRhR2hvTkxiTlpqT3FxaW9oeS96MUprcVc4QkFZdXM5Z21Eb0VRWUN1NnhIQmNDcUVSUDdYSUVwaGJhMXRhRzVwTWJhdFZpc3FxeW81b0lRb1NjSUQ0TURid0hObzRoa1lBc052MGM2WmJCZ0tpVkpVWTJNVE9qbzZqRzJyellyS1NnWkNvbVFKRDRDYXBrR0FBRW1XSUFvaVpGbm1aUEVwUk5NMEtJb0NUZGVnS2lvMGFCQUV3ZmdlVHRaZ0tIaDlYbjVrSVVveDlYWDE2T3J1TnJidGRqc3FLc3I1VDRjb1NVSkJNSFF6bTgyd1d0aW5kN0x3ZXIzd0Ivd1FSZEc0VGNaZ3lGQklsRUowWFVkdGJSMWNMcGV4THkwdERlWGxaWlB5RHhSUktnZ1BoQUJnczlvZ1NWS1NTMFd4cHFnS3ZGNHZBRXphWU1ocUJhSVVvZWs2amxVZml3aUVHZW5wS0s4b24zUi9tSWhTUlhoenNhWnBzTnZzRElTVGxDekpzTnZzVUZVVm1xWU42aXM2R2JCUElWRUswRFFOMWRYSDRQRjRqSDFabVprb25WNmF4RklSVFczaGdWQlZWVmpNRm5iaG1PUkVVWVRaYkliZjc1K1VmUXo1MDBzMHdla0FhbzdWUkFUQ25PeHNCa0tpQ1NBVUNrVlI1THlnVTRUTmFvTW9pa1p0NFdUQ1VFZzB3ZFhWMWNIZDEyZHM1K2Jsb3Jpa09Ja2xJaUlnc3FiUWJEWW51emlVUUdhVGVWSTJJVE1VRWsxZ2pRMk42T251TWJhenNySzRqakhSQkJBK0g2R21hWkJFOWlPY1NnYldGRTZXWU1oUVNEUkJ0YmEyb3FPejA5aE9UMDlIYVdsSkVrdEVST0hDQjVod2NNblVJc3V5OGIyZkxJRVFZQ2drbXBDNnUzdlEwdUkwdG0wMkc4cktwaWV4UkVRVVRhajVjTElNTktEUkNTMkRONWtDSWNCUVNEVGg5UGIyb3E2dXp0aTJXQ3lvckt6Z1B4MmlDV2F5TlIzUzJFekc3ejlESWRFRTR2RjRVRk5UYTJ6THNveXFxa3BPYzBFMFFVM0cyaUlhbmNuNHZlZC9HcUlKd3Vmem9icjZtUEZIUmhSRlZNMm9ZbDhsb2dsb3NvVUJPakdUNWVlQm9aQm9BZ2dvQ280ZXJUYVd5UklGQVZWVmxUQ2JURWt1R1JFUlRSVU1oVVJKcG1vYWpoNDVDbFZWalgzbGxSV2NDSmVJaUJLS29aQW9pVFJOUS9YUmFnUUNBV05mV1ZrWkhIWjdFa3RGUkVSVEVVTWhVUkxWMTlYRDYvVWEyOFVseGNqSVNFOWlpWWlJYUtwaUtDUktrbzcyRHZTNFhNWjJmbjQrY3JLemsxZ2lJaUtheWhnS2laTEE2L1dpcWFuSjJFNUxTME5oWVVFU1MwUkVSRk1kUXlGUmdtbWFocHFhV29RbU1KQmxHV1hUdVZvSkVSRWxGME1oVVlMVk56UkVEQ3lwS0MrSEtQRlhrWWlJa292L2lZZ1NxTE9qRXozZFBjWjIwYlFpV0cyY2VvYUlKamRWVmJGdHh5NDgvSWRINFBmN1kzcnRJMGVQNGZFbm5zTEJ3MGRpZXQycFNFNTJBWWltQ3AvUGg4WUIvUWp6Y25PVFdDSWlvc1E0Y09nd2ZuVHYvUUNBVzIvK2RFeXYvWjN2M3cxTjB6Rjcxc3lZWG5jcVlrMGhVUUlZL1FqN2wwSmlQMElpSXBwb0dBcUpFcUMrb1NHaXlZVDlDSW1JYUtJUnZEN3Y1RmpGbVdpQzZ1enNRa05EZzdGZE5LMkl6Y1pFS1U3VE5HaWFoa0FnQUwvZmo0TDgrRTBwcFdrNnZuRDcxOUhXM29FTFY2L0NWNzc0MmFqbnZiditmVHowcTk5QmxpVTgrb2ZmSWowOURUKzk3MEZzMmJvZEY2dytEMS8rL0sxNC9zVlg4UGE2OVdoeE9wR1JrWUd6enp3ZDExOXpCU3dXQ3hSRndYTnJYOGE2OXphaXhka0txOFdDeFlzVzRLYlBYSXRwUllXRG5zL2o5ZUxOZjYvRCtnMGZvTm5waE1malJYWldKdWJObllQUDN2eHBaR2RsNGJtMUwrUFJ2LzF6eU5kMnozOTlGOHVYTFFFQUtJcUs5UnMvd01ZUE51SEkwV3AwOTdoZ01za29LeTNGbXZOWFl2V3FjNDNISFQ1eUZOLyszZytIdk82VmwxK0NXMjY4ZnJSdjhiZzRXNTB3bTgwd21Vd1FSUkdpbVBvZjlObW5rQ2lPZkQ0Zkdoc2JqVzMySXlTaXNSSkZBZWVlL1FrOC9keGF2TDlwTTc3MCtWdWlCcEQzTnJ3UEFEajkxQlZJVDArTE9LWnJPdjc3L29ld1pldDI1T1JrUTFFVXRMVzE0OWtYWHNLaEkwZnh3KzkvRnovODZYM1l0LzhnTWpNeUlBaUFxN2NYR3ovWWhOMTc5dUhYRC8wTW1aa1p4dldjclcyNDY1NTc0V3h0Z3lnS0tNalBoMGsyb2JXdEhjNzFHM0haSnk5QWRsWVcwaHdPRkJVV3dCOElvS09qRXdCUVdKQVBRUkFBQUphd05kNS8vNmRIOE9hLzF3RUEwdFBUVUZSWWdMYjJEaHc4ZkFRSER4OUJYWDBEUG5mTERRQUFrOG1Fb3Y2NVhadGJuQUNBN0t3c1dDeG1BT0RLVU9QRVVFZ1VKK3hIU0VTeHNtcmwyWGo2dWJYbzZYRmh4NjQ5V0xaa1VjVHhuaDRYdHUzWUJRQllzMnJsb01ldjMvZ0I4dlB6OEx0ZlBvQ1M0bW53Ky8xNDlHLy94TXV2dllsZHUvZmlybnZ1UlcxOVBlNysvbmR3OHZLbDBEUWQ2OTdiZ0Y4Ly9FZDA5L1RnaFpkZXhjMDNYR2RjN3krUFBRNW5heHRLUzRweHoxMTNvQ0EvRHdEZzlmcXdidjBHcEtVRlErbnFWZWRpOWFwenNYZi9BWHovN3A4Q0FINzU4L3Rnc3c2ZWRVRlZWRnk0ZWhVK2VkRnFsRTB2QlJDc1BmelRJMy9GcTIvOEcydGZmZzJYWExRR0JRWDVLQytianYvN3pVTUFnQ3V1dXdtYXB1T3JYNzROSzA1YWRxSnY5WlRHVUVnVUp5MHRUdllqSkJvRlRkT2c2em8wWFlmZTN5d0xIZEIwemRpbjY0Q3VCNDlwdWc1b3dmTTFYUU4wUFRnWmZPaHIySDBCd3JESEkrOUhQeTdvR1BSNFRWV2hhaG9VUlVFZ3pzM0hBRkE4clFoelo4L0Mvb09Ic0dIamg0TkM0WVlQTmtGVlZSUVZGbURSd3ZtREh1L3hldkd0Lzd3ZEpjWFRBQUJtc3htZi8reE4rR2pyZGppZHJUaDQrQWkrK0xtYmNmTHlwUUNDdFpQbm5Yc1d0bTdmaWZVYlA4Q09uYnVCc0ZCNDVHZzFBT0RzVDV4dUJFSUFzRm90dUhEMXFuRzl4dHR1dlJGcGFZNklmYklzNFhPMzNJQjE3MjJFeCt2RmpsMTdJcHFSS2JZWUNvbml3T2YzbzcyOTNkZ3VLaXJrZklRMG9hbGFNRnhGaHE3Z2ZVM1RndHVhQmczOUlTMFV5alMxUDlRaEdPZ1FkbjcvWTNVOWVQeDQrRHQrUEZXRitoUXFpZ0lsYkRMNmVGcTE4bXpzUDNnSUgyeitDRi81NG1jaHk4Zi9oYi83M2tZQXdPcFZLNDJtMlhDelo4MUVaVVZaeEQ1UkZMRmczaHc0bmEwd20wMjRZUFY1Z3g0M2Q4NHNyTi80QVZyYjJpUDI1K1htd3RuYWhnODNmNHlMTDF5TjlMUzBRWThkcTRHQk1NVG45eU1uSnhzTmpVMW83MitDcHZoZ0tDU0tnL3E2ZXVPKzFXWkZYbDdlTUdjVGpZK3FCZ09acXFoUU5SV2Fxa0hWTldocThMNmlxZEJWRGFxbVFlMi9yMm5CYlUxVis4L1ZrdjB5YUpRK2NjWnArT01qZjRYYjNZZHRPM1laVGFVdHpsYnNQM2dJb2lqaS9KVm5SMzFzOGJUQkEwVUFJQ2M3R3dCUVZGZ1lFVEpEMHZ1RG1zL3ZpOWgvOVpXWDRhZjNQWWlqMWNmd2hkdS9pZk5Ybm8wMTU2ODBtbjNIcTY2K0FSOXUzb0xxWXpWb2FuYWl1YVVGZlgwZTQ3aWlLQ2QwZlJvZVF5RlJqSFYxZGNIak9mNUhyTFNrSkltbG9WUVJySEZTb0tnS1ZFV0ZvcW5RRkJXS3FrSlJGR2hxOEw2cXFsQVZKVml6TjBtRUJrMklvZ2hSRUNDSUlnUUJFQVRSMkFkUkNCNFR3clpGRVlJZ1FJUUFDQUtNK3JFQjl3RjkyT09DY1Y2d3FYaW9jM1VCeHJtaFp1NUFBbXNLN1hZYlRqdGxCZDdiOEQ3V2IvekFDSVh2cmc4T01EbDF4WEprWldWR2ZhekZZb202UC9UZVcwYzRQckJTOTZSbFMvQS9QL2tCSG5uc0h6aDQrQWhlZk9WMXZQaks2MWkwY0Q0K2Q4c05xS29vSDlOcjB6UWR2Ly9USTNqOXpiY0JBSklrb2JTa0dBdm56ME5oUVQ0KzJMd0ZiUU5xS3luMkdBcUpZa2pUTkRRMUhsKzFKQ2MzQjlZb0hhcHBhbEJVRlVvZ0VBeDhxZ29sb0NBUThBZTNsV0RZQ3dRQ3dlYldKQXNGTEVFUWprK3ZJUURpb0dBV0djcWsvdU5HYUJORmlCQWdpUDMzaGVCalFzY0hQaytxR2pnbFRhS3NPdmNzdkxmaGZXeithQ3Y4L2dETVpoUGVYUjlzT280MndDU2U1cytkZ3dmdSt6RU9IanFNMTk5OEIrdldiOFN1M1h0eHgzLzlDUGZmZXc5bVZGV00rbHByWDM0VnI3LzVOaXdXQzc3NnBkdHcrcWtyWURhYmpPTUhEeDloS0V3QWhrS2lHR3BwY1JvMU9KSW9vcWd3ZXBNTnBTNmpIMWtvNUNrQkJBS0JZQzJmRXR4V0FncFVWVTFvdVVJaFM1WWtpSklVK1ZVT2ZwVmtHWklvUXBibDRMbjlYNlAxUWFPSmFmR2loY2pMelVGYmV3ZTJiTjJHb3NJQzFEYzBJajh2RjB1WExFNUttV2JQbW9uWnMyYmkycXMvaGJ2dXVSZXRiZTE0K3JtMXVQUGIvem5xYTRScU95Kys0SHljYzlZWmc0NDNOYmZFckx3ME5JWkNvaGdaT0xoazJyUnBLVjBUTXRXby9jMjB4aTJnd0I4SUdDRXZ0RDlldFhxeUxFTTJ5WkJGQ1lJa1FoSWxTS0lJVVJJaFNYTHdxeERhbG9JMWR2MzNRelZ5TlBsRnpGbjQ0V2JqZytmcVZlZENGSlA3TTFCWWtJL1RUbDJCRjE5K0RjN1d0b2hqRnZQeDV1bmVYdmVnS1dsNmVub0FBQTZIZmRCMU4yL1ppcDRlMTVEUGF6RmI0UEY2NGVydFBaSGlFeGdLaVdKbTRPQ1NyT3lzSkphR3dxbWFob0RQSHd4NWZuOWsyT3R2M28zSFNGaFpraUNiVE1IQUowbVF6U2FZNVA1dFdlb1BnaVpJL1BCQVl4Q2FzM0Q3enQwb0wrdUdLQXBZdGZLY2hKYmgvcC8vQ2hldVdZVkZDK1laSDM2ZHpsWnMrWGdiQUdCbVZXWEUrWVVGK2NiOU45NTZCemRjZnpWVVZZWFg1NFBEYmtkeDhUUzB0WGZndFRmK2pkTlBYWUhTa21Mb3VvN05XN2JpMXcvL0VXYXplY2htK29LQ2ZOVFUxbUhkZXh0eDFobW53V1F5d2VYcUhUU0JONDFzMG9UQ09rODd0bmZWNGxCdkl3NjVXdEFaY0NlN1NEU1Z1UUcwalhnV1RSS1prZzFWOWp6TWRCUmhhVlk1S3RJS0lFbFNzb3RGazFUNG5JVjc5KzNIOG1WTGtKZWJrOUF5N05xOUYrOS91QmxXcXdWNXVibncrLzFvYld1SHJ1c29MU25HWjY2L0t1TDh0RFFIVGo5MUJUN1k5QkdlZk9aNXZQcjZXMUJVRlhkODh6K3dmTmtTWEh2bDVkaTlaeC9hMmp2d0g5KzhFM201T1hEMTlzTHI5ZUdURjY3RzBlb2E3RHR3TUdwWkxqaC9KZjd3bDc5aXg4N2R1T0VtVGc3UUFBQWdBRWxFUVZTelg0YlZZc0dxbFdmSGZabTd5U2psUTZGZlUvQlUvU2E4M0xRTkdsSjN6aXNpU2wzZHFnZmJYSFhZNXFyRE04MWJjR254Y2x4VGVocGtnVFdBRkIrcnpndk9XYWhwT2k1WU5YaCt3WGo3N00yZndidnJONkt1b1JITkxTM0lTRS9IM0RtenNQTHNUMkRsT1dkRkRCSUorZHBYdm9EMDlEUjh2SFVIdW50NlVGaVFqNXljNEpRNGl4Yk94d1AzL1JqLy9OY3pPSHkwR3QwOVBTZ3RMc1pGRjV5UE5lZXZ4UGQrOEpNaHkzTFJCYXZoRHdUd3hsdnZ3Tm5hQmtrU1QzaHFuS2xLOFBxOEtadWthdnJhOEwrSFhrV1R0eXZaUlNFaWlsQnV6OE5YcWxhandzRTVLaWVqZ2FPUDQ3MmlDVTA4emxZbnpHWXpUQ2JUOFJIN0tTNWxYNEZYQytDaGd5OHpFQkxSaEZUVDE0WmZISG9aaXA3WVVjaEVST09Wc3FId1g3VWZvTVhYayt4aUVCRU5xY1hYZ3lmck5pVzdHRVJFbzVLU29mQmdiek5lYTltUjdHSVFFWTNveGFhUGNhQzNhZVFUaVlpU0xDVkQ0YXZOMnpta2hJaFNnZzdnYmVlZVpCZURpR2hFS1JrS0d6MmR5UzRDRWRHb05mQnZGaEdsZ0pRTWhhM3NTMGhFS2FUUjA1SHNJaEFSalNnbFEyR2ZtcmpGeDRtSVRoVC9aaEZSS2tqSlVFaEVSRVJFc2NWUVNFUkVSRVFNaFVSRVJFVEVVRWhFUkRSbWdpQkViR3VhbHFTU1VESU0vSDRQL0hsSVZReUZSRVJFNHlRSUFnUkJnRC9Bd1VSVGlUL2dONzcza3dsRElSRVIwUWtRQkFHQlFDRFp4YUFFQ2dRQ2t5NFFBZ3lGUkVSRTR4S3FLUklFQVY2dkY3ck90YmFtQWwzWDRmVjZJNzcva3dWRElSRVIwVGdJZ2dCUkZDR0tJalJOZzh2bFNuYVJLQUY2ZW5xZ2Facnh2V2NvSkNJaW1zSkNRU0FVRENWSmdydlB6V2JrU2M3djk4UGQ1NFlrU1JHQmNMSUVRNFpDSWlLaWNRZzFIWVpDb1NpSzZPcnVTbmF4S0k2NnVyb2dTVkpFS0p3c2dSQmdLQ1FpSWhxMzhDWmtXWmFocWlvYUdoc1lEaWVaN3U1dU5EUTJRTk0xeUxJOEtadU9BVUJPZGdHSWlJaFNVU2dRaEdvS3cvZTczVzU0UEI1WUxCYVl6V1pZTFZiSU12L2xwZ3BGVWVEMWVSSHdCK0QxZWFGcHdUQVl1azNXbWtMK2hCSVJFWTFUZURBTTN5ZUtJbFJWaGNmamdkdnRocTdyeG8wbXR2QlJ4YUhBYnphYmpXYmp5Um9JQVlaQ0lpS2lFeElLRDZINzRVM0traVJCMDdSQmdaRGhjT0lKRDNqUnZvK2hyNkg5a3kwUUFneUZOTW1KRUNBSndUL1dxcTVCUStML0VPZGJNdERwNzRXaVQ5eGxzTTRwbUErN1pNYWU3bnJVOXJVbHV6aEVLU2NVRkhSZGh5QUl4cFFsdXE0Ym9SQmdHRXdGQTBlV2g0ZkR5VGczWVRpR1FwclVyaTgvRTllVW5RWUErRWZOQmp4VisySEN5M0Qzd3F0UWFNM0V2cDRHUEhaMEhhcmRyWEY5dml1bm40SXFSeUgrNy9CYmNDbWVVVDNtK3ZJelVHVE5ncXByK055bWg5RVRHTjNqeG1KMitqUWNkRFhGL0xwRUUwVjRtQWdQaWF3bFRCM1JhZ3NIQnNISkdnZ0Joa0tpdUNxMTVXQzZQUmNBc0NpckRCMStkMXlmYjJsMkJXNm9PQXNpQkN6TW1vN2ZIM29USDdZZkd2WXhsWTU4RkZtekFBQWZkeHlOU3lBOEszOHV2akgzazlqU2ZnUy9QUEFLK2xTdUUwdVQwOEJRQVlDMWhDa29XZ0NjekdFd2hLRXdUaW9kQlZpUk93TnpNb3BSYk10R2xza0JzeVJEMFZSNFZEL2FmYjFvOUhSZ2YwOGpQbW8vQXFldmU5QTFza3gyUEhMYTdjTStqMTlUMEt0NDRmVDI0SUNyRVp2YURtRmZUOE9JNWJ1MDVDUjhybXFsc1gzbjlzZkhWWXZ6NDBYWFlIRldPUUNnVC9YaGh2ZC9QZVpyaE1pQ2hMK2M5bVdreXpZQXdHOFB2bzYzV25hTiszb1R3Um41YzR6N3U3cHEwUjNvaSt2enRYaTZVTjNyeEl5MFFtU2E3TGh6L3VWWTM3b2Zmeno4Rmx5S04rcGoxa3hiWXR4ZjU5d1Q4ekpsbXgzNGo5a1hRb1NBVTNKbjRvRmxOK0ZuZTU5SFhWOTd4SGxYVFQ4VjZiSTE1czhmYm5kM0hiWjBISTNyY3hBQmc4TkVxRm1aVXNkVS9INHhGTWJZbVhsemNIWFphYWh3NUVjOWJoWmxtRVVabVNZN3F0SUs4SW44dWJodHhubTRkL2N6Mk5wWlBlYm5NNHN5Y3N4cHlER25ZVzVHTVM0dk9SbUhlNXZ4bTRPdm95Yk96WlN4ZG1iK0hDTVE5cWwrckcvZG4rUVNSU2RDZ0ZrYzNhL09HWG16amZ1YjJ3L0RLcHBpWGg1RlY0MytpazNlTHR5NS9YSGNXSEVXTGk5ZEFRSEJXcnBGV1dYNC9hRTNzS245Y01SajAyVXJWaFl1TUxhL1B1ZGkvT2NjbkpDdEhkVjRZTjlhWTd2VDc4Wi83M2tXZDh5N0hBN1pnbUpiTm42MjlBWThzRzh0dG5jZU04NjdZTm9TNUZzeVR1ekpSNEdoa0pKaEtnWU1TajBNaFRHU2EwbkhOK1pjaklXWjA4ZjhXQUdBUllwZFdKaVpWb1FIbHQySUIvZTlpTTBEUXNCRWR1RzBwY2I5ZFMxNzROTW01bkpSQzdQSzhPTkYxNHo1Y1YrWXNRcGZtTEVxNXVWNXF2WkQvS05tZzdHdDZob2VxMzRYTzdwcThNMDVuMFNHeVlZc2t4M25GUzRjRkFvdkxUa1psckNnYW9sQmFJMFdtSGQyMWVKNzJ4L0gzWXV1UW9FbEUzYkpqQjhzdUJKL09QeHZ2Tkc4SStKY0RUcjhtakxpODRRSGJMK21qR29RVVVCWFIvRUtpSWltSm9iQ0dKaVZQZzAvV0hBbE1reTJpUDBhZEJ6cWFjTHU3anAwK3Qzb0NmVEJKTXJJTU5sUVpzL0R2TXdTb3kvWGFHeHFQNFNYR3JZYTI2SWd3QzVaVUdMUHdkTHNpb2hBYWhJa2ZIdnVKYmhqKytNcFVXTllacy9EM0l4aVkvdjFwaDNEbkUyanNiM3pHTDYxN2EvNDdyeExZUlZOK01YK2x5T09GMW96Y1hucHlRQUFsK0xGTTNXYkJsMGpYYmJpcXVtbkFnRGFmQzY4MUxoMTBEa0FzTEpnUHNyN2E4ZmJmYTZvNTlSN092Qzk3Zi9BUFF1dlJya2pINUlnNGl1elZxT3VyeTJpeTBOOVh6dSsvdkdqdzc2Mkltc1dIbDd4ZVFEQm1zZ3ZmL1RIVVFWSklpSWFHa1BoQ1pxWlZvU2ZMTDUyVUszRnEwM2I4V3pkcGhFNzdaYzc4bkZ4OFRJRVJ2RVByZDNYaTkzZGRWRU9BTS9VYmNLY2pHSjhaKzZseUxPa0F3alcyTnhhZVE1K3ZQdnBzYjJvSkxpdytIZ3Q0YjZlaHFqVG90dythdzBLclpsanVtNlI3WGpvUHE5dzRaaHJjbXZjYmZqTDBYY2k5blg1M2Rnd1F0TzJSVEpoUmM0TVkzdFQreUVFdFBqVVVnMFgrdHQ5THR5MTR3bWt5Vlo0QjlTOGZuN0dlVWF0M3RPMUgySnR3NVpCano4MWQ1WngvLzIyQTNpaC9xTkI1K1NhMC9DWjhqTUJCR3NwbjYvZlBHUjVPdjF1M0xYakNkeTk2Q3JNU1MvR240NjhQYW8rc0FPZEY5YmsvV3pkSmdaQ0lxSVlZQ2c4QVprbU8rNWFlR1ZFSUd6eWR1SGUzYytnMGRNNXFtdlV1RnZ4OEtFM1lsS2VBejJOK1BIdXAvR0w1VGRERm9KTExpM05ya0NoTlJNdDNzRURXU1lLaTJqQ09RWHpqZTJoYWdublpCU2p6SjQzN3VjcHNtYU5xV1lXQUV4Um1rSnIrOXJ3OC8wdkRmdTRTMHRPTWtMaEFWY2pmcmIzaFRFOWJ5eXB1bVlNY0JFaFFJT09pNHVYNGVUKzhyWDZldkJLNDdhb2ovMUUyRUNaSFowMVVjKzV0dngwSTF5KzA3SUh6U1A4ckxsVkgzNjA4eWtzeWE3QXBoRkdSZy9sM1A1UTJPbDNzMWFaaUNoR3hKRlBvYUhjUG1zTnNreDJZN3ZHM1lvN3QvMTkxSUV3SHVyNzJ2R2VjMS9FdmlYOW80TW5xck1MNXNFdW1RRUFMc1dEamEwSGtseWlFeU1MRWo1VnVzTFlmclp1NkpxelJEcW5ZRDd1V1hRTkNpd1orR3pWdWNiK1B4NytONVFvZmUybTIzTWpSazlmMXQvVUhLN0ltb2xWaFlzQUFJcXVqWG9lU0s4V0dIY2dYSmc1M1JpUThremRKdllUSkNLS0VkWVVqdE9pekRLY2tqdlQyTzVUZmZqWjNoZUduUFlqa2JaM0hzTjVoUXVON2ZBbTFJbm9nckFwVWQ1dTNoMDFvQXowamEyUG9jWFROZUo1dDgrK0FHZmx6d1VBL083UUcxZy9JREJIVTVsV2dQOVo4dWtSenh2S3FxS0Z5REduQVFpRzlHUVA5cEVFRVorcldvbUxpNWNCQ0haWitKODl6K0VyczlaZ2QxY2RQdW80TXVneFpsSEd0K2RlQWhISFIwd3V5U3JIYlZVcjhlZXc1blJGMS9CRzgwNmNXekFmNjF2M1I1MWFLVlJyUFpydjYwQ1ZqZ0w4ejlMSTc0VXNIUDhzZTNQbDJiaXg4cXhocjFIbmJzY2QyLzgrNXVjbUlwcHFHQXJINllycHAwUnNQMzVzQTVxOUk0ZVVSR2diME5FL2ZjQUFtSWxrUmxvaFpxUVZBZ0Iwakg2QWlVOE5ET29qRjAzNDRKODJYOCtvSG5NaS9kTWtRY1FWcGNkL05wNnIzd3hKRVBIVldSZU0rNXBEZWF6NjNSSG5QY3cyTy9EZGVaZGhYa2FKc2UvTS9EbjQzd092NEd0YkhrRzBXVEtzb2duL3RmQUtZK0JJZlY4N1hJb1g4ekpLY0VuSlNSQUZFWDgrOGpZMDZHanp1ZkNIdzIvaHI5WHZHdUZ2b0cvTy9TU20yYkx3d042MWFCcmo3NGdvQ01OTzR6T2FxWUVzRXYvTUVSR05CdjlhamtPV3lZNGwyY2ViWkxzRGZYaXJlZUpNc2l3SmtiMENmT3JFbk5vRmlCeGdzcXVyZHN5aFlTVFpab2R4UDk0VFJ3UEFKY1hMamNFd2paNU9yR3ZaQzBrUUkrWUNqSlVuYXo4WTlqVXR6SnlPYjgyOXhIZ1BkQURQMTMrRXYxZS9Cd0JScC93cGQrVGpHM011TnViWjlLb0JQTFQvSlhRRituRC8waHVRYjhuQXhjWExVT2JJdzY4UHZBcW5yOGM0RHhoOHZac3F6amJtYW54bytTMTQrUEFiZzdvM2pOYVdqaU5qR3BSeWNmRnk1UGJYMkJJUjBjZ1lDc2RoZVU1VlJMUGFldWUrQ1RYNk1kOGFPUUZ3WjV5WFZoc3Z1MlEybW5ZQjRQV203VEc5dmlTSUtMWmxHOXV0M3A2WVhuK2diTE1EMTVXZllXdy9lblFkTk9pSVhuOFdQNUlnNHRQbForS0s2YWNZUDZlOWloZS9QUEFxdGtScEtnYUNVODk4cXZRVVhGWjZrbEhqMTZmNmNOK2U1NDIxbXUvZStTLzhlTkcxS0xSbVltSG1kUHp5NU0vaWhmcVA4SHo5Ui8yaGNMQjNuWHR4UnY0Y0ZGa3pZWlZNK09hY1QySkJabWwvUDBadFRLOXJaMWN0WG16NGVOVG5uNUUzaDZHUWlHZ01HQXJIWVU3R3RJanRYZEdtaVVtaWs3S3JJcmIzZHRjbnFTVERPN2R3Z1RGWmNsZWdiOURFeWllcXhKWmpCSncybnl2dS9UMXZxVHdIdHY0Qk0zdTZqL2ZWQytncVByM3hsK08rcmttVWNOdU04eUpHYUIvcGJZbGFTMWhremNLMzVsNkNXZWxGeHI1RHJtWTh1Ryt0VWFzWHJ0U2VpOVZGaTdDNmFMRlJkaUE0YU9yQi9TK2hQbXdwdWhadk4rN2MvamkrTys4eUxNZ3NoVlUwNGJxeU0zQnB5VW40ZC9OdXZObThjOURTZGJWOWJmanV0ci9oanZtWFlWRm1HUUJnVGRFU1ZEb0tjUCsrdFVQT2FVaEVSSW5IVURnT0piYmNpTzFENDFnek9GNnEwZ3B3ZXY3eHBkVTYvVzRjNkdsTVlvbUdGajdBNUszbW5WREhXSE0wa3FYWkZjYjlhcmN6cHRjZWFFRm1xUkhhZEFDUEhGMFhjWHcwZlJtanliZGs0STc1bDJGbTJ2R1E5MXJUZHZ6NXlEdURCbTZjVjdnQVg1aHhQcXhocStPODJid1RmeGd3dXJncXJRQW41Y3pBS2JreklxNExCSnVVbjYzYmpHZnJOa2NkR05JZDZNUGRPNS9BNWFVcmNIMzVHYkNJSnRnbEN5NHRPUW1YbHB5RXV2NkJOYnU2YXJHenF3WTZncldVUDlyNUZMNDBhelhXRkMwR0VKencvZWZMYnNKZE81NUFnNmRqVk8rRlZUSkhqUFlmeWNCdUZFUkVORHlHd25ISXRVUTJTWTAwUVhXaVZLVVY0SzRGVjBZMGJUOVJzM0ZVeTM4bDJyeU1FbVBPUVEwNjNtamFHZlBuT0RWc2RQakN6T2s0T1dmR2tNMm5KOEloV2ZEMU9SY2IyOTJCUGh6cGJUbmg2NjdJbVlHdnpia0k2YklWQU9CUi9mamRvVGVpVHB3dElEamxUQ2dRQm5RVmZ6ajhWdFMrcmlzTEYrS1M0dVVSKzd4cUFLODM3OEFMOVIrTjJOMGcxRGR4ZmV0K1hGOStCbFlXTERBQzJIUjdMcWJiYzFIdXlNZU9ydVB6R21yUThmQ2hOOURzNmNKTmxXZERBSERZMVl5bU1VemY5Sm55TTQxSnNvbUlLUFlZQ3NjaGZIMVlqK3FQZVEzWGFKa0VDUmttR3lyVENuRm0vaHg4SW45dXhIUWQyN3RxSnRRQW1IRGg2eHh2NjZoR2E1U216Uk5SbFZhQStabWx4clpOTXVQN0N6NkZ2MWV2eDNQRHJMZ3hIcmZQdnNDWU55OFc3SklabjUreEttSnd5dUhlWnZ4aS84dER6b0dwQS9qNS9wZncwTEtiQVFEMzczc0JoMXpOVWM5OTVNZzdxSFFVWUVGbUtRNjZtdkJPeTI2c2MrNGRzbC9nVU5wOUx2ejI0T3Q0c3VZRFhGUzhGS3NLRnlIRFpJTkw4ZUMzQjErTCtwam42amVqMWRlRGk0dVg0Y0Y5TDBaOFlBazE5Y2RyNVJjaUlob2VRK0U0YUdFaFVCWVRONHpnNHVKbHhseHpJOW5mMDRqNzl6dy9JV3NKMDJWclJCUDNhM0ZZa2VLbXluT00rKzArRjdJdGFSQWg0T2JLczFIdXlNTnZEcjQyNW9FTzBhd3BXbXlNcm8yRnBWbmwrSS9aRnlLM2Y2bENEVHFlcWQyRWY5VytQK0tIajU2QUIvZnVlUmFkZnJmUjMvRDh3a1VvaUxJMFlLT25BMjIrSGppOVBjZ3hwK1BLMGxQSFhXYWZGc0JmcTkvRDQ4YzJZRWxXT1FLYWlxNWhSa1Z2YU4wZnRiWXo5THVrREJFS1gybmNoZy9hRG82NlhGK1p0U1ppb0JFUkVRMlBvWEFjWElyWCtLZHRFaVNZUlhuQ2pEN1dvT1BGaG8veHQrcjNFbDZEcVk4eWY2NHFXZ1JUMkFDUXJSMUhZMXFPaTZZdHhkS3dWVngrYy9BMTJHUXp2am4zRXBnRUNlY1V6RWVlSlFNLzIvczhlazlnOE1tTXRFSjhic2JLV0JUWjhLVlpxNDJmcldadkYvNTMveXM0NEJwOW45QmpBOVpCUHJkd1BoYU1jYjNuc1hJcEhqeFR0d21xcm1GclovVzRyMk1TaDUva3V0bmJGWDN0N3lGNFZQKzR5MEpFTkJXeEovWTQ5QXlvQlJucmVycngwTzd2eFd0TjIvSFZqLzZNUjQrdUd6RVFEancrM2s3NVF0anN4Nk1OeG12Q0JwaTgyYnd6cHJXWjh6SktjR3ZZRW02YjJnOWhlMWNOUG1nN2hIdDNQMk0wa1M3SUxNWDlTMjlBVVpSYXRORW9zR1RpN29WWEdWMEo2dnJhWXhwQ0ZGM0ROejkrYkV5Qk1KWEpnbVJNVXQzSE1FZEVsQlNzS1J5SCtyNE9MQTZyaVpxZldZcmF2cmE0UCsvMnptUDRkOHR1WTF2UlZQUXFYclQ1ZXREc0hieTgySEQ2RkYvRWR2aDBKR05obHl6R2ZmY29hdDJXWkpWalduK0lWblVOYnpiSGJvREpuSXhpL0hEaDFjWXFGNTErTjM1LzZFM2orTTZ1V3Z4dzE1TzRaK0hWY01nV0ZOdXk4Yk9sTitBbnU1L0cwZDdSajA1T2w2MjRaOUhWeU93ZkNldFIvYmgvN3d1NGI4QnliQ2ZuekJoejAzTG9tcUlnNElzenp4L1ZZNXE4WFhpcTlvTVJ6L3ZxbGoranc5YzdwdklNNTgrbmZUbmkrejhhTjFXY2pYYS9DMjgxNzRyNEVKRVp0dkxNVUJOeUY5dXlJMzd2UmpMZW4ya2lvcW1Lb1hBY2RuZlhSdlR0T3lWM0psNkw4Y1RMMFRSNk9xUDJ4UnFQZ2JVeG9TYkxzUXBmUnE1M1FOQ001b0t3QVNZZmRSeUoyY1RhNXhUTXgxZG1yVFpxN2dLNmlnZjJyUjNVdCsyUXF5azRDZlBpYTVBdTI1QnBzdVBleGRmanZqM1BZMWQzN2FpZTY3WVo1MFgwVmZ2MXdkZWlUcXRTbVpZLzdwVk1SQWlqZnV4QlY5T29RdUZJU3dQT3l5Z3hRdXpHdGdQWUg0ZXBqRmJrenNCMGV5NnVMejhUbi8zd2QwYU5kYWI1K0ZRelBmN29vL2t2bkxZMFlvQVNFUkhGRnB1UHgyRjNWMTFFaytleTdBcGplcFZVNFJ4UXMxalZ2Lzd3V0Roa1M4U28yNUZxUzdQTkRweVNPOFBZZnIzeHhJTzBXWlR4NVptcjhZMDVGeHVCVU5FMVBManZ4U0dYUkt0Mk8vR0RIZjh5cGhLeVNXYmN2ZWdxbkp3ekkrcjVBNzNZOExFUlp2NWEvZDZZQmo5TVpMUFRwK0dTa3BOd1NjbEpLTFhuanZ5QU1YSklGdU82VG05M1JCZUdhV0VodTlNZnU5cE1JaUlhUGRZVWpvTkw4V0tEY3ovT0xwaG43UHZjakpYNDhhNm5KdUJZMytocTNXM3dhNHJSMUhweVRoWCtBSXlwL011eUt5TzJEdzh4QlVySStVV0xqYjZMemQ0dWJBK2J4MjQ4VHN1ZGhkdG1uSWU4c0ZwT3J4YkFBM3ZYampqZ29iYXZEZmZzZWhJL1dYd2QwbVVyVElLRU8rZGZqb2YydnpRb01BOTBwTGNGYXhzK2hrbVVocDNlNXRtNnpYaXhmdlRMc2dIQUwwNjZGVVhXVEFSMEZUZS8vNXRSUFNaV2ZUTERSOUxIWStEVTdJeHB4Z3lhQXdON3NTM0h1RC9VdER0UDFYNkl0OE82VHhUYnNuSDN3cXNBQU0vVWJSbzAvZEwzRjN3cTVUNnNFUkVsRTBQaE9EMWQ5eUhPS3Bobi9KTmJrbFdPNjh2UHhEOXJOaWExWEtPbFFjZituZ2FqajFhZUpSMm41YzBlVTYxWGVGT2VEbUJINTlBaFR3Q3d1bWlSc2YzR0NVNURjM3JlYk54Y2VYYkV2aFp2Tis3Yit6eHFCb3pBSGNveGR5dCt0T3RKL0hUeGRiQkxGc2lDaVBrWkpTT0dRZ0Q0NTdFTkNBd3hTalpFMWJWeGpBQS9IdkRHdXdyS2VJVjNCWENQb2l2QVdNM0pLRGJ1N3h1dzlHSzU0M2g0Q3crRjFiMU8zUGorcndFQVBrMkpHSmtjK2tBREJEK29OWHU3SXE1NTU3YkhJUWtpVkNSbkhsRWlvbFRENXVOeHF1dHJ4OHVOV3lQMlhWdDJPbTZ0T2pkc1BaSFJDMDNjbTBodk5lK08yUDdDakZYSU5qdEc5ZGcxUlV1d0lHeHk2RzJkMVhENmhnNVRKK1hNTUpxYUZWMk5HREF6SGgrMEhjVDdZUUgyWGVkZWZHdnJZNk1PaENGSGU1MjRkL2V6OEdzSzNuUHV3NStQdmpPcXg0MFVDRk5SWGxoWGdLNFk5ZlVNTnllanhMZy9zS1p3YnY4eHJ4YUlDT1VhZExoVkgzSXQ2YmhnMnBKUi9XNlYyZk9DQTQ0a0dXN1ZOK1pKdVltSXBpcUd3aFB3Nk5GMWc2WU11YnprWk55LzlFWXN5aXdiOGZHU0lPS2tuQ3JjdS9oNnJNZ2RYWCsyV1BxZzdVQkVrTXMyTzNEZmtzOWdYdGcvNzRFa1FjU25TbGZnUzdPT2o0elZvT1BwMmcrSGZhNEx3NmFoK2FEdFlFeVdCdnp0d2Rld3U3c085KzU1RnY5NzRKVnhUMld5cjZjQlA5ajVCSDUxOE5VVExsTXFtNWwrdkYvcHdGcTNFeVVnMkdjUkNOYm9oZzh3S3JSbUl0Y2NYRHJ5c0t0NVVITzRBT0QyMld2dytSbm40V2RMYnhqMmc4dThqQkk4c094R0xNdXV3SGZuWFJheDVDTVJFUTJQemNjblFOVTEzTGZuZWZ4ZzRaV1ltVlprN0orVlhvU2ZMTDRXemQ1dWJPdXNSbjFmTzdyOWZkQ2d3U1lGQjJkVXB1VmpRZVowcFBXdmF6dXcxakVSRkYzRC8rNS9CZmN1dWQ3NDUxbG96Y1QvTFBrMDl2VTBZRnZuTVRpOTNmQ3FBYVRKRmxRNDhuRksza3dVV0NMbjludWgvcU1oQjNVQVFMNGxBOHR5anZjL2pOVUtKbjJxSDNmdi9GZE1yalhVa25CVFJaazl6L2krK3JRQVpxVVZZV2RYYmN6Nks1WTU4bUh2bnlKbS80Q2ZsVlBDMXFnZWVBd0FMaXBlaGpucHdhWm5xMlFhOWdQRllWY3pHajJkcUhEa1kySG1kTnhhZFM3K01zcmFYeUtpcVk2aDhBUjFCL3B3MTQ0bjhKOXpMc0taZVhNaWpoVlpNM0hSQko5Q1kxOVBBMzUxNEZYOHgrd0xJOVpObnBkUk1teU5ZY2lyVGR2eDkrcjF3NTZ6WnRwaUkzVFc5N1ZqNzREK1pKUjhOMWFlWmR5M2lDYmNzK2dhdUJRUFBtdzdoSTJ0QjdEckJBUGk0cXpqTmVjRFAwQ2NFZlo3czYzeldNU3hISE1hYnFnSWxrMEg4TnVEcncvYlR6T2dxL2gvZTEvQXo1ZmZESnRreHFVbEorRndielBlYys0YmQ5bUppS1lLaHNJWThHc0tIdHozSXQ3TTJva2JLczdDclBTaWtSL1VUNE9PTGUxSGNNVFZFc2NTRHU5ZDUxNDR2ZDM0Yk5YS1VaZTl4ZHVOZjlac3hMdk92Y09lSndraVZoVWVIMkR5ZWh6V09hYWh2ZGl3MWVoN0dXMGVTYk1vNHdzelYyRkYvM1E4T21BMHVLYkxOcXd1V296VlJZdWpCc1JIajc0TGt5akJyNDQ4VWpraUZIWWZENFZsOWp6TTdSK0EwaFhvR3pRQTVhdXpMekJxR0Y5czJJS0RycVlSbjZ2SjI0WGZIbm9kMzVsN0tRRGc5bGxyY01UVkVuVXVTU0lpT282aE1JWjJkTlZneC9ZYVZEcnlzVFM3RW91enlwQm56VUNteVFhSGJJVmZVK0JSL0dqMTlhQ2hyd043dSt1eHRiTWFIUk5nWHJaOVBRMjRZL3Zmc1RpckRNdXpLekUvc3hRNWxuU2s5emR2dXhRdnV2eHVIT2hweE02dUdtenBPRHFxa2JXbjVzNDArb0Q1TlFYdnRPeUo2K3VJaGZDSnZMVUVyeDhkYTV2YUQwWGRMd3NpemlxWWgydkxUbzlZcHZHUm8rOWdlK2N4bkZNd0gyY1h6RE1HQjRVSHhKNkFCKyszSGNRNjV4NGNHTVVFMXlJRXpPOWZmN2xQOWFFdWJEN0x5MHRQTnU2LzMzb2dvaTd5TStWbllubi90RWYxbm80UmE2VERiV3c5Z0VXWlpiaGcyaEpZUkJPK00rOVNmSGZiMzRkY1Y1bUlpQmdLNDZMYTNZcHFkK3V3YzlpTlJsZWdEMWVzZnpCR3BScWRuVjIxMk5rMXVwVTlSaU44QlpNTnJmdmhWbU0vMWNsWW1RUUp4ZlljOUFUNjRGWjhFWFB5Wlpoc3VLTDBGR083T3dZRFlzYkMybDhycHV1eG4vSFNMcG14S0tzTXkzTXFjWHJlSENQd0E4RWF3bi9XYk1DTERjRjVGZjkrYkQzK2ZtdzlGbVNXNHB5QytUZ3pmNjVSWTVkaHN1SENhVXR3NGJRbGFQWjJZVjNMWHF4ejdrSExFRlA1ekV3dkN1dFAyR2dFdjNKSFBzN3RYN1ZGUjJTLzJsTnpaK0hxc3RNQkJKdUVmN0gvcGVGSGZFZDV2eDQ1dWc1THNpdFFaTTFFaFNNZnQxYWRnejhkZVhzMGJ4VVIwWlRFVUVoeE04MmFoVVZoellheEdtQnlvZ1JCd0VQTGJ6YjZPYXE2QnE4YWdBWU5hYkl0WXJ4cVBQby81bHJTMGVWM0Q2cHBYWnBWanF6K3RZOTdSN0dPOUZEU1pSdnlMR2tvc21XajJKYU5NbnNlcXRJTFVXekxqam9hOTJpdkUzODQ4bGJVV3I4OTNmWFkwMTJQUHgxNUc2Zm16c1M1aFF1d05MdkN1RTZSTlF2WGw1K0I2OHZQd0w2ZUJxeHIyWU9OclFjaXduLzRlc1docGZORUNQalN6UE9ONjJ6cE9HTE1UMWhxejhVMzVseHNsUFRSbyt1aXJrMWRhRDArNE1rVjVmM3lhUUg4K3VDcnVIZng5UkFBZkxKNE9kNXAyWU1qdmNucnFrRlRWencrNkUxbWdzQ1pBNUtCb1pEaTVvTGlwY1kvOW1xM0U0ZEcwUjhzRWZ5YWd2cStkbU8xQzBrUTRaQXRnODVyOG5iaDN5MjdCdTAvVWZjdnZRRTU1alQwS2w2NEFoNTRWRDlNb2hTeHROeG9tbVVIeXJXazR6Y25mUTVXeVRUaXVRRmR4YmFPYXJ6YXVHMVVLOHY0TlFYclcvZGpmZXQrWkpzZE9LOXdJVllWTGNLMHNLYm4wT0NrODRzVzRZN3RqeHY3d3o4WUhPZ2ZaSEpqNVZuR1FDWkYxL0RYbys4YTUvalVBSnE5WGFodzVPTTk1ejY4MHJnTlFIQWVVTCttd0s4cHNJZ3lMZ3BiZjd4eGlQNkNlN3ZyOFhMRHg3aXdlQmtlUGJxT2daQVNKandFaHU0ekdJNk9JQWpRZFQwaUdESWtKZ1pESWNXRkxFZzRyNzlwRUFCZWE1d1l0WVFoTmU1V0ZGbXpJQW9pSk9GNC9abU80TVROSDNVY3dUK09iWWpMeE1mMWZlM0lOYWNoWGJaR05PR0crRFVGVDljTlArOWpOTzArRjE1djJvN0xTMWRFUGQ3aTdjYXU3bHJzN0t6RmxvNGo4SXh6WHNkT3Z4dlAxRzNDTTNXYnNDQ3pGS3VMRnVQMHZObkdDaU4vclg3UE9GZUVnTmtad2ZrSk5lZzQyQlA4WU5EbWN4bm5ySzNmZ3Zxd1VOZnE2OEdkMngvSE5XV240YW13K1MrWFpWY2FnMUxDSFhJMUd6V1EwZnp0Mkhxc2I5MC9xa0VxUkNjcVBBQU92QTA4aHlJTkRJSGh0MmpuVU93eEZGSmM1SmpUakJvZUFIaHZoRkhLby9IMWp4ODk0V3VFUExULzVZaHRBWUFBSVdiejhnMW5WMWN0OGkwWmtFVVJzaUQxaDFJQkh0V1B3NzNOZUtaMkU2cmRnNXRMUitPWnVrMDRJMzhPT3YxdU5IbzZVZC9YanVwZUo0NzB0cUE3MEJmalZ4TFp2THl5Y0FGeUxlblkzVjFuSE5lZzQ4dWIvNGpUODJhandwRnZMTjMzU3VNMldDVVRUczZaZ1gvVWJCaDBYYittNFBGamtmc1B1Wm93TzJPYTBlVGM3dS9GenM0YVBGYjk3cURIRDd3V0F5RWxRbmdBMURRTkFnUklzZ1JSRUNITE1rU1I2MFdNaHFacFVCUUZtcTVCVlZSbzBDQUlndkgrTVJqR2orRDFlVlB1STh2MW0zNmQ3Q0lRVVF6WUpQTzRhaXdGSUFIeFBiYWVPUFZyeVM0Q3hWRW9DSVp1WnJNWlZzdmdsZ0FhTzYvWEM1ZitaUEVBQUNBQVNVUkJWSC9BRDFFVWpSdURZWHl3cHBDSWttYThUZGlwRmdocGNnc1BoQURnc0RzZ1NZbGZ6MzZ5c2xxdGtFMHl2RjZ2OFI0ekdNWUg2N0tKaUlqR0tieTVXTk0wMkcxMkJzSTRrQ1VaZHBzZHFxcEMwN1JCL1RRcE5oZ0tpWWlJeGlFOEVLcXFDclBKekg2RGNTU0tJc3htTTROaEhQR25sNGlJYUp4Q29WQVVSVml0N0VNWWJ6YXJEYUlvR3FHUVlvdWhrSWlJYUJ6Q2F3ck5abk95aXpObG1FMW0xaFRHQ1VNaEVSSFJHSVhQUjZocEdpU1IvUWdUWldCTklZTmg3REFVRWhFUmpVUDRBQk1PTGtrY1daYU45NTJCTUxZWUNvbUlpTVlwMUlUSjZWRVNKN1FNSGdOaDdERVVFaEVSalFPYkw1T0g3MzE4TUJRU0VSR05FMnVza29QdmUzd3dGQklSRVkwUkE4bkV3ZTlGN0tSa0tNdzAyWk5kQkNLaVVlUGZMQ0pLQlNrWkNzc2RlY2t1QWhIUnFQRnZGaEdsZ3BRTWhTV1c3R1FYZ1lobzFDcHMrY2t1QWhIUmlGSXlGSjZaUHdjaU9QeWZpQ1krRVFMT0taaVg3R0lRRVkwb0pVUGhURWNoVmhZc1NIWXhpSWhHdExKZ0FVcXNiTjBnb29rdkpVTWhBSnlYdjRDMWhVUTBvWWtRY0g3QndtUVhnNGhvVkFTdno1dXlZN21yM2EyNGQvOXpjQ3UrWkJlRmlDaUNRN2JnQjNPdlFLV0QvUWtubzlBeWE0RkFBSDYvSHdYNUJRbDkvbmZlM1lBWFgza05OYlgxa0NRSlg3cnRGcXhhZVhaQ3k1Qk16bFluekdZelRDWVRSRkdFS0tac0hkZUVJaWU3QUNlaTBwR1AvMXYrZVR4Vi95RmViTndLRFNtYmI0bG9raEFoNEpQVGx1RzY2YWRERnZpUGltTHY4U2VleHBQUFBBOEFzTmxzTUpsazlMaGNTUzRWVFFZcEhRb0JRQlpFZkhyNkdmaEUzaHpzNktyRndkNUdISEsxb0RQZ1RuYlJpR2lLeURZNU1DdTlFTFBTaXJFMHF3elRiYm5KTGhKTlVoMmRYWGo2dWJVQWdPdXV2Z0tmdnZaS0NJSUFyNWN0Wm5UaVVqNFVoa3kzNWZiL0lWNlc3S0xRRk9Sc2NjTFoyZ29Ba0NRSmMrYk1abk5HQWlpS0FwL1BCNS9mRDUvWEM3OC9BSi9QaDREZmY4THRCZ0lBU1paaGttWElaaE5Nc2dsbWt3bXlTWVlzeTVCTkpwaGxFMFNKMzJkS25BTUhEMEhUTkVpU2hPdXUvaFFFSWRpMzNtcTFKTGxrTkJsTW1sQklsRXg1K1hsbzcraUFxcXBRVlJWT1p5dUtpZ3FUWGF4SlQ1YURBYzNoY0F3NnBpZ0tBb0VBQXY2QTBlOHJFQWpBSC9BajRBOUExYlJocjYzM1gwTlJGTURySGZJOFFSQ01jcGhNTWt5bVlEOG5VeWc4OWdkSWlSOFNLQVk4bnVEUFltWkdPaVJKU25KcGFMSmhLQ1NLQVZFVVVWUlVpSWFHUmdCQWUxc2Jjbkt5WVRhYmsxeXlxU3NVeUd3Mlc5VGp1cTRIUTJQbzVqOGVIQU9CQUFLS0FtMkU0RGp3T2g3UDBPY0pnZ0JKRkNISk1pUkpnaXhKRUNVSmtpVEMxRi9qS0VzeVJGbUNMRXFRWkFtaUtQSWZQMFV3MXZrVnhqYjdocXFxL0ZtaUVhWDA2R09paWViUTRjUHc5ZmZ0U1U5TFEzbEZlWkpMUkNkQzFUUW8vZ0I4QVQrVThOcEdmd0JLZjNCTUJDTXc5bitWSkJHU0pFUHFENUNpSkVJU0pRaFNNRVNLZ2dCSmtpRDFINlBZUy9UbzQ5Lzk0Uzk0L2MyM294NnoyMjM0NTJOL0JQRC8yN3Z6K0VickFuL2duK2ZJMlNSTjAydmFUanVkRHVjQUlpaklpc2dQUlBIaWtHczkrTG02Nkc5WFhZK1YzWlZkWEhRRm5SWEIrWUZ5dUxBS1B4WVZPUlNRRVVRRWhlRkd4R0ZtT09ic01iM1QzSG1TNTNtK3orK1BKTThrYmRycHpMUk4wbnplTC9KSzhuMmVKL050V3BwUHZ5ZHcwY1dYSUpQSjRKKys4Z1gwcnVyQnJiZjlEN2ErOWdZeW1RenV2L3QvU3E3YitNeHplUGpSMzJQN2pwM0laTEpvYVE3aGhMY2RoL00vY2hhYWdzR3kvMVo0S29MN2Z2VWdYbmpwWlV4TWh1RnlPYkdtYnpVKzhMNzM0SjBubmJpd1gvUWNPUHQ0Y2JDbGtHZ0JyZXpxd3ZidE93QUE4VVFDOFZnYy9vQy93cldpQTZYSU1oUzNDNjQ1eG11WnBnbkRNUEwzSmd4RGgybVkwQTBEaG1uQU5FeTdHOW8welFPcWh6QUZzbWIyUUw4TXlKSUVLZC9xV0FpUVN2NkRWRkZ5WWJJUU9oVkp6dDByQ2lSSnl0MWtHYklrMlIrOGJIRmFlbzJCQUZhMHR5R2QxaENOeFNETEV0cGFjOHNkZWN1MGhrZWlNVnoralc4amxVNmpwVG1FaWNtd2Zjd3dES3ovd2MxNDZ1bG5BUUFOWGk5Q1RVR01qSTdod1EyUDRLbW5uOE5WMy93M3JPenFMSG5OVjdkc3hYZSt1eDdKVkFxU0pLR3R0UVhSV0F4LzJiUVpmOW0wR1dkOTZQMzR6S2N1WHNSM2dSWWJXd3FKRnRqUTBCQ21waUlBY2kwOGh4OTJHRDlFeVdZS0FVUFhjK05QRFJONklUanF1djNZTkhQUGpRTU1rVXRGS2dxS3NpemJ6eVVnRnlUellSS3lCQm1TWFNaSitlT1NiQWRQU05nYlFpVUpFbWFXeTNNY0s3NE9FaGE5NWFoUzZ4USs5dmdmY2YyTi80VlFxQWsvK2RFUFpod3Z0QlMydGpTamUyVVhMdjN5RitEek5TQ1pUS0dod1FzQStOR3R0MkhESTc5RFl5Q0FmL2pjWjNEaTI0OEhBRXhNaG5IdC83MEJXMTU3SGF0N2U3RCs2bS9iRTFsR1JzZndsWCsrSE9sMEdxZWU4azU4OW04L0NiL1BCOHV5OE5qamY4UU5QL3B2Q0NId3IvLzhGWngwNHRzWC9YMWdTK0hpWUVzaDBRTHI2T2hBSXBHRXJ1c1Fwc0RBd0NCNjJZMU1lWW9zUTNITmY2Wm9JWHlZcHJuM3NXSENGQ2FFS1dBSUV5SWZKQXZubWNLRUVKWTk4V214V0pabHYvNWkvanNMU1pZa1FKSWdBYkFrQUJiczREUGZlMGk1NzR0bENoajVBTC9VaTFmdlN5eWVzQU1oQURzUURnd09ZY01qdndNQWZPM1NMK0dvdFVmWTE3UTBoM0RwVjc2QXYvL2lwZGk1cXgrYnQ3NkdvOWZtOXUzK2YzZmVoWFE2aldPUE9RcGYrWWZQUVpiM3ZpZG5uSDRxZHV6Y2hZY2VmaFFQYm5oa1NVSWhMUTZHUXFJRkpzc3l1bnU2c1NQZmpaeElKREFWbmtKVGlQdmYwdjRydElLbzZzSDl1aTRFUkdFS21NS0VtUTgxcHBXN0Z5SVhNQzFUNUk2SjNMMG92cGttaEdYdG5leFFnNFJsQVF0US84SjdZaGdHREYxZmdKb3RyRk5PUHNrT2hNV2UrT05UQUlBakRqdTBKQkFXdERTSDBOUGRoZTA3ZG1ITDF0ZHg5Tm9qb1drWlBQdjhpd0NBODg3NXNCMElpeDMzMXJmZ29ZY2Z4V3V2NTViTVljdGRiV0lvSkZvRVhvOEh6YUVRSnNPNWNUekRJeVB3K1gxd09Cd1ZyaG5WSzBWUkZuUVlnMm1hdVpiQ2ZMZ1VWcTZWMGhJV1RDc2ZJSVVGSVhMbldaWUY1UDZ6bjF1V0JRdTVlOG1hWGc3N09LWWZzMTh2Ris0c1lGNHp4ZXRKejhxdXN1VnZidDhKQU5nek1vS3ZmdTNyWmM4Wkhoa0ZBSHNZek03ZHUrMlc0Si9jOFRNb1A3MXJ4aldaVEc3TXEyRVlTQ1NTQ0hBc2RVMWlLQ1JhSkNzNlZpQWVqeU9yNnhCQ29MOS9BR3ZXOUZXNldrUUxvaEF3cS9sRHhDcHExYlFBU1BrR1FpdS90SG54TVR0Z1RyL1BINU1nRlpWWnVhNTZJYUJuYyt0ZVZwdmdMTE9IazRuY2JsK3hXQnl4Mk54YjQyWHpMYURKUk1vdTI3VzdmNS8vZHJZS1cwNXBmcXI1LzJlaW1pWkpFbnA2ZXJCdCszWUFRRHFkeHNURUJGcGFXaXBjTTZMNllFOWlXUVQyUkJOVlJWWTk4Sm5oaTZWY0Z5OEF1RDF1QU1ENzMvc2VmTzcvZkhwZXIrWDI3QjBEZS9zdE55QVliRHo0Q2xKVllxYy8wU0p5ZTl4b3pTOGJBUUNqbzJQSVpMaEhLUkZWUm1mSENnREFqcDI3OXVPYUR2dngvbHhIdFllaGtHaVJ0Ylczd1pXZmJXcFpGZ1lHQmc5NlgxNGlvZ054d3R1T0F3QzhzVzA3Tm05OWZkYnpqS0tGMlVOTlFmU3Q3Z1VBL09yQkRYTk9OREtNMnBpRlR1VXhGQkl0TWdsQWQvZEsrN21tYVJqWk0xeTVDaEZSM1hyNzhjZGhUVjh1NEsyN2VqMDJQdk44eVNTZDhGUUU5L3p5QWZ6dzVsdExydnZZaGVjQkFGN1p0Qm5YWG5jREppWW03V09tYWVLVlRadng5Zi80RHZvSEI1ZmdxNkRGd2pHRlJFdkE3WGFqdmIwTm82TmpBSURKY0JoZXJ4ZU5ISnREUkV0SWxpVmNkdW1YY2NXVi80bmhrVkZjL2YzcjRYYTdFR3BxZ3FacENPZG5ISjl5OGtrbDE1MTR3dkg0eEVjdndKMC92d2RQYm53V1QyNThGaTNOSVRnY0RreUdwNURONXNaVk9nNXk2U1NxTEg3M2lKWklhMnNyRW9ra2tzbmM3TC9Cb1NHNDNDNjQzZTRLMTR5STZrbGJXeXZXWDMwVkh0endXenp6M0F2WU16eU1rZEV4K1AwK0hIdk1VVGpwSFNmZ2pOTk9uWEhkUmVlZmk2T1BPaEsvM3ZBSXRteDlBK0dwQ0J3T0I5cmJXckgyeU1OeDVobW5vM3VXcFhDb05uQ2JPNklsWkpvbXRtL2JiaS9aNEZCVkhIcm9vWkFWanVRZ3FpV1YydWFPY3JqTjNlTGd1MGkwaEJSRndhcmVWYm10dGdEb2hvRmR1M2RYdUZaRVJFUU1oVVJMenVWeW9idTcyMzZlU3FVd1BEeFN3Um9SRVJFeEZCSlZoRC9nTDFtL2NISnlFdEZJdElJMUlpS2llc2RRU0ZRaDdlMXRhR2pZdTJIOTROQVFORTJyWUkySWlLaWVNUlFTVlZCUFR6ZWNEZ2VBM01MV3UzZnRoakRGUHE0aUlpSmFlQXlGUkJWa1R6ekp6NXpURFFNN2R1MHNXVXlXaUlob0tUQVVFbFZZYnVKSjBZNG5hUTI3ZCszbVZuaEVSTFNrR0FxSnFvRGY3MGRuNTk1TjU1T3BGUHI3K3l0WUl5SWlxamNNaFVSVkloUUtsY3hJanNmaUdCd2NxbUNOaUlpb25qQVVFbFdSOXZZMk5BV0Q5dk5JSk1JMURJbUlhRWt3RkJKVm1hNlZYZkQ3L2ZienljbEpqSStQVjdCR1JEU2RsTitWcUlDVHc1Yk85UGQ2K3ZlQ0RoeERJVkVWNnVucExsbkRjSFIwREpGSXBJSTFJcUp5SkVtQ0pFbkk2dGxLVjZWdVpQV3MvYjdUd21Jb0pLcENraVJoMWFvZXVOd3V1Mnh3Y0FpeFdMeUN0U0tpY2lSSmdxN3JsYTVHM2RCMW5ZRndrVEFVRWxVcFdaYlIxOWNIcDlOcGwvWDM5eU1XWnpBa3FnYUYxaXBKa3FCcEdpeUxDMGt0TnN1eW9HbGF5WHRQQzRlaGtLaUtLYktNdnI3VlVGWFZMdXZmM2M5OWtvbXFnQ1JKa0dVWnNpeERDSUU0LzJCYmRMRllERUlJKzMxbktGeFlESVZFVlU1VlZheGUzUXRGM3Z1LzY4RGdJTUpUVXhXc0ZWRjlLNFNSUWpCVUZBWEpWSkxkeUlzb204MGltVXBDVVpTU1FNaGd1SEFZQ29scWdNdmx3cHBEMXBTMEdPNFoyb09KOFlrSzFvcW92aFc2THd1aFVKWmxSS0tjRUxaWUlwRUlGRVVwQ1lVTWhBdEwwaklhQjBFUTFRaGQxN0ZqeDg2UzFvam01bVowZEt5b1lLMkk2cE5sV2JBc0MwSUlHSVlCd3pDZzZ6cE0wMFJEUXdPQ2pjRjl2d2p0VXpRYVJTS1pnS0lvY0RnY1VGVVZxcW95R0M0Q2hrS2lHbU9hSm5idTNBVk4wK3l5WURDSWxTdTdLbGdyb3ZwVUNJYW1hY0kwVFRzY0dvWUJXWmJoY3JuZ2REcmhkcmxMV3ZwcGRvWmhRTXRvMExNNnRJd0dJWVFkQkZWVnRWc0xHUWdYSGtNaFVRMHloY0N1bmJ1UVRxZnRza0RBais2ZUh2QlhKTkhTS3JRV0NpSHNjRmg4RTBMWTRaRXpsT2RXUEt1NDBDMC8vY1pKSm91SG9aQ29SZ25Md3U1ZHU1Rk1KdTB5bjgrSFZhdDYrTXVTYUlrVmdtR2gxYkFRRUF0aGNYb2daRGdzVmZ3N3F6Z1VGby9YTExRT01oQXVIb1pDb2hwbVdSWUcrZ2RLMWk3MGVyM283VjBGV2VZOE1xS2xWTndhV0J3R0MvZUZjMmgyMDJkMUY0ZERyazI0K0JnS2laYUJ3Y0doa20zd1hDNFhWcS91NVJnbW9pVldIUDZtMzZhZlE2WEt0UlpPRDRJTWhJdUxvWkJvbVJnZUhzSGs1S1Q5WEZFVXJPN3RoZHZqcm1DdGlPcFR1UkRJTURnLzVRSWd3K0RTWUNna1drWW14aWN3TWpwcVA1Y2tDU3U3dXRBWWJLeGdyWWlJZ1hEL01BUldCa01oMFRJVGk4WXdNRGhZOGlIVTNOS01qaFZjeTVDSWlHYkhVRWkwREdtYWhsMjdkc013REx2TTcvT2h1NmViRTFDSWlLZ3Noa0tpWmNvVUFydDM3VVlxbGJMTFhFNG5lbGYzd3VGd1ZMQm1SRVJValJnS2laYTU0ZUZoVEU2RzdlZXlJbU4xYnk4OEhrOEZhMFZFUk5XR29aQ29EcFFiWjlqUjJZSG1VS2lDdFNJaW9tckNVRWhVSjhxTk0vUTFOS0M3cHh1S29sU3daa1JFVkEwWUNvbnFTTGx4aG9vc283dW5HejZmcjRJMUl5S2lTbU1vSktwRDA4Y1pBa0FvRkVKblowZUZha1JFUkpYR1VFaFVweEtKQkFZR0JtR2FwbDNtY3JuUTA5TU5sOHRWd1pvUkVWRWxNQlFTMVRGVENBejBEeUNSU05obGtpUmhSY2NLVGtJaElxb3pESVZFaEtsSUJNTjdoaUdFc01zNENZV0lxTDR3RkJJUkFDQ3I2K2p2NzRlVzF1d3lUa0loSXFvZkRJVkVWR0o4ZkFLam82TWxaYzJoRUZaMHJPQW05VVJFeXhoRElSSE5vR2taOVBmM0k1dk4ybVZPaHdPZFhaMXNOU1FpV3FZWUNvbW9MTXV5TUR3OGduQzRkT21hZ04rUGpxNU9PRlMxUWpVaklxTEZ3RkJJUkhNcXQzU05KRWxvYTIxRlMyc0x1NVNKaUpZSmhrSWkyaWRUQ0F3T0RDSWVqNWVVT3h3T2RIWjJ3Ty8zVjZobVJFUzBVQmdLaVdqZVl2RTRodmNNUTlmMWtuS2Z6NGV1cms0NEhJNEsxWXlJaUE0V1F5RVI3UmZMc2pBNU1ZbXg4ZkdTZFEwbFNVSkxhd3ZhV2x2WnBVeEVWSU1ZQ29ub2dCaUdnZUdSRVVRajBaSnloOE9CanM0T0JOaWxURVJVVXhnS2llaWdwTk5wREEzdGdhWnBKZVUrbncrZG5SMXdPcDBWcWhrUkVlMFBoa0lpV2hCVGtRaEdoa2RtekZKdWJtbEdlMXNidTVTSmlLb2NReUVSTFJnaEJFWkhSeEdlREtQNEY0dERWZEhSMllsQWdGM0tSRVRWaXFHUWlCWmNOcHZGME5BZUpKUEprbktQeDRPMnRsWXVZVU5FVklVWUNvbG8wY1RqY1F3UGo1UnNsd2NBTHJjTDdXM3RiRGtrSXFvaURJVkV0S2dzeTBKNE1velJzYkdTSld3QXdPVnlvYTIxRlkzQnhnclZqb2lJQ2hnS2lXaEpDRk5nYkdJYzRjbndqSERvZERqUTJ0NkdZREFJVGtjaElxb01oa0lpV2xLbWFTSWNuc0w0dE1XdkFVQlZWYlMxdGFLcHFZbXpsWW1JbGhoRElSRlZoTEFzVEUyR01UWStYcktNRFFBb2lvSzIxbFkwTlljZ014d1NFUzBKaGtJaXFpakxzakExTllYeHNYSG9obEZ5VEpabHRMYTJJaFJxZ3FJb0Zhb2gwY0d6TEg3VUxqZkxzVGVEb1pDSXFvSUZJQnFKWUd4c2ZNWnNaVVdXMGRRY1FsdExLMlJGcmt3RmlmWkRjUWdzUEdZd1hENEtnYkE0R0M2SGtNaFFTRVJWSnhxTllXeHNESmxNcHFSY2tpUUVBZ0UwTjRmZzlYb3JWRHVpMlJVSHdPbTM2ZWRRN1prZUFxZmZwcDlUYXhnS2lhaHF4ZUp4akkyTlFVdHJNNDQ1blU0MGgwSUlOZ1hadFV4Vm9UZ0FDaUVnUVlLaUtwQWxHYXFxUXBiWnlyMWNDQ0ZnR0FhRUpXQWFKaXhZa0NRSnNpeVhCTVJhdzFCSVJGVXZrVWhnYkd3Y3FWUnF4akVKZ0MvZ1IzTW9CSi9QdC9TVkl3THNJRmk0T1oxT3VGM3VTbGVMbG9pbWFjanFXY2l5Yk45cU1SZ3lGQkpSemREU0dpWW5KeEdOeFdZc1p3UGs5bGdPaFVKb0NqVkJWZFVLMUpEcVVYRWdCQUNQMjhQVzZ6cGttQVkwTGRlclVhdkJrS0dRaUdxT0VBS1JhQlRoeWJEOVMzZzZuOCtIVUNnRWY4RFBCYkZwMFJTNmkwM1RoQkFDdmdZZnU0bnJtQkFDOFVRY2lxSkFVWlNhNjBwbUtDU2ltcGJPdHg3R29sR0lNZ1A0RlVWQnNDbUk1bEFJVHFlekFqV2s1YXA0L0tCaEdIQTVYWEM3MldWYzc5SmFHdGxzMWg1SFdrdkJrS0dRaUphRlF1dmg1TVRrakZuTEJWNnZGODNOSWZqOWZyYm0wRUVyQk1MQzR1dCtuNy9DTmFKcUVVL0VBZVQrS0sybGJtU0dRaUphZHRMcE5DWW53NGhHbzJXWC81QWtDWDZmRDQyTmpmQUhHQkRwd0JUR0VScUdBYmZiRFpmVFZla3FVWlhJWkRMUU1wcmRXbGdydjJNWUNvbG8yVEpOMHg1N09GdnJvU1JKOFBsOGFBdzJ3dS8zUTZtUlg5NVVXY1ZqQ1hWZGg5L241K1Ftc3VtNmprUXlBWWZEVVZOakN4a0tpYWd1cEZJcFRJYkRpRWRqWmNjZUZ2aDlQZ1NiZ3ZENWZKeEJTck1xSGt1bzZ6cENUYUdhK05DbnBXRlpGc0pUWVRnY2pwS3hoZFdPZjlZUVVWM3dlcjN3ZXIyd3Vpd2s0Z2xFb2hIRTQ0a1pTOXZFRXduRUV3bElBQnA4UGdRTExZZ01pRlJHb2NXd0ZqN3dhZWxJa2pSako1dGF3RkJJUkhWRmtpVDRBMzc0QTM1WWxvVjRJb0ZvSklwNFBGNFNFQzNrRnMxT0ZBWEV4bUFqR3YwQjdyOU1BTGluTWMydEZuOCtHQXFKcUc1SmtvU0EzNCtBUHhjUUU0a0VJcEVvRXZFNHpGa0M0aENHNFBGNEVQRDc0ZlA3NFBGNEt2Y0ZVTVhWWW1zUUxZMWEvTmxnS0NRaVFyNEYwZStIdnlnZ1JpTlJ4Qk1KZThtUmduUTZqWFE2amRHeE1TaXlESyt2SVhldHp3ZUh3MUdocjRDV1VxMTkyRk5sMWNvUUE0WkNJcUpwU2dJaVlBZkVXRHdHWVphT1FUU0ZRRHdXUnp5V1c1Zk02WERBNS9QQjcvZWp3ZGRRTTB0UkVCRXhGQklSelVGQ2JrYXkzK2NEMElWVU9vMTRQSTVFUElGME9qM2ovS3l1SXp3MWhmRFVGQUN3cTVtSWFnYVhwQ0VpT2tDbWFTS1pUT1ZDWWlJQlhkZm5QRjlXWkRRME5DQ1FiNFhrdW5hMXE3Qnd0YTdyeUdhemFHdHRxM1NWcU1xTWpZL0I2WFRDNFhEVXpBTFcvSTFFUkhTQUZFVkJJT0JISUpEYjNpeWJ6U0tSU0NBZVR5Q1pUTTVZN2thWXBWM05xcXJDNi9XZ3dkc0FqOWNEajhkVEUrT09pR2g1WWlna0lsb2dUcWNUb1ZBSW9WQUlGb0IwS3RlS0dFOGtvS1cxR2VjYmhvRllMSTVZUGlRQ2dNdnRRb1BIQzIrREZ4NlBCeTRYdDA0am9xWEJVRWhFdEFnazdGMHd1NzI5SGNJVStWYkVmRmV6WVpTOUxxTmxrTkV5OXBoRVJWSGdjYnZoOFhyZzlYclI0RzNnT29sRXRDZ1lDb21JbG9Dc3lBZzBCaEJvREFESTdZMmFUcVdSU0NXUlRxV2hhVnJaWlU1TTAwUWltVVFpbWJUTFZGV0YyKzJHMisyQ3grMkJ5KzJDeStWaTF6UFp0bTNmZ1VzdnV3SUFjTnN0UDBSVE1IaFFyL2ZMQng3Q2JYZjhERjJkSGJqeHV1OHRSQldwQ2pFVUVoRlZnTVBoZ0tQUllZZEVDMEFtclNHVlRpR1pUQ0dkVGlPYnpaYTkxakFNZXpIdFlpNlhxeVFvdXQxdXJwdElSUFBHVUVoRVZBVWtBRzZQRzI2UEc2RlFDRUN1bFRDVlRpT1ZTaUdkU2lPVlRzMVlKN0ZZSnBOQkpwTkJOQnF6eXhSWmh0UGxnc2VkZSsxY0M2TzdKbVpDMHZLUlRLWHc0a3N2WTNCb0dKLzQ2QVdWcmc3TmdxR1FpS2hLS1lwU3RFWmlUaWFiUlRxZFJpcVJSQ3FkZ3FabDVud05Vd2g3QnhaTTdTMVhWUlVldHhzdXR3c2VqM2R2Ri9SaWZURlUxeDc2elc5eDU4L3Z3WnErWG9iQ0tzWlFTRVJVUTF4T0oxeE9KNEtOalFCeTIyZmxXZ2l6U0d2cDNHTXRNMnZYYzRGaEdJZ25Fb2duRWdBbTdYS0h3d0dId3dHbnd3R0gwd0dueTVWN25MOXgzQ0xSOHNWUVNFUlV3eVJKc3J1RUcvUGpFNEdaWVRHclphQmw5aDBXZFYySHJ1dEl6WEpjVmRWY2FIVG13Mk5SYUhRNm5ReU5SRFdNb1pDSWFCbmFaMWpVTWtobnRIbUh4UUxETUdBWVJ0a3Qvb0RjR0VaRlZhRW9DbFNIQ2xWUm9hb0tWSWNERGtXRjRsQ2hLcm5uQ3NjMTdyZTBwdUhSeDU3QWswODlnNUd4TWFUVEdwcUNqVGp5aU1QeDZVOStiTjZ6alAreWFUTWUvOE5UMlByNkc1Z01oeUdFaGZhMlZyenpwQk54d1VmT2h0czk5L3FZMjNmc3dyMi9laEJidHI2T2VDS0JVS2dKSjc3dE9GeDAvcmtsUDI5WHJyc0dMLzdwenlYWG5YUGh4ZmJ6dSsvOENaek92Wk9oNG9rRU5qejhLRjU0NldYczJUTUNMWk5Cd08vSFlZZXV3ZnZPT0ExdlAvNnRNK295ZmFhMUJBbDMzM2Mvbm4vcFpZVERVMmp3ZW5IVTJpTnc0Zm5ub0s5MzFiemVuM3JGVUVoRVZFZEt3aUlhUzQ1bHMxbDcyN1pNL3JHZXpUMDNabGxYY1RwVENKaUZnRmsrTjVaUUZBVU9WWVdpNXNPajZzZzl6NGRIUlZVaFN4SmtXWWFpS0pEeWordlIyUGdFTHYvR1ZSZ2JuNEFzUzJocmJZVkRkV0I4WWhKalQyN0UyUjg2YzE2aDhBOVBic1Qzcjc4SlFHN0dlbXRMQzJMeE9JYjJET1B1Kys3SEs1czJZOTIzL2gycXFwUzlmdU16eitQNzE5OEFJUVNhZ2sxd3FDckd4c2J4NjkvOEZrOC85d0srL2MzTDBkbXhBZ0FRYW1yQ2l2YTIzTEpLaVNSVVZVVkxjOGgrTFZuZTI3TDg2cGF0K005cnJrTThucHRWMzlEZ1JiQ3hFVk9SQ0o1NzRTVTg5OEpMT1AzVVUvREZ6MzkyMXArQm9UM0R1R2I5RFppS1JCQU1Oc0xyOVNBYWkrSHBaNS9IOHkrK2hLOTk5Y3M0OFlUajUvZUcxeUdHUWlJaUFwRGJrY1hwZEtLaG9hSHM4Um1oTWF2YnorY2JHcWN6VFJPbWFRS1p1U2ZNVEZmWVMxYVdaY2lLREVXU0lTc0tKRm1DSWhmdVphaUtDa21XSUN0Sy9od1praVJCa21USWtnUkl5RCtYSU1reVpPVEtxakY0L3ZqMk96RTJQb0dWWFozNHh1WC9ncmJXRmdDQXBtWHd4Sk5Qd1ZjMElXa3VtV3dXeDc3bGFGejRrYk94OXNqRG9TaTU4UGZFSHpkaS9ROXV3aHR2YnNPVEc1L0JhYWUrYThhMWtVZ1UxOTN3STN6d3pQZmlvZ3ZPaGQvbmd4QUNHNTk1SGorNDZSYUV3MVA0L3ZVMzRwcDEzd0lBZk9Idkx3RUEvT0xlWCtIT245K0RWVDByOGYzdlhqWGpkWWYyRE9PcWRkY2lyV2s0L0xCRDhIZVhmQXByK25vQkFLbFVHZzg4OURCK2Z2ZDkrUDBmbmtScmF3cysvdGZubC8zYXJyM3VScXp1N2NHNlMvNGRIU3ZhQWVSYUo5Zi80Q1lNREE1aC9ROXZ3azNYWFlOZ3NMSHM5ZldPb1pDSWlPWmxYNkhSTUF3WXVnSEROS0FiQmt6ZHlMVTJtdmx5dzRCcEdEREY3TXZxekpjUVlzYmUwb3RGemdkR1lHK0FoR1hCQW1Ea3Y3YTIxclpGcjhmMkhUc0JBTzkrMTEvWmdSQUEzRzRYM3YvZTk4ejdkVTQrNlIxNDMzdE9tMUgrdjk1OU1uNy94Qi94eXFiTmVQbVZUV1ZEWVRLVndsa2ZQQk9YZkdwdkY3QXN5empsNUpPUVNDUnc4NjIzNGMxdE83QjU2K3M0NnNqRDUxMm5PMzU2RjlLYWhxN09EbHg1eGIrV2JPL285WHJ3MFFzL0F0TTA4SXQ3NzhjdkgzZ0laMzN3VFBqOU0wTndxS2tKWDcvc1Vqdm9Bc0Nhdmw1YzlrOWZ4aGUvK2pXa1Vtbjg5ckhIY2RINTU4NjdidldrK3Y0VUlpS2ltcVNxS3R3ZU4zdytINXFDUWJTMHRxQ2pzd005M2QzbzYxdU53dzQ3RkVldVBSSkhIWDBVRGovOE1LeFpzd1k5cTNyUTFkV0o5clkyaEVJaCtBTitlRHdlT0IyT3FtbXRFNVpsdDJnYVJpN29ackpaYUpvR0xhMUJtMlY4NVVKcmFXNEdBRHo3L0V2NVdlTUhwcUhCVzdZOGs4bWdPYjlHWmpnY0xudU9KRW00OFB4enloNTczeG1ub2NHYmUrMU5yMjZlZDMzU21vYm5YM3daQUhEQmVXZlB1dC8zT1IvK0lHUlpRamFieFovL3NxbnNPUmQ4NUt5U1FGaXdzcXNUYnovK09BQzU4WlJVSGxzS2lZaG9TVW5ZdS9TTkIrNDV6N1VzQzVhd1lBclRiaDBVUWtDWUFzSVNNSVdBWlFvWXdvUXdUUWhoUVlqOHZXbkN0SExIVFNGZzVjTmRyYnJndkxOeDVicHJzR1BuTG56MjgvK0lNMDU3Tjk1M3htbm82VjY1MzY4VmplYkcyYjJ4YlR2MjdCbkJ5TmdZSXBHb2Zkd3d5cjlQTGMwaE5BWUNaWThwaW9LT2poWFl0bjBIeGljbXk1NVR6dTcrQWZ2N2N2VGFJMmM5eitkclFNZUtGUmphTTR5QndUMWx6K2xiM1R2cjlTdTdPdkg4aTMvYXI3clZHNFpDSWlLcVdwSWtRVklreU1yQ3R4cGFscFc3QVpBc0lQY0lkaG55eDZlWHdjcDFYNXZDUkZiWG9XZm1OM1A3WUwzdHVHUHhuVzk5SFQrNS9hZDRZOXQyUExqaEVUeTQ0UkVjYy9SYS9PM2ZmR0xlTTJzZmZld0ovTmVQYjBjMnF3TUFWclMzb1hkVkQ5cFBhTVhBd0JDMnZQYjZyTmM2bmM0NVg3dlFDcmsvNFR1UjJMdXZkN2t1NFpMWHo3ZEV6amI3dlhnbTgzUmVyMmUvNjFadkdBcUppS2d1MmVNREQwQ2h4VkpWVldUTGRGY3VsclZISEk3dnJmc1B2UEhtTmp6eTZPTjQ0c21OMlBUcUZ2ekx2MzBUMzczcUcvYmtqTm04dVcwSGZuanpyUUNBQzg4N0IrZWM5WUdTSFhQdStPbGRjNGJDdmhHRFhnQUFCdTVKUkVGVVFraWV6ZFJVQkFBUThQdm4reVhCNDk3YldweE1wa3FlVDVkTTVWYlE5UG5LajJ1ZHEzcDIzUUx6cjF1OXFZNEJHMFJFUkRSdmh4MTZDTDc0K2MvaXh1dStoOWFXWnVpNmpudCsrY0ErcjN0eTR6TUFnRVBXOU9IaWoxMVlFZ2dCWUhoa2RNN3J3MU5UczNZdFI2TXhEQTROQWNBK3cybXg3cFZkOXVNdFcxK2I5YnhFSW9uaGtaSDg2Njh1ZTg3WStQaXMxNys2NWJVNXJ5V0dRaUlpb3ByVjN0YUtrOTV4QW9EY09vYjdFbzNGQUpTZmJESVpEdU5QZnk0L2dhTkEwekw0M2VOUGxEMTI3LzIvaGhBV1hDNlhQYW1qd0pYdmRvNFhkUlVYQkFKK0hIdk1VUUNBdSs5N3dPN1dudTdCRFE5RENBdE53U0RlY3ZSUjVjOTU2Skd5NVMrODlESjI5dzhBQUU1NTUwbGx6eUdHUWlJaW9wcnczV3V2eHl1Yk5wY3N4VE0yTm80WFg4ck4zRDFrSGkxZ1haMGRBSUJOcjI3QmN5KzhaSmZ2N2gvQWxldXVtZGQ0dTF0K2ZBZCs4OXZIN0xVcDA1cUduOTk5SCs1L2NBTUE0UHh6UHp3amRMYTF0ZG4xZlNVLyt6ZVJTRUtJWEgvdjMxejhNYWlxaXY2QlFWeHg1VHJzMkxYYnZqYVZTdU1YOTk2UHUrNzVGUURna2s5ZFBPdll3YWVlZmhZMzMzcWJQVTVSQ0lHbm5uNFcxMTUzSXdEZ3JjY2VnN2NjVXo1UUVzY1VFaEVSMVlSTnIyN0IwODgrRDdmYmhaYm1abVN6V1l4UFRNS3lMS3pzNnNUSFAxcCtRZWRpWjU1eE9oNTYrRkZFSWxGODUrcjFDQVliWVFrTDBWZ01oL1N0eGdmT1BNTU9kK1YwZFhiZ3NFUFg0T1piZm9JZjMzNG5BZ0UvSXBHSTNhVjg2aW52eElYbnpWeXk1bTNIdlFYTm9SQW13MkZjOGExMWFBb0dFVS9FOGJQYmI0WFQ2Y0Nhdmw1ODdhdGZ3clhYMzRDdHI3MkJmL3pueStIMytlQnlPUkdlaWtBSUFWbVc4SmxQZnhLbm5EeDdTOS8vL3ZoRnVPT252OEFqai80ZW9WQVRFb2tFTkMyM01IcnZxaDU4OVV1ZjIrZDdWTThZQ29tSWlHckFwei81Y2Z6aHlZMFlHTnFEa2RGUkJQeCtISEg0b1RqdDNlL0NhYWVlTXVmTTI0TEd4Z0RXWC8xdC9PeXVlL0hLcGxjeEdaNUNLTlNFODA4L0MzOTl3Ym00Kzc1OWowdjg4aGYrRG9lczZjTWpqLzRld3lPamNEbGRPUEtJWHB4NXh1bXpCamFuMDRsdlhYRVovdnYyTy9IbW05dVJUS1d3cG04MWxLSlo1U2VlY0R4dVdIODFIbmpvWWZ6cHozL0I2Tmc0dEV3RzdXMnRPT2JvdFRqN1ErOHZHWDlZem50T2V6Y082VnVOdTMvNUFMWnYzd25MQXZwNlYrR1VkLzBWUHZ5Qk0rZjFIdFV6U2N0b2MwOGxJaUlpb2hLRjJjZUZiZjZXWWtjVEttL2I5aDI0OUxJckFBQzMzZkxEZWUzL3ZCVEd4c2ZnZERyaHlDL0VYaTJMc2MrbCttdElSRVJFUkl1T29aQ0lpSWlJR0FxSmlJaUlpS0dRaUlpSWlNQlFTRVJFUkVUZzdHTWlJcUw5eHRuSHRDK2NmVXhFUkVSRU5ZbWhrSWlJaUlnWUNvbUlpSWlJb1pDSWlJaUl3RkJJUkVTMDN5UkpLbmt1aEtoUVRhZ2FUZjk1bVA3elVxMFlDb21JaUE2UUpFbVFKQWxaUFZ2cHFsQVZ5ZXBaKzJlamxqQVVFaEVSSFFSSmtxRHJlcVdyUVZWRTEvV2FDNFFBUXlFUkVkRUJLYlFFU1pJRVRkTmdXVnoybHdETHNxQnBXc25QUjYxZ0tDUWlJam9Ba2lUWml4SUxJUkNQeHl0ZEphb0NzVmdNUWdqN1o0T2hrSWlJYUJrcmZOQVhncUdpS0VpbWt1eEdyblBaYkJiSlZCS0tvcFFFd2xvSmhneUZSRVJFQjZEUU5WZ0loYklzSXhLTlZMcGFWRUdSU0FTS29wU0V3bG9KaEFEM1BpWWlJam9nbG1YQnNpd0lJV0FZQmd6RGdLN3JNRTBURFEwTkNEWUdLMTFGV2lMUmFCU0paQUtLb3NEaGNFQlZWYWlxV25QQlVLMTBCWWlJaUdwUjRZTyswRkpZWEo1TUpwRk9wK0Z5dWVCME91RjJ1YUdxL01oZExnekRnSmJSb0dkMWFCa05RZ2c3Q0txcXlwWkNJaUtpZWxSb0xSUkN3RFROR1RjaGhOMnF5Qm5LdGE5NFZuSGhENExwdDFxY1pBS3dwWkNJaU9pZ0ZNSkI0WEh4ckdSRlVVcENZUUhEWWUwcERuamx2cytGKzBKNXJRVkNnS0dRaUlqb29CV0NnR1Zaa0NUSlhwS2swSXBZQ0lFTWc3VnYrc3p6NG5CWWkyc1RGbU1vSkNJaVdnREZZYUU0SkxLVmNQa28xMW80UFFqV2FpQUVHQXFKaUlnV3pQVFFBSUN0aE10UXVRQll5Mkd3Z0tHUWlJaG9nVTBQQzRWdVpWbytsdVAzazZHUWlJaG9rUzNIQUVITEQzYzBJU0lpSWlLR1FpSWlJaUppS0NRaUlpSWlNQlFTRVJFUkVSZ0tpWWlJaUFnTWhVUkVSRVFFaGtJaUlpSWlBa01oRVJFUkVZR2hrSWlJaUlqQVVFaEVSRVJFWUNna0lpSWlJakFVRWhFUkVSRVlDb21JaUlnSURJVkVSRVJFQklaQ0lpSWlJZ0pESVJFUkVSR0JvWkNJaUlpSXdGQklSRVJFUkdBb0pDSWlJaUl3RkJJUkVSRVJHQXFKaUlpSUNBeUZSRVJFUkFTR1FpSWlJaUlDUXlFUkVSRVJnYUdRaUlpSWlNQlFTRVJFUkVSZ0tDUWlJaUlpTUJRU0VSRVJFUmdLaVlpSWlBZ01oVVJFUkVRRWhrSWlJaUlpQWtNaEVSRVJFWUdoa0lpSWlJakFVRWhFUkVSRVlDZ2tJaUlpSWpBVUVoRVJFUkVZQ29tSWlJZ0l3UDhITW9IcHJkanlJbVVBQUFBQVNVVk9SSzVDWUlJPSIsCgkiVGhlbWUiIDogIiIsCgkiVHlwZSIgOiAibWluZCIsCgkiVmVyc2lvbiIgOiAiIgp9Cg=="/>
    </extobj>
    <extobj name="C9F754DE-2CAD-44b6-B708-469DEB6407EB-4">
      <extobjdata type="C9F754DE-2CAD-44b6-B708-469DEB6407EB" data="ewoJIkZpbGVJZCIgOiAiMzIwMTczNTI1ODUxIiwKCSJHcm91cElkIiA6ICI0Mzg4NTUzOTgiLAoJIkltYWdlIiA6ICJpVkJPUncwS0dnb0FBQUFOU1VoRVVnQUFBbDhBQUFGVENBWUFBQUFIbFduN0FBQUFBWE5TUjBJQXJzNGM2UUFBSUFCSlJFRlVlSnpzM1hkOFcvVzlQLzdYT1VmYnNpWHZIVHQ3YjBaSW9CQVN3Z2k3VUtCUXVMZGNTc2YzdHJlbGw1WmZXN3Jwb0VBdmJXbWh1eFFLaEVEWk95U0VBQWtoZXpuVGUxdkRzclhQMGU4UFdjZVNKYy9Za21XL25xQkhaT25vK0NONTZPWFBlSDhFcjg4YkFoRVJFUkVsaFpqcUJoQVJFUkZOSmd4ZlJFUkVSRW5FOEVWRVJFU1VSQXhmUkVSRVJFbkU4RVZFUkVTVVJBeGZSRVJFUkVuRThFVkVSRVNVUkF4ZlJFUkVSRW5FOEVWRVJFU1VSQXhmUkVSRVJFbkU4RVZFUkVTVVJBeGZSRVJFUkVuRThFVkVSRVNVUkF4ZlJFUkVSRW5FOEVWRVJFU1VSQXhmUkVSRVJFbkU4RVZFUkVTVVJBeGZSRVJFUkVuRThFVkVSRVNVUkF4ZlJFUkVSRW5FOEVWRVJFU1VSQXhmUkVSRVJFbkU4RVZFUkVTVVJBeGZSRVJFUkVuRThFVkVSRVNVUkF4ZlJFUkVSRW5FOEVWRVJFU1VSQXhmUkVSRVJFbkU4RVZFUkVTVVJBeGZSRVJFUkVuRThFVkVSRVNVUkF4ZlJFUkVSRW5FOEVWRVJFU1VSQXhmUkVSRVJFbkU4RVZFUkVTVVJBeGZSRVJFUkVuRThFVkVSRVNVUkF4ZlJFUkVSRW5FOEVWRVJFU1VSQXhmUkVSRVJFbkU4RVZFUkVTVVJKcFVONENJaUdpOEM0VkNxVzVDU2dpQ2tPb21URWdNWDBSRVJIMUVoNjNJOWNrV3dBUkJRQ2dVaWdsZ0RHT2pnK0dMaUlpb1IzVFE2bnZwZTh4RTFUZHNSVjhTSFVQRHgvQkZSRVNFMk1DbEtBb0VDSkEwRWtSQmhFYWpnU2hPcm1uU2lxSWdHQXhDQ1NtUWd6SVVLQkFFUVgwZEdNQkdUdkQ2dkJNN3doTVJFUTBpRXJnaUY1MU9CNFBla09wbWpTdGVyeGYrZ0IraUtLb1hCckNSWWZnaUlxSkpMVHA0QVlEUllJUWtTU2x1MWZnVWxJUHdlcjBBd0FCMkdpWlhIeW9SRVZHVTZHRkdSVkZnTXBvWXZBYWdrVFF3R1UyUVpSbUtvc1ROaDZPaFlmZ2lJcUpKS1RwNHliSU1uVlkzNmVaMWpZUW9pdERwZEF4Z3A0SGZaVVJFTkdsRndwY29pakFZT01kcnFJd0dJMFJSVk1NWERRL0RGeEVSVFVyUlBWODZuUzdWelVrN09xMk9QVjhqeFBCRlJFU1RUblE5TDBWUklJbWM1elZjZlh1K0dNQ0dqdUdMaUlnbXBlaUo5cHhrUDN3YWpVWjkvUmk4aG9maGk0aUlKcTNJa0JuTEpReGZaUHNoQnEvaFkvZ2lJcUpKaWNObHA0K3Y0Y2d3ZkJFUjBhVEZucHZUdzlkdlpCaStpSWhvMG1GZ0dIMThUWWVPNFl1SWlJZ29pUmkraUlpSWlKS0k0WXVJaUlnb2lSaStpSWlJaUpLSTRZdUlpSWdvaVJpK2lJaUlpSkpJaytvR0VCRVJVZGkvbnRtSXB6WThqK25US3ZIZ0wzNlM4SmgzdDd5UGwxNTlIVFcxOVpBa0NYZmVmaHZXclA1VWtsdEtwNFBoaTRpSUtFMDg4ZFN6ZUdianZ3RUFScU1SV3EwR25TNVhpbHRGdzhYd1JVUkVsQVpzZGdlZWZmNUZBTUFOMTEyRG16NXpMUVJCZ05mclMzSExhTGc0NTR1SWlDZ05WQjA5QmtWUklFa1Nicmp1YW5VemNJTkJuK0tXMFhBeGZCRVJFYVVCajhjTEFMQmtaVUtTcEJTM2hrNEh3eGNSRVZFYVVQZE83T254b3ZURk9WOUVSRVJKMU5UY2dtZWZleEY3OWgrQXcrR0EyV3pHa2tVTGNQT04xeWM4L3BISC9vSTMzdHFrZm15ejJYSFY5YmNBQUV3bUkvNzE5ejhtcGQwMGVoaStpSWlJa21UN3g1L2cvb2QraTBBZ0FBQ3dXaTN3ZXIzWS9ONDJmTEo3TDg1Y3ZqVHVNWmFzTEJRVkZzRGo4Y0xaMlFsUkZGQ1FudzhBTUJtTlNXMC9qUTZHTHlJaW9pU29xMi9BcjM0ZERsNkxGczdIbCs3NFQ1UVVGeUVVQ3VIUWthUDQzUi8raEUyYnQ4WTk3dVlicjhQTk4xNkhkOTU5RHc4LzhoaXNWaXNlL2UyREtYZ0dORm9Zdm9pSUtDVVVXWUVjVXFESU1oUkZnUklLSWFRb0NDRTh2MGtJaGY4TmhVSUkvOWY3Y2N4OW9SQVU5RjVIS0FTRS80KzVMZm9jaXF4QWxtVUVBd0g0L1g0VTVCZU0rZk45NHFsbjRmY0hVRjVXaW52ditTYTBXaTBBUUJBRXpKODdHei85NFhmd2xhL2RqVzYzZTh6YlFxbkY4RVZFUkVNU0NVZXlMRU5SUWxBVVdiMHVLekpDc29KZ3oyMmhubUFWa2hYSWloSU9WN0tzWGxjbmo2ZnF1ZlMwSXhnTUl0Z3pCRGlXL0g0L2R1emNCUUM0NXNyMWF2Q0tsbTIxWXRVNVorUE5kOTRkOC9aUWFqRjhFUkZOUW9xc0lCQU1JQ2pMa0FQQjhQVmdFTUZBTUh4Yk1CZ09TckxjMHp1bHBMckphYTI2dGc2eUxBTUFGc3lmMis5eGVYazV5V29TcFJEREZ4SFJCQkVKVkxJc0l4QUlRZzRHNFE4R3dvRXFHRVF3R0VBd0tDTVlES2E2cVFBQVNaSWdDQUlrU1lJb0NCQkZFUkFFQ0QwWGhQOFBmd3doNWo0QkNOOHY5TjR1Q21MdjhZS0FrQUQxMk1nNUlzY3JJUVdoU005WEVsNlB6czdlTFlDeXNqTDdQVTVnR1lsSmdlR0xpR2ljazJVWmZyOGZnVUE0UUFVaVBWVEJjSTlWdU9kcTdBT0VLQWdRUkRFY2xrUUJraWhCN0xrdWloSkVTWVJHbE1LaFNoSWhDV0w0WDFHRUpFb1F4SERRRWtRUllvcERSbVRZTWRBejUydXNhVFc5YjdjK3J3OUdneUhoY1Q3ZjJMZUZVby9oaTRob0hQRDcvZXJGMS9OdndCOE9Cb295K2tOK2tpUkJvOUgwWENSSUdnMTBXaDAwR2drYXJSYVNLRUlVUllpU0JFa1FJVXFzeVgwNkNncnkxZXZIVHB4TVdGSUNBSTZmUEpXc0psRUtNWHdSRVNXQm9pZ0krQVBoWU9YendlZnp3ZC9UNnhJWXBRbmZraVJCMnhPb0pJMEdXcDBXV2trRGpWYlRHN2EwV21pNE5VM1NGUmNWb2lBL0Q2MXQ3WGpocFZkeHhySWxjVU9NVlVlUFk4L2UvU2xxSVNVVHd4Y1IwU2lSRlFWK1h6aGMrZjErZUh2Kzlmdjk2bVRya2RCb05ORHBkTkJvTmRCcXRPR0FwWTBFcVhEUGxVYkRYK2ZqM1RWWFhZNUgvL1EzN0Q5NEdBLzk1dmY0L0swM3cycTFRRkZDMkxsck54NSs1REZrbXMxd2RYV2x1cWsweHZqVFNrUTBUSXFpd092MXd1UHh3T1B4d3V2end1OGIrZkNnS0FqUTZuVFE2WFRRNmJUUTZmWFE2M1RRNm5UUTYzU2ozSHBLbFV2WHJjR2h3MVhZdXUxRGJObjZBZDU3LzBQa1pHZkQ0L1hBN2ZaZzZlS0ZtRGxqR3A3WitFS3FtMHBqak9HTGlHZ0FnVUFBSHE4WFBrOVAyUEo2UnpSTUtBZ0M5SG85ZEhvZGpIb0R0SHFkR3JBNEREZzVDSUtBYjN6MXkxaXlhQUhlZUdzVGF1cnEwZFhkamRMaUlseDR3WGxZZitrNlBQM3M4Nmx1SmlXQjRQVjVVMXZwam9ob0hBZ0I4SG05UFQxYVhuZzlIbmg4M21IWHR4SWxFWHFkSGdhOUhnYURBVHBEK0hxaW9wcVVPbjFYT3lhand2MUUxTnJXQ3AxT0I2MVdHMTZnSVhKaHhsQ3c1NHVJSmlXZjN4L3V5WEo3ME8zdWh0ZmpIZGJqUlZHRXdXQ0EwV2lFWHErRDNtQ0FRYStIeEY0c0lob0V3eGNSVFhpeW9zRGQzUTIzMncyUDJ3TzMxelBrSGkxUkVIcDZyM3FDbGlIY284V2hRaUlhS1lZdklwcHcvSDQvM0c0M3VycTY0ZTd1aG4rSWM3VDBPaDMwQmoyTUJpTU1CZ1AwQmoxMG5QQk9SS09NNFl1STBwN1g2MFczMjQzdTdtNjR1N29SSEVKWkI0MUdBNVBKaUF4VEJvd21JNHhHSTdkMklhS2tZUGdpb3JRU0NvWENZYXZiamU2dUxyZzlua0ZyYUltQ0FJUFJDR05QMk1ySU1IRnVGaEdsRE1NWEVZMTdQcjhmWFM0WHVseGQ2SGE3QjYybkpVb2lNa3daTUdka3dKUmhndEZvVEZKTGlZZ0d4L0JGUk9PT0xNdm83bmJENVhLaHE2dHIwTHBhR28wR3BneFRUOWpLZ0VHdlQxSkxpWWlHaitHTGlNWUZqOGVEenA3ZUxZL0hNK0N4T3AwT0pwTUpabk00Yk9sWVE0dUkwZ2pERnhHbFJDZ1VRcGVyQzA2bkU1MWRyZ0ZMUDRpU0NITkdCakt6c3BDWm1ja3lEMFNVMWhpK2lDaHBGRmxCWjVjTFRxY1QzYTR1S0tIK045Z3dHbzB3WjVxUmxabkpPVnRFTktFd2ZCSFJtQW9HZzNCMmRxTFQyWW51N3U1K2o5Tm9ORENidzJFcnc1ekIxWWcwcHZxV0ZWRVVoVnZqREZQZmhTOHMxVEowREY5RU5PcGtXWWJUNllUZDdoaHcvcFplcjBkV1ZpWXNGaXNNQms2U3ArUVRCQUdDSU1BZjhNT2dONlM2T1duRkgvQ3JyeDhORDhNWEVZMEtSVkhRNlhMQllYZWdxNnVyMytPTVJpT3NGZ3N5c3pKWlBaN0dCVUVRRUFnRUdMNkdLUkFJTUhpTkVNTVhFWTFZWk5LODNlbUFxOU9GVUlJNVhBS0FqSXdNWkZteWtHV3hjTEk4alJ1UlhodEJFT0QxZW1IT01ETk1ERkdrMkxFb2l1ejlHZ0dHTHlJYU5wL1BCNXZORHJ2RDN1OHFSWlBKaE94c0t5eFpGb2dTNTlMUStDTUlBa1JSaENpS0NBYURjTGxjeU1yS1NuV3owa0puWnljVVJZRkdvMUVER0EwZHd4Y1JEWW1pS0hBNm5iQjEyT0R4ZWhNZVl6QVlZTFZhWWJWYW9OSHcxd3VOWDRJZ0lCUUtxUUZNa2lSMHU3dGhOQnFoWmQyNEFmbjlmblM3dTZIVDZXS0NGd1BZMFBHM0l4RU55T1B4d05aaGc3UG5MOTIrdEZvdExGWUxzcTFXNkZsWm50SklaTGdzRXI1a1dZYkQ2VUIrWG42cW16YXVPUndPU0pJRVNaSTQ3RGhDZ3RmbjdiL1FEaEZOU29xc3dPNnd3MmF6dytmenhkMHZDQUt5c2pLUms1T0RqSXlNRkxTUTZQU0ZRaUdFUWlFb2lvSmdNSWhnTUloQUlBQlpscEdSa1FHcnhacnFKbzRyVHFjVFhkMWRrQ1FKV3EwV0dvMG1adGlSQVd6bzJQTkZSQ3FmMzQvMjFqWTRuTTZFaytmMWVqMXljcktSYmMzbVBDNUtlNUd3RU9uNWlyNjl1N3NiSG84SGVyMGVPcDBPQnIxaDBnMmxCNE5CZUgxZUJQd0JlSDFlZFk1WDVNS2VyNUZqenhjUm9hdTdHKzF0N1FsTFJJaWlDRXRXRm5KeWMxaHBuaWFrU08rWG9paVFaVG51b2lpSzJrdVc2SStTaVNoNkpXZ2tuUGE5UkJZck1IZ04zK1NLOFVTa0NvVkNjRHFkYUcvdmdEZkJCSHFEMFlEY25CeFlMQlpXL3FZSkxSSXdJdGVqVjBGS2toUVR2aUltYWdpTERsS0pYb3ZJdjVIYkdieEdodUdMYUpLUlpSbXRiVzF3MmgwSXluTGMvVm1XTEJUazVjTmdaTUZKbWp3aVlTS3lBakt5M1ZDa1Z5d1N0aVpxNk9vcmVnVmpKR1JGOTNSeHFQSDBNSHdSVFJLQlFBQnRiZTJ3MisxeGJ5Q1NLTUthazQzOHZMeEpONitGS0NJNmNFU0hzY25TNnhXUnFQZXJiK0JpOERvOS9DMUxOTUg1L0g2MHRiVEM0WFRHM2FmVmFwR2Zsd2RydHBWRGkwU0lEeDRBSmwydlYwU2lvTVhRTlRvWXZvZ21LSy9YaDViV0ZyZzZYWEgzR1kxRzVPZm5JeXNyTXdVdEl4ci8rZ2FPeUhEa1pETVpuM015TUh3UlRUQit2eC9OVGMzb2RDVUlYUVlEQ29zS1lUYWJVOUF5b3ZURkVFS2ppZUdMYUlJSUJvTm9ibTZCdytHSXU4OWdOS0N3b0FDWm1lenBJaUpLTllZdm9qU255QXBhMmxwaDY3REZ6VWt4R0hwQ0Y0Y1hpWWpHRFlZdm9qUVZDb1hRMFdGRGExc3JGRGwyejBXOVhvL0NnZ0prV2JKUzFEb2lJdW9Qd3hkUkd1cnNkS0dwc1JHQllERG1kcDFPaDhLQ0FsaXNsaFMxaklpSUJzUHdSWlJHL0g0LzZ1c2I0SGE3WTI3WGFiVW9LQ3lBMWNxTmdJbUl4anVHTDZJMG9DZ0tXbHBiWVd2dlFQU3NMa0VRVUZCUWdMeThYSzdHSWlKS0V3eGZST09jMCtGRVUzTXpnbjJHR0UwbUU4ckt5NkRUYWxQVU1pSWlHZ21HTDZKeFNwWmwxTmJXb2J1N08rWjJVUkpSWEZ5TWJBNHhFaEdsSllZdm9uSEk2WENpb2FreGJoV2p4WktGa3BJU1NKS1VvcFlSRWRIcFl2Z2lHa2NVV1VGZGZUMWNmYXJUYTdWYWxKYVdzREk5RWRFRXdQQkZORTY0dXJwUVgxY1BXWlpqYnMvTnkwVmhZU0ZFVHFnbklwb1FHTDZJVWt3SmhkRFUwQWg3bjIyQkRFWUR5a3BMWVRBWVV0UXlJaUlhQ3d4ZlJDbms5L3RSVTFNTG44K24zaWFLSWdvTEM1R2JtNVBDbGhFUjBWaGgrQ0pLRWFmRGlZYkdSaWhLNzZUNlRMTVpwV1dsMEdqNG8wbEVORkh4Tnp4UmtvVkNJVFEyTnNGdXQ2dTNDWUtBNHBKaTVHUm5wN0JsUkVTVURBeGZSRWtVQ0FSUVUxMERiOVF3bzFhclJVWEZGTTd0SWlLYUpCaStpSktrczlPRit2cjZtR0hHckt4TWxKV1ZRUlRGRkxhTWlJaVNpZUdMYUl5RlFpRTBOVFhEWnJPcHR3bUNnT0xpSXVUa2NGSTlFZEZrdy9CRk5JWUNnUUNxYTJyZzgvWWRacXlBd2FCUFljdUlpQ2hWSmxUNHF2TjBZSStqRnNlNkduSE0xUUo3b0h2d0J4R2xnbVB3UXloNXNyVVptSmxaaUZubUVpeTJUa0c1TVRmVlRTS2lDVXp3K3J5aFZEZmlkUG1WSURiVWI4Y3JUYnVoSU8yZkRoR2xrQWdCVjVRc3cvVmxLNkFST0JlUGlFWmYyb2V2R25jN2ZuM3NOVFI1MlpWQVJLT253cFNITDAyN0NKVVplYWx1Q2hGTk1HbjlaNTFYQ2VEQm82OHdlQkhScUt0eHQrT2hZNjhnR0pJSFA1aUlhQmpTT253OVhmc2hXbnlkcVc0R0VVMVFMYjVPUEZPM1BkWE5JS0lKSm0zRDE5R3Vacnplc2pmVnpTQ2lDZTZscGs5UTFkV1U2bVlRMFFTU3R1SHJ0ZVk5bkZwUFJHTXVCR0JUNjhGVU40T0lKcEMwRFYrTkh2dmdCeEVSallJRy9yNGhvbEdVdHVHcmpYTzlpQ2hKR2oyMndROGlJaHFpdEMyeTZwYjlxVzRDRVUwUy9IMURvUkFudXFTS0lBaXBic0tvUzl2d1JVUkVORmFpdzFia09nTlk4Z21DZ0ZBb0ZCUEFKa0lZWS9naUlpTHFFUjIwK2w3NkhrTmpwMi9ZaXI0a09pYmRNSHdSRVJFaE5uQXBpZ0lCQWlTTkJGRVFvZEZvSUlwcE8wMDZiU21LZ21Bd0NDV2tRQTdLVUtCQUVBVDFhNUd1QVl6aGk0aUlKcjFJNElwY2REb2RESHBEcXBzMTZZbWlDSjFPRi81QUQzaTlYdmdEZm9SQ0lZaWlDRkVVMHpLQU1Yd1JFZEdrRmgyOEFDRERsQUZKa2xMY0trckVZREJBbzlYQTYvV3FYNjkwREdEc1F5VWlva2tyZXBoUlVSU1lqQ1lHcjNGT0kybGdNcG9neXpJVVJZbWJrNWNPR0w2SWlHaFNpZzVlc2l4RHA5VnhYbGVhaUF4SHBtc0E0M2NaRVJGTldwSHdKWW9pREFiTzhVb25Sb01Sb2lpcTRTdWRNSHdSRWRHa0ZOM3pwVTdxcHJTaTArclk4MFZFUkpRT291dDVLWW9DU2VROHIzVFV0K2NyWFFJWXd4Y1JFVTFLMFJQdE9jaytQV2swR3ZWcm1DN0JDMkQ0SWlLaVNTd3lYSlZ1cFFvb0xMTDlVRG9GTDREaGk0aUlKcWwwRzZxaXhOTHg2OGp3UlVSRWsxWTY5cHBRckhUOEdyTENmWW9JQU1iTHQ0cGUxRUlPS1FpRzVGUTNSVFV6c3hpTHJGTnd5Rm1QWTY3bWNkVTJTZzZkcU1GWnVUTUFBQTF1RzA1MXQ2YTRSVFNScE51Yk5RMU51Z3docytjckJTNHNYSUFIbDkyR1RJMXhTTWRyQkJFL1cveFpYRjZ5REJwaDlMOWtsNWN1dzVPcnZvcWZMcm9SNjB1V2pmcjU1MmFWNHBkTGJrRkZSdjZRSDdPdWVCRnVxVHdQOXkyK0NjdHpwbzU2bXdDZzNKUUxnNlFkazNOUE5MazZjOUkvWjZiR2dMdm1YSTY3NWx5T0N3dm5KLzN6RXhHTkZmWjhKZG5xd3ZuNDcxbVhBQUMrcytBYTNMdnZHZmlWNElDUHVhTDBETXpKS3NHY3JCSmNXcklVWDkvMTkwRWZNeHhuNWt5SFZwQXd6MUtHUFk2YVVUc3ZBT1RvekxoNzNsV3dhazM0MWRMUDRabmFEN0d4OWlNb0EvVDdpUkJ3ZGsrUGh5dm93VTdieVZGdEV3Q1VtWEx4MDhVM29qUGd3YzhQL2h2MUh0dW9mNDVrV1pZOUZiT3lpay83UEc4MzcwZTd6eFYzKzNSekliNi84SHJzczlmZzExV3Z4dlZDRHZXUGlHakJrQXlQN0I5eFc0bUkwaG5EVjVLOTMzb0VseFl2d2N6TVlzek9MTUhYNTZ6SEx3NjkwTy94MmJvTWZHYktPZXJIYnpUdEhkWGdsYVUxWW1iUEczY2dKT1BOcHIyamRtNEFjTXMrN0xWWDQveUNlZEFJSWo1YnNRcG41ODdBdzFXdm9kYmRudkF4NStUTlV0L1F0N1llZ1J4U1JyVk5BUENOT2V1UnFURWlVMlBFTDVmZWdvZXJYc05ISGNkaWpsbVZQeHN6elVXai9ybWp0ZnRjZUxseDEybWRZM25PTkZ4V3N2UzAyN0xYWGhNWHZqU0NoSHZtWFkxTWpRR3I4bWZEcXN2QXp3NCtqMjdacHg3emozTytNdXpQdGROMkVqODkrTnhwdDVtSUtCMHhmQTFUZ2Q2Q3FlYWhENThCUUxQWGlacnVOZ0RoZ1BPTFF5L2dnV1czd3FJMVlVWHVUSHkyWWhXZXJObVc4TEczVFQxZkhScmJhVHVCRnh0MkR1dHpGeG9zV0pFM3E5LzdwNWh5SVNJOFB0N203Y1FGd3h6ZU9kTFpnS3JPeG43djk4b0IvTHJxVmV5MlYrUE9HV3RobEhTWWJpN0VBOHMraDZkclBzUnpkZHZqZXNHdUtqdER2WDVSOFNKY1dMUmdXRzFLMUliLy9PaVJtTnQrZHZEZitNNzhhMUNSa1EranBNUGQ4NjdDRTlWYnNiRnV1M3JNOHV4cFdEM0d3MTBudWxyd2N1TXVURE1YNE00WkZ3MzVjVldkamZqTHlYZkhzR1Zod1pDTSt3Ky9oSHNYWGdlVHBNTjhTeGwrc3ZoRy9HRC9CamdEN2xINUhBWlJpMyt0K2hvQVlFUHRSM2l5NXYxUk9TOFIwWGpGOERWTVorUk93eDNUMXd6ck1hODI3c1lmVDd5amZ0emg3OEtEUjE3Qjl4ZGVCeEVDcnA5eURtcTYyN0d0dlNybWNVdXlLM0Yrd2J6d1kzd3VQRnoxMnJEYlcyN0t4WDlNUFg5SXg1WVlzNGQ4Yk1UVHRSOE1HTDRpdHJRZVFsVm5BKzZlZHhXbVpoUkFJMGhZVzdRUWJ6VHRnU3ZvVlk5YlpLM0F6TXplSVRTdElFRXJqSDd4d3paZkorN1oreS9jUGU4cUxMRldRQUJ3UytWNUtESmE4WWRqYjhYMXRubVZ3S0RuMUlrYU5jZ0dRektDUStpeDg4bmg4NW9rUFdabERuM29zRHZvUzNqN3I2dGVSYjI3WThqbnVhSjB1Zm85MXA4cVZ5Tit1SDhEdnIvd2VwZ2tIU296OG5IZjRwdHc3NzZuMGVIdlVvOXI5anB3d0ZFMzRMbk9MNXczSmw5UElxSjB3dkNWSXZzY05kaFkreEd1bjNJT3FseU5PTjdWSEhPL1h0VGlTelBEUFNFS1Fuamd5TXN4SVdXb292dVUzTEovVk9iWmFBVUpXZHJoei9OcDlqcnhyZDFQNEFzejFtSlYvbXpjZC9ENW1PY2tRc0R0MDFlckgyK28vU2htZUN2aSt2SVZ5TkRvQVFEL3JONmFNT1RNelNyQjJia3pBWVNEYXlJZTJZK2ZITmlJcjgyK0RPZmx6d0VBckMxY2lGYXZFeHRxUDRvNTlndmJINE1yNkJudytUMTIxaGVRcjg4Q0FIeHJ6eE00MlRWMnEvTkMvY3lacTNkMzRFUlh5NURQNC9CM0QrbTRvNjRtL1BqQXMvakJ3dXVoRjdVb01XYmp2aVUzNFg5My8xTTlwcXF6RWI4NzlzYUE1ems3YndhMEk1Z2pSa1Ewa1RCOERkUHJqWHZ3VnRPK21OdFdGODdIbDJhdUF3RGNkL0I1N0xGWHEvZE5OUmRnZGxaSndqazVycUFYdGU1MmJHdXJ3dktjYVRIM3piZVVvMEJ2QVFDY2NEVmpxcmtBVTgwRmNlYzQwdGt3NURmNWpYVWY0Ym02SFhHM3I4eWJoVFZGQy9IWGs1dUgxR3V5TkxzUzl5NjRia2lmczY5QVNNYnZqcjJCcDJvL2lBdEZWNVNkZ1NtbVBBREF4N1lUQ1llZnpCb0RidXZwblR2WjFSb3pUQmp0Z21XM3FkZWY3Uk9rb3NraEJROGVlUm5kUVM4dUtWNkM5OXVPWUdOdDRuTU9aSkYxaWhxOHRuY2NHM2J3T3VDc3d6VmJmelhnTVZNekN2RGdzbHNCOU4vejFaZGUxS0lpSS95YU92emRhUFYxRHF0ZDBZNTBOdUtYaDE3RVBmT3ZnVVlRc2JQakpEb0RBd2RTSXVxMTdjUHQrTzBmL29RNXMyZmh1OS82QnJjMG1zUVl2b1pKUVFoS245VmVDNnhUQUlTRHhWNUhEUUpSOTgrMWxBMDZsUGY1YWFzSHZIOW1abkhNVUZ5MHg2dmZHL0NOZnJCcUoyV21YSHh0OW1YUWlSb3NXVjZKTjVyMjRvbnFyVU4rY3grcFNQQVNJVUJCQ05QTmhiaWw4bHdBNGRmNDhWUHZKWHpjcXZ6WjZuUGEyOC9LelBQeTU2Q3lwNnhGbzhlTzkxb1BEOXFlUjQrL2pVUE9lbXhycXhwd0pXWi9WaGVHNTZXRkFEeGQ4OEd3SHo4VU9mcmVjZy85OWViMVZXYkt3UytXM0F3Z2Z2aDdKSGJaVCtIaHFsY3hKNnQwd0hPSkVEQTdxd1FBWVBkM285bnJPSzNQU3pRUmJObjZBZHh1RDNidDNvdTI5ZzRVRmNiL1FVMlRBK3Q4allKRlBlSHJvTE0rYmlWaVVKSGhWUUl4bCtoaE1sK2YrNkl2MFNFdUVJby9qMWNKSUtnTVBLOUlqS29MbHFpb1lJTzdBNCtmZWc5ZUpRQVJBaTR0WG9MZm5YSDdvUE9BUnNOMGN5RWVXbjRiTEZvVC9tZjJaZEQwekFWNnFlRVQxQ1hvZ2RPSkdseFRkcGI2OGVyQytYSERueUlFM0ZpeFN2MzQ2ZG9QaGh5bXRyWWRHVkh3TW9oYXJNZ0xEM0Z1N3ppR1V6MkxLMFpiVGxTdExWdlVYS3RrMjlwMlpOQVFsNkV4NEw3Rk4rRyt4VGZoMCtWbko2bGxST1BidFZkZmpvVUw1dUc2YTY1TWFmQTZjYklhVHp5MUFVZVBueGpWODdhMWQrQ2xWMTdIcGkxYlIvVzhFeEY3dms3VE5ITUJMRm9UQUdDMzdWVGMvYTgwN3NJcmZVb0ozTGY0SnN6TktvVWo0TVlkMi8vUTc4VHMyNmV0eHVXbHl4RUM4TFdkZjBYVENIb1B4S2krcjBTZkp3VGc1Y1pkMk5GeEhGK1pkUWtXV2Flb1ljam02OEorWisyd1ArZFFYRmk0QUhmT1dBdWRxTUcxNVdmaFo0ZitqUy9QdkJoV25RbFBuRXI4ZzN2SDlEVW9ORmpVajYxYUUrNlpkdzIrdjcrM1ZwcEdsTENwNVFBdUtWNENyeExBMW41NnZVeVNEdTRSem4vNzY0b3Z4eFJuRlNGQUo0Wi9sTTdJbWFhdTNCdklGN1kvMnU4Y3ZnV1djaHh5MXNjRndRSkRsbm85VVQwdUlocmY1c3lhaVo5OC8vOUxkVFB3elh1K0IwVUpZZGJNR2FONjNvY2ZlUXo3OWgvRVZWZGNOcXJubllqWTgzV2FsdWRNVjYvdnRBMytWMFNKTVJ0enMwb0JBRzgwN2VrM2VFbUNpUE1LNWdJQTl0cXJSeFM4QUVBcjlzNHBDQXhRSDZ6VjE0a2Y3SDhHL3pqMUhvSWhCZit1LzNoTWdwZEdFSEhuakl2dzM3TXVVUVBMaXJ5WmFQVTY4ZDE5VCtHN2U1K0s2ZkdMdUhYcStWaGJ0QkFBNEZlQzJOSjZDQUF3SjZzRVAxaDRQVEkxQnZXK2pYWGJjZWVPeC9DRC9Sc1M5bU5kVnJJVXZ6L3pEaXpMSGxubGZJT2toVUhzdlVTZVIvajVTVEgzOVhkSk5DQmNic3JGZll0dndvOFgzWkN3dkVhcE1VZTkzdXhKempEZUFrczVib3JxU1NRaW90UEhucS9UOUttZVZYTFYzVzFvOU5nSFBmN2k0c1VBd3FVSVhtL2MwKzl4eTNPbXFUMXFyelR1SHZTOEN5MVRZTkxvNG02ZmF5bFRyNWVaY3RYSzhmMXA5Tmp3ZE0wSGFQQjA5SHRzOU1UL1VtTk8zSEVOYmx2Q2l2RUYraXpjTmZlS21KSUt1KzNWZU9qSUsyb0lkZlNwSFpXcE1lQkxNOWZobktoYVpYODg4UTQyTlI5QXB0YUlaZGxUTVRlckZMOWE5am44cHVwMUhIQ0dTeDBvQ0NXY0Y3VXNleXB1bjM0aFJBajQ3b0pQNDRYNmovSFA2cTBqS3VSYTUrN0E1dGFEUXo1K2VmWTB6SXY2ZXZUbGtmMlltUmt1Nm5yRGxKWFkzSElvcHBwOGlURWJRUGk1TlNTaEl2OFVVeDd1bVg4MVRKSWU1YVk4L0YvVnEvQU5vZVFHRVJFTmpPSHJORXpOS0VDWktSY0E4RjVQVDh4QWRLSUdGL1pNekg2djlYQmMwSWdXS2U3WjRuWGlreUgwcVAzWGpBdlZsWUw5V1YreWJOVDNianczZnc3TzdRbWdFWWtLWlo2WFB3ZGZuSGtSVEZLNFJJU0NFSjZxK1FBYmFqOU1lRjVKRUxHbWNDRnVxbHdGYTA4SURRSDQrOG5OZUx0NVB3RGdGNGRld0xmblhZMmwyWlVvMEZ2d28wVTM0TDNXUTNpeWVodGFmYzZFNTYxeU5XS2Z2UVpMc2lzaEFMaTY3RXpNeVNyRkx3Ky9BUHNReXk1RU5IbnNDVmVQOWlkTFl4d3dmTFg3WEhpN2VUOHVLVjZDUEgwbUxpbGVyRmEvMXdnaVNrM2hucThXcjNOVWR6bm9UNmtwQnpveFBMeDZUdDVNRkJwdXduMEhuNHVwN1VWRVEvZjhpNi9nYjQvL0M2VWx4WGprLys1UGVNemVmUWZ3NWp1YmNlVG9NVGdjVG1nMUdoUVdGdURNNVV0eHhmcUxZY25LU3ZpNFk4ZFA0b1dYWDhQeEV5ZlIzbUdEUWE5SFNVa1JMbDU3SWRhcy9oU09uemlKdTc1OWI4eGpmdkx6QjlUcjExNTFPVzY3NVViMTQzMzdEK0xkTGUvamNOVlJkTmhzVUpRUUNndnlzWExGV2JqdW1pdGhNT2pWWXo5enkrM3crWG9YYWIzdzBxdDQ0YVZYQVFDelprekgvVC83NGZCZnJBbU80ZXMwZktwbldEQ0U4Q1Rrd2F3dW5BOXp6L0RZQy9YaFN2VVpraDVIVFFXN0FBQWdBRWxFUVZRRmhxeVlTZG81T2pQTzdCbk9mTDFwanpwMGRsYnVEQmdsSFhiWlRvNm81bGNxR0NRdHZqQjliVXlsZUVmQWpRY1B2NXh3V05PaU5lR0N3dm00ckdTSldtb0RDTy94K0x1amIyQjd4M0gxTnI4U3hFOE9iTVR0MHkvRVpTVkxJUUE0djJBZXpzMmZnNDg2anVHTnhyMDQ0S3lOR1hyc0R2cnc0d01iOFIvVExzQVZwY3NCaEljdUgxeDJHKzQvL0NJT09ldEgvVFVZamcyMUgyRk4wVUpvQlFuWFRWbUJ0NXIzdzZjRVVObFRtQllBNnJvVGI4czBtUDVxZy9YbncvYWorUG1oZitQdXVWZENKMm93elZ5QVh5eTlCVDg1c0JIVlk3U29nR2l5Q2dhRGVQaVJQMkxMMXZCdUo1SWt3V3F4d09QMW9McW1GdFUxdFhqajdVMzQ3cmZ1d3V4WnNhTU5UMjE0RHY5NkpyeGRWMGFHQ1FYNWVlaXcyVkIxOURneXpXYXNXZjBwYUxWYWRaSi9jMHQ0aFh5MjFRcTlQanhpa3BXVnFaNXZ5OVp0ZVBEaDN3TUE5SG85OHZQeTBPbHlvYUd4Q1J1ZWV3Rjc5eC9FejM3MFBXZzA0ZDlKUllVRjhQbDhzTm50OFBzRHlEQ1prSmtaWGlDVWw1YzdWaTlaV21QNEdpRkpFTlVWZ1RaL0YrWmJ5dU9POGNvQmJPL1pMMUFBY0dWcGVOdWMzZlpxZFYvRHRVVUw4Ui9UTGtDang0NUhqNytOZlk0YVhGSzhHSklnd2lzSDhGWnpiMDJ4bXl2UHhSUlRIcHdCTjI3Zi9vZVlvYkx2N24wS2toQTdoUzlEWThDdmw5OEdqU0RCRmZUaXF6di9FdGZHUEgwV092eXVoQ3NoKzdQUU9nWGZtSE01QU9DRitvL3g3L3FQNDU0M0VDNlI4WTA1bDZNb2FwSjhWV2NqZnRHbmx5bFBuNGt6YzZiampOenBXR1N0Z0NaNmhTYkN2WXAvUDdVbFljK1VnaEQrZU9JZDdMS2Z3cDB6MWlKZm53VkpFTEVxYnpaVzVjMkczZCtOajIzSHNkZGVnMTMyVS9ES0FTZ0k0UzhuMzBXdHV4MWZuSEVSSkVHRVZXdkNqeForQmc5VnZZSnRiVlZ4bnljUmpTaXB2WEpEb1krYXBOOGZtNzhMYnpidHhmcVNaYkJvVGJpOGRCazIxbTNIak14QzlaaWpycVloZjA1TlZEWDVvVlRjNytzVDIwbjgrTUJHZkdmK3RUQklXdVRxekxodjhVMzQ1YUVYUm4wVGRxTEo3TkUvL3gxYnRtNkRKRW00N2VZYnNPNmlDMkUwaFA5WXJ6cDZITDk3OU0rb3FhM0RUMzd4QUg3endNOWh0WVovcjliVTFxbkI2L08zZmhaWHJMOEVvaGorSFhxeXVnWW5Ub1FYZ2xWTUtjZWp2MzBRQUhETkRaK0Rvb1R3bFMvZWpqT1h4OWVnOVBuOVdMeG9BYTYvNWtyTW16dGJyVWUyK2IxdGVPZzN2OGZSWThleGRkdUhXSDErdUR6UXd3LzhEQUR3dlIvOURQdjJIOFRhTlJmZzg3ZCtkcXhlcWdtQjRXdUV6c3VmZzJ4ZEJnQWdWMmZHLzh5T1g5M1I0ZTlTdzlmS3ZObnFuSjNub2dxRFhsUzhDRUI0RDhZR2p3MGFRY1M2bm5saGJ6VHRVZXR0VFRjWHFzT0ttMXNPeHMxUlN0UVR0akovdHZybWU4QlJHemZNbWFNejR6c0xya1dIejRVL0huOEhWYTdCdHdrQ2dLNm96K1ZWQXYwT255N05yb3dKWG04MDdjV2ZUcndURndKbW1JdHd4NHkxTVZQUUZZVHdVZnN4UEZ2NzRaQktOM3hpTzRuL3QvTXZ1S3JzVEZ4WnVsenRZY3pXWldCZDBXSXN6NW1PdlR2L0d2T1l0NXYzbzlYYmlXL051d29tU1FlYnZ3c0grOTBlSno2Y0xzdWVpcit1K1BLZ2JSdXVaMnMvd2tWRmk2QVROYmk2N0V5ODFyZ2JDeXhUMVB1SDB6c25pYjFCTnFqRUwyUVlpZ1BPT3Z6Z3dBYmN1eUM4djZOUjBtR2VwV3pTaGE4amg2TjZ0NFhCS3VqRmkzbkVNQitmcXNlTzVQSFJQYXluL2JtamYreEcrWGtyaWdKRlVSQU1CaEVJQkZDUW43clNEOVUxdFhqejdmQmVyVisrOC9OWXV6cTJOdVRzV1RQdzQzdnZ3WmYvNTMvUjJlbkNDeSsvcGc0Um5qZ1pMdW90aWlLdVdIOHBSTEgzdVU2cnJNQzB5b3BodDJmVmlyT3hiazE4L2NrTFByVUttemEvaDczN0QyTDMzdjFxK0tMaFkvZ2FvU3RLejRqNU9IcnZQNjBneGZSQ2lSRHdtWXB6QUlSN0xTS1R3aGRZeXRVVmJOdmFxdERoYzJGMTRYeFl0Q1lFUXpKZWJQaEVQVWRrdytzUXdrT1JnekZLdXBpYVdJa0tqVjQzWlFXc1doT3NXaE4rdHVTemVLdDVMLzUyY3N1Z1d4QkZyKzRicU1Qc21kb1BNVHVyQkFzczVYajArTnZZMUhJZzRYRWZkUnpEeHJxUGNGMzVDalI3blhpdjlSRGVhdDQzN0hJS2ZpV0lEYlVmNHVXR1Q3Q21jQUV1TGxtQ3NwN1g5N2RWcnlYY3FtaWZvd2IzN0hrU1g1K3pIZzhjZmlrbVNHcWlna3VpRlpoanhSRnc0NDJtdmJpaUowUmVYWFlXRmxqRFBhdkJrSXpqcnVaQnp0RExKUFV1d2ppZHJhV3FPaHZ4L1gzUDRBY0xyOGY3YlVmNjNRZytrZUVPZDQ1WFFUbDUzd00wOXFMRFZ6Q1Eyb1VrNzcwZm52dGFXSkNQTlJkOEt1RXhGa3NXTGp6L1BMejR5dXZZL3ZFbmF2akt5dzMvamxNVUJlOXUyWW8xcXhNL2ZqZ3lNaEwzNlB0OFB1VG1oRCtmelRiMmkzNG1Nb2F2RVZoZ0tjZTBxQlYvZ1pDTW03YjluL3J4RjJkY3BLNXFCSUNyeTg5VWU2MmVpWnBndnE2bjF3c0FYbWo0R0RwUmc4OVdoUCtTMk54NlNDMmtLUW1pdXZmZ0x0dEpOSHNUVHlhUDl2bHBxNUduRDQvaE4za2QyQkUxVnlyaWo4ZmZScFBIamxzcXo0Tk8xR0JkMFdJc3k1NkczeHg5SGZzRzZOVllFRFhFT3RpRzB3OGRlUVVGaGl5MUN2OUN5eFFzdEU2Sk8wNkVpRjMyVXpqaGFvRUFBZXVLRnNjZE14eXZOTzdDeTQyN01OMWNpREpUN29DOU5MWHVkbng5MTkvamJ0Y0l2VDhlaVhxTkRuYzI0TW5xK0MyUStuTko4UktzeXA4OXBHT2ZxOXVPaTRzWHEzWFFJbUgrYUdmVHNJSmdSazhQSUFCMG4rWTh3ZU5kemZqZjNZK2paUWpmZjlFbFR1UmhER2tUVFVZblRvVjdyK2JQbXdOaGdCNitXVFBEYzRFYkdwdWdLQXBFVWNUQ0JmTXdkL1lzSEs0NmlvY2ZlUXh2dkwwSmw2NWJpMVhubkFXZExuNEYvRkE1blozNDRLTWRPSHI4QkJvYm05SGMyZ3FIby9kblB4amtIeU9uZytGckJJWlQ5MmhaOWxRMVVMbUNYbGkwUmx4U3ZCZ1pHZ05XOUpSUDJPZW93Y211Vm54MTFxVnFZTnJhZWdSVFRIbkkwT2d4MTFLcWxwMTRkUWhsSjY0dFAwdXRpUVdFVndnbXF0d2VRcmlhL0M3YktYeDl6bnBNTnhjaVQ1K0pIeXk4SGo4KzhDdzhzaCtmbjdZYXpvQWJIdG1QZ0NJalY1K0p4ZGJlYnV6QkpuOTNCYjNvNnVwOTA1OXZMY1AxVTFiMGUveElhMi8xOVg3YkVUZ0RicHpvYWhuV1J0UFJvZ05Fb3ZsU3JvQkg3Y1VjaWpQNjdOODVrT2plcitoZTFCMURXUGthTGZMOUJBQzJZYTdtVEdTbzllYjBVYjJqd1NUMkdvNmxPWE1HRDg0eFAyVWpDSjJuOC9oUmUrd1FIeTlFRGV5TjN1ZE8zbXVtS0Fwa1JVRWdFRURBbjlxZXI2NnU4TTltWm1ibWdNZGxtSHA3cEx4ZUgwd21Jd1JCd0ErLzl5MDhzL0hmZVBtMU4xRjE5RGlxamg3SG4vNzJPSzY1Y2oydXZtSzlPakYrcU41Nlp6TWUrOHZmNGU5NVhZb0tDMUJaTVFXRlorYWpycTRCaDQ0TWJWNHM5WS9oYTVqT3lwMmhsZ3NJaHBTWXllR0p6TFdVcW0rZW1Sb0QvbnZXcFhISGJLemJqcG1aUlRFckFuKzQ4UHE0NDVxOVR1eTJ4MWZSajNiOWxCVnEyQVBDdzQzYkUvUjZSV3Z3MlBEdFBVL2d0bWtYNFBLU1pUalMyWUM5OWhwa2FZMzk3aWtaYm8rajMvMFZKNEpNYmJqWDZIU0c2MDVIZE85WHhQYjJZOE02UjBIVW5MczI3OGczMVI2dTZNVUZmbm5zeTJJa2cwYkRYNWNUU1dUWU1SQUl3SzlKemM5NGhMR25iRU4zOThCL0lIVzd3OU1pUkZHRTBkamJxNjNYNi9HNXo5NkFUMTk5SmJaczNZWlgzM2didFhYMWVQekpaM0R5VkRYdS9zWlhoOXlXWThkUDRyZC8rQk1BNFBwcnI4SlZWMXlLVEhQdjFtYVBQL2swdzljbzRHK1RZUkFoNEhPVjV3RUlyK2o3c1Axb1RHQktaRXZMSVZ4WDN0dlQ0MU1DY1BqZDZqWTV4MXpOMk9lb2hRQ2d6ZGVKZkgzaUdpNUFiTm1KdnJLMFJueHQ5bVV4UFVjbnVscnd5TEUzaC9UY2dpRUZmejZ4Q1VlY0RUalVHZDdheGhGd285WG5SSjQrSzJhYklwOFN3SDVISGY1MDRwMFJGU2VOK04zUk4vRCtFRXAwRE5WZGN5L0hHVkU3RGd6RnFyelptSk5WZ28xMTIrTVdEa1I2RzUwQlQ4TEhabWxOV0dRZCttVFdQRVAvWDl0RUhBRTMzbXphaTh0N1NtSTBlR3pEM3FDNm9tZTRPd1FNcVFqd1lNd2FROHlDaS81RUZxTUE0VEloUk5TL0tWUEtzZi9nWVJ3K2NuVEE0NDRkUHdrQW1EYTFNdUh3cE1sa3hLVVhyOFVsNjliZ3FRM1A0YWtOejJQYmh6dFFXMWVQS2VYOTF4aU10blZiZUdyTWpPblRjTXROOFowQVRjMGpHMG1nV0F4Znc1Q3ROeU83WjNQajUrdDNRQzhPWGpxZzNtUEREL2R2Z0RQZ1JydlBCVmZRaTR1S0Z1SExNOWNCQ1BkNkFlRTN4MGVQdjQxOGZTWnMvbTdZL2Qzb0RMaHhjZkVTWEZOMkp2eEtFTy8wRkJkTkpGTmp4SnlzRXZYalduYzdmbnhnNDdBcmttOXJqLzJMNXM0ZGZ3UVFEcDZDSUNBVUNvMW84K2xFSXB1Rjl5ZGJsNEZyZXhZTm5PeHV4YnN0QTFlVFYwWXd6RFBmV281TGk1ZmcwcEtsdUdmdmt6Z1dOWms5RXI0Nisxbk5PU2VySkdFUDVXaksxdmYreFZsZ3NDQlhuNW13Y244aUdrRlVkeU1JSVlRZkxmb01BT0JYaDE5Q20yLzR2V0JHU1ljL25uMG5OalVmd0VzTk93ZWNleGpkNDliZjYwZEVZZWV0WElGWFhuc1REWTFOMkxKMUc4NC9MMzVxUzJlbkM1czJoL2U5SFd5Vm9TQUl1UEx5Uy9IVWh1Y0JBSzF0N1RIaFM2L1R3K1Axd3RVVlh6RFoyUm4rM1pCbzBuMkh6WVpkZS9wL0g5TDN6REhyU25CZWlzWHdOUXdkUGhkK2ZIQWp2ajU3UFY2bzM0blBURGxuU0krTG51d2RxYW9PaEFOU3BCUUZFQzZYRUUwU1JGelFVMHRzVTh1QkFYc2NHancyUEhqa0ZYeG4vclU0N0t6SGhycVBjR2J1OEhxQlJ1cWdvMjdFZTA4T0pFZG5WbnQ5dHJRZUdqUjhqY1RzekhCZ0ZRUUJEZTdlMVRzV3JRbkducFdDOWhSVmRDL1FXMksyVmRJS0VtNlljczZRZXpQbldjclVJVXNSZ3JxdFUvUXc1bkRNeml5R1FkVGlzcEtsT0R0M0J2NXJ4NlA5SGx2Y1UxWUZBRnFUT054SmxJN216cG1GbFN2T3dnY2Y3Y0REai93Um5aMHVYTFJtdFZwRi91anhFM2prMFQvRDFkV0ZhWlVWdUhodGJ4bUlUVnUyb3IzZGhvdlduSTlzcXhWQWVFajFqYmMyQVFCRVVjRFV5dGhGVGdVRithaXByY1BtOTdiaHZKVXJvTlZxNFhKMUlUUFRqTktTOE8rSi9RY09ZZnZIbitEc004Ty9nMnRxNi9EUWIzNFBlWUJWdjRVRitRQ0FUM2J2aGMxbVIwNU9Oam83WFRFRlhDbU00V3VZcWpvYmNkZnVmNHg0ajd2b2VsL1A5TE8xVHZTeDJib01LQWpoK2JxUEJ6d1dDSWUzK3c0K2g5MzJhbnkyNGx4Y1czN1dvSThaRGI4NSt0cVloSy9vQXFGanNaMk9YdFNpMGh6K1pWSGIzUTUzMU55dWtxancwTmpQSnRaN0hUWDR3N0czWW02N2Yra3RNR3NNMk8rc3hTTkhZMFBTcDh2UGpsa0lNWmdyeXBiSERQY0N3SVdGQy9CYzNZNlk0VWNGaVhzam8xZFdPZ051dFNjdjJrN2JTWFQyREF1MkRyS0tjWTZsVkwyK3p6SHdwdXZSSzJMcjNSMERIa3RFd0ZlLzhnVjRmVDdzMnIwWGYvcmJQL0hYeC8rRjdHd3JQRzZQT3RkcldtVUZ2bnZQWGRCcWUwZGRQRzRQbm5ocUE1NTRhZ1B5OG5KaDBPdGhzOXZoZG9kL3JtLy9qOCtwNVNFaUxsNjdHby85NVIvWXUrOEFidjdQTDhLZzEyUE42ay9odGx0dXhNVnJMOFFycjc4Rmg4T0orMzc1RUt4V0MwSktDTTdPVHN5WU5oV1hYcnhXM1Rxb3I3VVhYcUErOXZZdmZRMVdTeFlLOHZQeGk1OStmNHhldGZURjhEVUNrY0tuSTNGTlR5Q3FkM2ZnZzBFcXFWOWVHdDZIOGYzV0kvM3VWZGpYemo2OVowQTR1UFI5YzlZSW9ocHVSbksvQ0dIRVBTaERsYVUxcXRkUDV6WHZ6OHpNSWpYY0hPNXNpTG12SWlOZnZkN1laeFByMnovNlBRUUlDSWFVdUJBZXFXbmxrNE54ODdNZU8vNDIvblp5TXdBa3JEa1dMVitmaFhWRnZhVklEampyc01CU0Rra1FjV1BGU3Z5NnF2ZVgzNTlQYk1LZlQyeUtlWHlteG9CUDlmU2FldVVBZHR1cjFWN1VhQWVjZFVOZXNUa25xemQ4RGJUd0kwT2pWNGM3Ty94ZEErNWhTa1JoUm9NQjk5N3pUV3o3Y0R2ZTJid1ZKMDZjZ3QzdWdNbG94TUw1YzNIdXFoVll1L3FDdUpXTHk1WXV4dnBMMTJIdnZnUG9zTm5SMWRXRnZOeGNyRnh4RnE1Y2Z3a3Fwc1R2dm5McHhSZkJId2pnemJmZlJXdGJPeVJKVkljbExaWXNQUFRMbitKZlQyL0UzdjNoYytia1pPUFRGMTZCRzY2N0dodWVlN0hmNXpDMWNncSsrKzI3OEsrbk42S3VvUkUrbngvVHA0L09DdmFKaHVFcmlaWmtWMks2T2J4TnpETzFIeUdFOEJDUUFDSHVUWHkrcFV3ZEpvck1DOU9KR3BRYXM0ZFU4VDNhLys3K3A3cWRVY1FWcGN2eCtXbmhydXR2NzNraTdweVhsU3pGSGRQWEFBQyt0Ky9wdUMxdHpzbWJoYnZuWGptc2RneFhkSmtFeHlpVVNlaHJkdFFjdWNOOXFzYlBqUW9hdFgzS2FiaGxQM1NpQnRkUFdZSG42bllNdWhveVE2UEhsMmRlakpjYlBva0xlZjI1YmVyNWFyamRaVCtGUjQ2OWlUK2NlUWMwZ29qekN1WmlZOTEyMUEzUW8zUkR4VW9ZZXVZa3Z0OTJaRWdMSTFibHowYVR4NjdXWkl1bUVTVDFOUWtCTWF0Y3Y3bjdjUUNBS3hBZUZsOVR1RkFOdGNmN2ZOL2N1KzhaU0lJNEptR2FhTHk3NXNyMXVPYks5ZjNlTHdnQ3psMjVBdWV1N0w4Y1QxL0ZSWVg0d3VkdkhWWTdSRkVZc0MwNTJWWjg1WXUzSjd6dmxwdXVUemdSUCtLTVpVdHd4cklsdzJyUFpEUnduUVFhVlo4dVB4dEFlSDdXKzIySDhWL1RMOFRmVjN3Rmw1WEVmNk5lMjNQc1R0dEoxTHJiY1Y3K0hQeHR4WmZ4dlFYWHhlM2hPRkZGbDdrWTdpcS9vWWhlb05BM0ZNM3RHV0lMaEdTY1RGQW43S2FLVmJpdWZBVitlOGJuWTRKYVgyYU5BUTh0dXcwcjgyYmg3bmxYSVVkbjd2ZFk5WE5ubGNZTUdUNVZzdzBkUGhmZWF6MEVJTnpyZUZORi94TnVaMlVXNDlLUzhINXRDa0l4MjFrTjVMejhPWGhnNmExNFlPbXRNZHRDQWVIWEtoSUdUM2Exb0ROcUJXaWtsbHFyendtTklHRjlhZTllY1dmbHpzVE5sZWVxWWF5NnV3MG51bHJHNU90SlJKUXVKc2U3K0Rnd003TlluUWZ6ZE0wSENDRmN4Tk1nYVhGSnlaS1ltVDBWR2ZscXlZaklHMmVkdXdOR1NZZHNYUVpXUmszQ25xZ2tRY1NTN0VyMTQwS0RWWjBBUDFvaVBWOGRQbGZNVmtaVE13clVraDhuWEMxeEJWYW5adVRqaXA2RkFHYU5RZDJKSUpHdW9GY2Rvck5xVGJoNzNwVUQxb1l6aUZyODkremVXbkRiMnFyVUZaalAxZTFRaDMvUHladXA5cUpHczJoTitOKzVWNnBoNTYybWZVT2VqeGZaRDNPYXVRQ2FQa1BLMFNVMTl0aXIrejNIWnl2UFJZRytON2dKQUs0clg0RWZMdnBNdjV1USs1VWdmblRnV2Z6b3dMTjR0NTh0cUlpSUpoS0dyMUVnSU56YkVMbFlkUEZ2TXAvdW1ldFY2MjVYYTF1OTFSUmVzbHVndDJCNVZQWHpXNmVHOStZNjNObWc5c2hVZDdlcFEzL3JTNWFOMlhNWkx5NHZXUlpUSytvL3AxMkF2NS96RmR3ejcycDhxbUF1RE5MZ1pUNEdNaldqQUptYThKeXl2cjFlSy9ON3cyM2Z1VTBDZ0MvTnZGanRmWHlxWnR1ZzIrMzg2Zmdtbk9vT0QrWE56aXpCSFRQVzludnNIVFBXb05nUVhySGtrZjM0ODhuZXVWd05IaHMramlxWSs5bksyTjR2czhhQUh5eThYaDJ1YmZOMTR2RlQ3dzNZdG1qUld4SFpmYkdCOG96YzN1L1Avc0xYRW1zRnJpcnIzZk4wUSsxSGFPaVpMN2ZBVW80SGw5Mm1GaWlPcGlDRTNmWnE3TFpYajhuQ0RTS2k4WVp6dmthQlJwRHdpeVUzOTN2LzNLeFNuSlU3RTBCdnJ4Y1EzaXV2dXJzTmxSbjV1TFJrS1hiYVR1S0NnbmxxcjlmbWxvT1liaTZFVlplQlhGMG12RDF6aTJabmxXQzZ1WERFMithazBpZTJrK3FRMWJFKzg0RWlMaWxlakZ1bm5hOStIRUk0OUdnRkNXZmx6c0JadVRNUUNNblliVHVGOTl1cThMSHRPTHh5QUc4MDdWWG5JZzNVR3dVQWk2TDJsNHdPWHhwQnhKckMzaFdKSDdiSEZqMjhwdndzek13czZtbC9NMTZvM3pub2N3NkVaTngvNkVVOHNPeFdHQ1VkMWhVdHdpRm5QYmIwRENOR3JDNmNqd3NMRjZnZlAxbjlQdXg5NXJvOVY3Y0RaL2Q4THhVYUxEQkpPcmhsUC9MMG1iaDN3WFVvTitVQ0NCZkMvY1doRndhZDJCL04yaE4ydlVvZzVuRzVPak9tWmhTbzV6M1MyUmozMkxsWnBmajIvS3ZWSHJkOWpobzhXZk0rWHFqL0dOK2NkeVdXV0N1UXJjdkFqeGZkZ0grYzNJSVhHZ1ovM1lpSUppcUdyekdtRjdYNDBzeDFFQkR1dmRwdHIwYVJ3WUljZlNieTlWbHFFRm1TWFlrU1l6YSsxRk44RlVETTliNHVMVm1LM3g1OWZheWJQK3FPdVpwakNwbEdXMkFweDQwVkt6RS9xa3pCam83aitQMnhOM0Zld1Z5Y1h6QlBIV3FMRG1KK0pZaGQ5bFBZM0hJSWJ6YnRUYmdQWTErTHNudUgwWTVFaGEvekN1YXFQVzYxN3ZhWVNlMUxyQlc0dVdlSEE3OFN4TU5Wcnc2NTRHeVQxNEZIanIySnUrWmNEZ0M0YzhaYVZIVTJxbk9mRmxrcjhPV1pGNnZINzdaWDQrWEdYWEhuT2VwcXdnZnRSM0hBVVlzM212WkNRUWdMTE9YNDV0d3IxRklTd1pDTVh4MStLU2FjaDZMYW1hSFJ4NTAzUTlLcmorKzdEZEVaVWZYaURqcnI0L1pxUENObk9yNHhaNzFhZExqRDU4TERQZCtiM2JJUFA5Ny9MTzZjdVJicmloWkRoSUQvbUhZQlptUVc0VGRIWHgrd2hJZ3hxcDNjbXB1SUpoS0dyMUVRQ01tNDhmMWZKN3p2YTdNdlUzc2pLalB5OGVUS3hIdHNpUkJ3YnY0YzdIZlV4Z3hCQXVIZWhoYXZFeTFlSi9MMVdhak15TWVxL05uNDA0bDM0SlZUdXlIczZkQUlJbVpubFdCSmRpWE96WitEb3A3aHRvZ2RIY2Z4d0pHWDRWZUNlS25oRTd6VThBbEtqTm00b0dBK0xpaWNwODdMMG9rYXJNaWRpUlc1TStFS2VyR3Q3UWcydHh4Q2xTdStod1lJdjlienNzTERYMTRsZ09xdU52VTgwWnVtdjl6UUczNEtEUlo4WSs0VmFzL08zMDV1Um4yZkVoU3g0dVBDKzIxSHNDSjNKbGJsejRaUjB1R2JjNi9BdC9ZOEFaT2t4N2ZtWGFYT0JiUDd1L0YvVllucjZBREEvWWZEUzcyMWdvUmJLbGZocXJJejFYYjVsQUR1UC94U1hNSGU2TldGYTRvV3hLMWV2YnI4VEhYZVliMDc5bm10ek91ZC9ML1hIbHN3K01hS1ZiaCt5am5xWTUwQk4rN2QvMHhNRlg0RklmeisyRnRvOWpqeHVhbWZnZ0RnM1B3NUtEUGw0bWNILzUyd2pJcUFjQTlvaERkRisyc1NFWTBGaHE5UjBsOFBTTXNBYzFqY3NnOU5IZ2R5ZEdaazZ6SndZZUVDL1BibzYyanhPbEhUM1k0R1R3ZWFQSTZZSWJTemNtZmdubmxYd3lCcWNWNytYTHpWdkE5THN5dHg5N3lyWXM0ZFhhRDAvcVczSkt6akZmSHpKVGNQZVArUEY5MlFzTTVYeEJkbnJvdVp4K1FLZVBDRkhZK3BIeHNsSFhKMFpoUVpyU2d4WnFQVW1JTnA1a0pVbXZPaEZXSnIxZ0RoOFBIUDZ2ZXdLVUZGKzBhUEhVL1d2SThuYTk3SEFrczVMaXhjZ0hQeVpxbHp3REkxQmx4U3ZBU1hGQzlCazllQnpTMEhzYm5sVU13Yi9LeXNZdlg0bzUxTjZuTzdZY3BLTmRBNUEyNTFXRkF2YW5IUHZLdVIyVE1uNnNQMlkzaXRhVTljMnpJa3ZUcHZLbEoyb2E5SGo3K0YrZFp5V0xVbVREY1g0dktTWlhpaFlTYytzWjNBZWZsejRWZUN1UC93aTNBT1VodHJTWFlsN3BpK0pxWVlyTTNmaFo4ZC9EZU9kOFgzTEVhSHJYVkZpN0VrdXhJZFBmTzZjdlhtbUVueW45aE9xTmN0V2hNV1dIdDdJaVBEdXRQTUJmalN6SFdZWVM1UzcydjJPbkRmd2VmNzNVUHkrZm9kc1BtNzhQOW1YUUtOSUtMUVlFR20xb0NwNWdKOGRmYWw2QXg0NEpYOUNJWms1T295WStiOFJlYk1FUkZOQkF4ZnAyR1gvU1M2WlMva0FmWVVmS05wTDViblRFZVQxNDRtangwTmJodWF2QTQwZWV6cWtPUFZaV2ZpdHFubm85QmdnUUFCZnp6eFRyL24yMjA3QmE4Y2dFSFNZazNSQXJ6VnZBK1NJS28xblJJWnJCanE2ZDZ2RmFTWUVCV1F3a05KQW9CZkxiMFYwM29LYmc0a0JPQm9aeVBlYXQ2SExhMkg0NGEyRW9rVUNIMzArTnRZbFQ4YmE0c1d4cFI5S0RaWWNWUEZLbHhiZmhhK3NPTXg5ZlZlR0xWeXI2cG55SEZaOWxTMUFDNEEvUFBVVm5WSUxJUVFhdDN0cU1qSVI3M0hodDhjZlEwQWNFSEJQT1RxTStHUi9SQWhZR1grYkRXVTloZEFYRUV2L25Ec1RYeDczdFY0dCtVZ1htM2NEUUI0OU5qYm1KZFZoaitmZkhmUVdtRFhsSjJsTHNxSTJPZW93WU5IWHVrM3RPM3NPSUZqcm1aMXZscUIzaElUdUNKT2RMVmdhOVJtNTJma1RGT2ZrelBnUmsxM0c1WllLL0M5aGRmRkJQQmQ5bE40OE1qTGc5YnYydEo2Q002QUczZk51UnozSDM0UkozcktWcGdrSFV6OXJHYXRkM2ZnNDQ0VENlOGpJa3BIREYrbjRhQ3pIZ2Y3Rk9mc3E4UGZoYnQyLzJQQVl6NXFQNHExUlF1eHBmVXc2ajBEYjhVU0NNbjR4SFlTcS9KblkzWm1DY3BNdWFoM2QrRHg2cUd2YWh0clBqa1NXb0IvMWJ5UDc4eS9OdUZ4cnFBWEI1MTEyR2V2d1E3YmlTRnZHQjMzK1pRQU5yVWN3S2FXQXlneFptTnQwU0pjV0RoZm5jUDA3L3FQWStwU1JRZTB5T1R4N3FBUEh0a1BrNlJEbGFzUjc3VDBiaDdyVjRKNDhNZ3JPTzVxd1U3YkNiV29hcWtwQjllVnh4ZEQ5TW9Cdk4yOHI5LzJidTg0am52M1BZUDl6dDR0ZXJwbEg3NngreDh4N2V6UHE0MjdzVEovRm1hWWkrQlRBdmpucWEwSjU0ZEZVeERDOS9jL2d4c3FWdUtNbkduSTFtVkE3T25kbEJVRjdiNU83TEtmd25OMU8yTG1ZYjNUY2dDdW9CZlhsSjJsYnNhOXoxR0x3ODU2ekxlVXd5Mzc4RVQxKzNpdGNmZVE1Mlh0c1ZmakN6c2VVMS9ITmw4blBMSS9ycFNJSytqRnpvNFQrTWVwTFVPYXgwZEVsQzRFcjgrYmxuTlpiOXorbTFRM0lXWE95WnVGSzBxWFkzUExRV3h0T3pKb2hmVlUrOEhDNjJIUm10RGtzYVBlYlVOMWR5dE9kcldnZVpBU0RhZERJNGc0TzI4bXpzbWRoWWVQdmhZVEtIU2lCc3R6cG1GVi9tejgvdWliNnNxK2VaWXlmR1BPNWZqV25pZUdGQVRQenAySnUrZjExdFRxQ25weHNxc0ZmenU1WmN5SHlYSjFadHc2OVh3OFViMFZyYjdrYkZ4dGxIVHE5MXEyTGdNM1RGbUpwMnEyamVyMlFTSUVpSUtJRUVKRHFzcWZURStkL2QrcGJnS05Ja1ZSb0NnS0FvRUEvSDQvQ3ZJSDc2R244YW0xclJVNm5RNWFyUmFpS0VJVXgzOFZMWVl2b2lqUkFXTTRSQWhEWHZsSTZZbmhhMklKaFVLUVpWa05YM201ZVdueHBrMnhGRVZCZTBlN0dyNGtTWUlnQ0lNL01NWDRuVVlVWmFTOWlBeGVST2xKRUFRSWdnQi9ZSHlQSUZCaS9vQmYvUnFtRTRZdklpS2ExQVJCUUNDUXZtVjdKck5BSUpCMndRdGcrQ0lpb2trcTBtTWlDQUs4WGk5Q0E2eGNwL0VuRkFyQjYvWEdmQjNUQmNNWEVSRk5Tb0lncUJPMEZVV0J5eld5RmRlVUdwMmRuVkFVUmYwYU1ud1JFUkdOWTVFMzZrZ0FreVFKM2U1dURqK21DYi9majI1M055UkppZ2xlNlJMQUdMNklpR2hTaWd4VlJjS1hLSXB3T1B2ZmxZVEdENGZEQVVtU1lzSlh1Z1F2Z09HTGlJZ21zZWloUjQxR0ExbVcwZERZd0JBMlRqbWRUalEwTmtBSktkQm9OR2s1NUFpd3dqMFJFVTFTa1Rmc1NNOVg5TzNkM2Qzd2VEelE2L1hRNlhRdzZBM1FhUGlXbVd6QllCQmVueGNCZndCZW54ZUtFZzVka1V1NjluenhPNG1JaUNhdDZBQVdmWnNvaXBCbEdSNlBCOTNkM1FpRlF1cUZraU42RldNa0lPdDBPblc0TVYyREY4RHdSVVJFazF6a3pUMXlQWG9vVXBJa0tJb1NGN3dZd3NaT2RKQks5UFdJL0J1NVBkMkNGOER3UlVSRXBMNlJoMEloQ0lLZ2xqQUloVUpxK0FJWXVnb1h5Z2dBQUJSd1NVUkJWSktwNzRyVTZCQ1dqclc5b3FWdCtMSm9UWENPNG9hK1JFVDlzV2hOcVc0Q0pVSDBtMzEwR0dPdlYvSWw2djNxRzdqU05YZ0JhUnkrS2pMeXNNOVJtK3BtRU5Fa1VKR1JsK29tVUpMMGZkTUh3RjZ2RkVvVXROSTVkRVdrYmZpcU5PWXpmQkZSVWxRYTgxUGRCRXF5dm0vMmtlRklTcjZKK0xxbmJmaTZvR0F1WG0zZWcyQklUblZUaUdnQzB3Z2lWaGZNUzNVektNVW1ZZ0NnMUVuYklxc2xobXhjWFhKR3FwdEJSQlBjZFdWbm85aGdUWFV6aUdnQ1NkdndCUUJYbFM3bkwwVWlHak1WcGp4Y1diSTgxYzBnb2drbXJjT1hWcEJ3eDdRTFU5ME1JcHFBUkFqNDByU0xJSUxEVFVRMHVnU3Z6NXYyeXplQ0lRVWI2ai9DUzQyN29DRHRudzRScFpBSUFldUxsK0tHOG5PZ0VkTDY3MU1pR3FjbVJQaUtxUE4wWUsrakZrZTdHbkhNMVFKN29EdlZUU0tpTkpDdHpjRE16RUxNTkpkZ2lYVUt5bzI1cVc0U0VVMWdFeXA4RVkwbmJXM3RhR2xwVVQrV1JCRmxVOHFSYVRhbnNGVkVSSlJxREY5RVk2aXowNFc2dXJxWTRveDUrWGtvS2l4TVlhdUlpQ2lWR0w2SXhwalA1ME4xZFEwQ2dZQjZtOGxrUWtYRkZFaVNsTUtXRVJGUktqQjhFU1dCb2lpb3JhMURWMWVYZXBza1NhaXNySURSYUV4aHk0aUlLTmtZdm9pU3FMMjlBODNOelRHM0ZSY1hJemMzSjBVdElpS2laR1A0SWtveWo4ZUQ2dW9heUhMdjFsaVptWmtvTHkrREtMSzBBUkhSUk1md1JaUUNRVmxHemFscWVMeGU5VGF0Vm9zcFU4bzVERWxFTk1FeGZCR2xTQWhBVTJNVGJEWmJ6TzA1MmRrb0tpNWlMeGdSMFFURjhFV1VZb25LVVdna0NTVWxKY2l5WktXd1pVUkVOQllZdm9qR0FiL2ZqN3E2ZW5nOG5wamJ6UmtaS0MwcmhWYXJUVkhMaUlob3RERjhFWTBqTnBzTnpjMHRVQlJGdlUwVVJSUVdGQ0EzajF2ZUVCRk5CQXhmUk9OTUlCaEVmVzBkdXQzdW1Oc05lajNLeXNwZ01CcFMxRElpSWhvTkRGOUU0NVRkYmtkelV6UGtxRjR3QU1qTnlVRmhVU0VuNUJNUnBTbUdMNkp4TENqTGFHcHFndFBoakxsZG85R2d0S1FFbVZtWktXb1pFUkdORk1NWFVScndlRHlvcjIrQXorZUx1VDNUYkVacFdTazBHazJLV2taRVJNUEY4RVdVUmpwc05yUTJ0OFFNUlFxQ2dKeWNiQlFVRkhDamJpS2lOTUR3UlpSbVpGbEdVMU16SEE1SHpPMmlJQ0E3TndjRitma01ZVVJFNHhqREYxR2E4bmk4YUdob2dEZHFpeUlnWEpvaUp5Y2JCZmtGRUNWT3lpY2lHbThZdm9qU25OUGhSSE5MQ3dLQlFNenRER0ZFUk9NVHd4ZlJCQkFLaFdCM09ORGEzSUtnTE1mY0o0b2ljbkp6VUpDWHp4QkdSRFFPTUh3UlRTQktLQVI3aHcwdGJhMVE1Tmo2WUtJb0lqYzNCL2tNWVVSRUtjWHdSVFFCeVlxQzlyWTJkSFRZWXJZcUFnQkpGSkdUbDR2YzNGeG9PREdmaUNqcEdMNklKakJaVVdCcjcwQjdSd2ZrUHNPUmdpREFZckVnUHo4UGVyMCtSUzBrSXBwOEdMNklKZ0VsRklMRGJrZGJXM3ZjeEh3QU1Kdk55TS9QUTBaR1JncGFSelQraFVKOHEwd21RUkJTM1lReHhmQkZOTWs0bloxb2JXdUZ6K3VMdTArdjF5TS9QdzlXcXpVRkxTTWFQNkxEVnVRNkExaHlSSUpYZEFDYmFHR000WXRva3ZJSEF1aG9hNGZkNFlpZkZ5Wkp5TTdKUm01dUxyVGN1b2dta2VpZzFmZlM5eGdhWFgzRFZ0OUwzMlBTR2NNWDBTU25LQXJzZGpzNk9tencrLzF4OTV2Tlp1VG01SEFUYjVyd29vT1dvaWdRSUVEU1NCQUZFUnFOQnFMSVZjTEpvQ2dLZ3NFZ2xKQUNPU2dqaEJBRVFZQW9pakZCTEoweGZCR1J5dVZ5b2FPOUExM2QzWEgzYVRRYVpHZGJ3NnNrMlJ0R0Uwd2tjRVV1T3AwT0JyMGgxYzBpQUY2dkYvNkFINklvcXBkMEQyQU1YMFFVeCsvM283MjlBNDRFUTVJQWtHazJJeWMzQjVtWjdBMmo5QmNkdkFEQWFEQnlmOVJ4SmlnSDFhM1VKa0lBWS9naW9uN0ppZ0tIM1lIMjlzU3JKRFdTaEN5ckJUbldiQmlNN0NXZzlCTVpacFJsR1lxaXdKeGg1dkRpT0tVb0NseGRMa2lTQkVtUzBub0lrdUdMaUlha3U3c2JkcnNEbloyZENYdkRkRG9kc3ExV1dMT3QwR3ExS1dnaDBmQkV6KzhLQm9QUTYvUXdHUGhIeEhqbThYcmc5L3ZWT1hqcEdzQVl2b2orLy9idVBjYU84ajdqK0RObkx1ZSt1MTRidTVDQ3VjVTJvUDZScEVTSXV3blVhaTVOUVVwQm9tbmFWRWtSVWFzcXRFbG9LVlZMS2hJbHFaUTBRYVc1bEpSV1ZJMGFHaElhU2tqQ25SQVNDQVJLQ2piWVJra3B0dmR5cm5PZi9qRm5EbnV6c1pmZE9UNTd2aDlwTmJOelpsK1B6N0YySHIvdmI5NFhSeVJKRWpVYVRVMVBUNnZWYWkxNVRybFUwc1RrT2syTWp6TjhnNk5XRnJ5eUNZanJOWWJSaDBHejFaU1VQcFU5ck1PUGhDOEF5eFpGa1dablpuVmdlbXJKZWNNa3FWcXBhR3hpWE9Oall4VHE0NmlTMVhtRllhaFNxYVNpdzBvUHc4RHpQTG1lMisvOUdzWmhZc0lYZ0JYaGVaNm1wNmMxTXpPck1BeVhQS2RVTG1saWZFSmpZM1U1anBQekZRS3ZtbHZyRlFTQjZyVTYvemtZRWtFUXFOVnV5YmJ0b2EzOUlud0JXSEhkYmxjek16TnFOSnBMRnVwTDZXejZZK05qR2g4Ym84NEd1WnRiNnhVRWdTYlhUUTdkRFh4VUpVbWlxZWtwMmJZOXIvWnJtQkMrQUt3cTEzVTEyMmlvTWR1UTV5MDlOR25idHVxMW1tcGpkZFdxMWFFY1JzQnd5Y0pYRUFRS2drQWIxbThZOUNYaENPdy9zRisyYmN1MmJjSVhBQnlLNy90cU5KcWFuWmxSdHpkbnowS0dZYWhTcVdpc1hsZXRYbE94U0IwT1ZsNDI1QmlHb1h6ZjF6RWJqaG4wSmVFSTdOdS9UNDdqeUxLcy90RGpNR0dBRzBCdUhNZlJoZzNydFdIRGVvVmhxRWFqb2RuWmh0cHpadFJQa2tUdGRqczk5ckprVzVacTlicnE5SXBoRlN4Y3R4SERZZGcvTjNxK0FBeGNGRVZxdHp0cU5ocHF0bG9ITGRnM0pKWEtaVlZyVmRWcU5WWEtaY0lZbGlWNzBqRUlBdm0rcjQzSGJCejBKZUVJdkxMdkZUbU8weDkySExiZkEvUjhBUmc0MHpRMU5sYlhXRy94YnMvejFHcTIxR2cyMWVsMCt2L0RUWlFXODNlN1hlM2Z0NTh3Qm1Bb0ViNEFISFdLeGFLS3hhTFdiMWl2T0k3VmJyZlZiTGJVYXJYayszNy92SVZoVEVxbnM2aVdLNnBXcXlwWEs3S1pQZ0RBVVliZlNnQ09hb1ZDUWZWNnZiK0lkeEFFYWphYmFqWmJhcmZiaTVZNmNydXUzSzZyQTFOVGtpVExzbFNwbEZXcjFsU3VWRlFxRllldU9CZkEya0w0QWpCVWJOdlc1T1NrSmljbkphVnJUclphTGJWYWJYVzczVVhucDRYOVRUVWF6ZjZ4U3FXaWNxV3NXcVdxU3JYQ0VrZ0Fja1g0QWpEVXF0V3FxdFdxTm0xS2k2ZzduWTVhclpiYTdjNlNZVXlTT3AyT09wMk9EdWlBcFBTSnlsS2xyRXE1b25LNXBFcTVvb0pKN1JpQTFVSDRBckJtRkFvRjFXbzExV3ExL3JFb2l0SzZzRTVYN1U1SG5XNUhjVFIvcURJSVF3V05wcHB6ZXNkc3kxS3BYRmFwWEZLbGxHNXQyODd0N3dKZzdTSjhBVmpUVE5Qc0I3SnNHazNQOTlYdGRQcTlZKzRTRTc0R1lhaWcyVlN6Mlp6WFZyRllWTGxjVnJsY1NoZGpMbEpEaHNQejBDT1A2dk4vL3lWdDI3cEYxMzMwd3d4M2p6RENGNENSVTNRY0ZSMUhFeE1Ua3RJSkcxM1hsZXU2Nm5hNjZycXVQTTliVk13ZlJWRi95REpqU0xJZFI4VmlVVTdSU1FOWjczdHVycGpydmdjZVZxZlQxZU5QUEtsOSt3L29sell4dDlpb0lud0JHSG1HWWZSNnM4cGF0MjVkLzdqdiszSmRUOTF1cDdmdExwb0FOdW1kNS91KzFKemZic0VzcU9nVVZYU2NmaStaVTNUa09BNjlaU1Bvc3Q5OHB6cmRycmErOGRRVkQxNjdYdGl0SC96d01aMzVxMi9XbGxOUFdkRzJzZktZNFI0QWprQVVSYjFlTWsvZFRrZXU1OGx6WFIzcEwxTGJzdVE0YVJBckZvdjlmY2R4S1BiUHdWcWI0ZjdTeTkrck9FNTAzY2V1MFpsdmVkT2dMMmZWTWNNOUFJd1EwelQ3VDFocWZUcmRSU0lwOEgxNW5pZmY4OU5BNW5ueVBVOWhGQzNaVGhDR0NzSlE3VGxEbVAwL28xQ1E1ZGdxT281c3gxR3BXRXlITm5zM0d3RERqZkFGQUsrVElmVjdyVlNmLzFvY3gvSTlYNTd2eS9WYytWa3c4NE5GTldXWktJNFZ1WjQ4MTF2eWRkTTBaZHUyTE10S3YyeEx0bVhKdG14WnR0VS9QbXk5QWNDb1lOZ1JBQVlrREVONW5pY3Y2elZ6MC8yNVN5aTlIb1poTEFob3RtekxrbW1ac2t4TGhkN1d0TXlSVzRacEVNT090OTl4cDI2NTlUYTk0YmhqZGROblA3WGtPVTgrOWJUdS91NjkrdGx6ejJ0bVpsYTJaV25UcG8wNjh5MXYwcnZlc1VQalkyUDljM2Z1ZWtIWGZPejZnLzU1bDczN25YcmZiMSt4N1BZek45ejRhZjNvOFo5b3h5VVg2ZW9Qdmw4UC8rQ0h1dk91NytqRjNYc1VCSUdPTy9aWVhYaitPWHJYMjNmSXl1bmZFY09PQUlCbHlZSlJ0VnBkOUZvUWhncURRSUVmcEFFaENPUUh2c0lnVkJBRWl3ci9sNUlraVlJZy9Ya3RQZC9zUElaaHlEUk5XWllsMHpUVGtGYm9iWHZYYXBxbVROT1VZUmpwVGM4MFZlanRZL25DTU5UbmJ2cWk3bnZnSVVscDcrYkUrTGk2YmxlNzkrelY3ajE3OVYvM2ZFL1hmZlFhYmQxeXFxUjB0WWVzY1AvbC8zdEZrclJ1WWtMRm9pTkovWVhxbDl2K1VyN3kxWC9STjc3MWJUbU9yYkY2WFo3bmEvZWV2YnJsMXIzNjBlTS8wVi8rMlVma09BeU52eGJDRndBY2hkSmhSRXZsY3ZtZzUyUWhiR0ZBQzRKQVlSQWVWa0NiSzBrU2hlR1IvMXpHTUl4K2dDc1VDaklLaGt3ajdaVXd6SUlLUmtGbWRyeGd5aWdVWkJpU1VTaW9ZQmd5akhTck9jY0tSbUhlOTBhaG9JTFNjOVpTNEx2NXkxL1ZmUTg4Sk5NMDliNHJMOWV2WFhLUnlxV1NKT2wvbnR1cEw5ejhaZTNaKzVJKy9zblA2TzgrOHdsTlRJeHI4d25INitiUC82MmtWd3Z1UDNUVjd5OVpjTCtjOWhkNjdNZFBxTjN1NkErdi9vQXVQTzhjV1pZbHovTjAreDEzNnJaLys3cWVmdVpaL2V2WHZxN2Z1Zkx5Vlh5bjFnYkNGd0FNS2R1MlpkdjJJUU5hRkVVS3c3QzNqUlJHb2FJd1VoZ0UvZjJndDQyaVNFbXkvRXFVSkVtVUpNbEJhOWxXVXhiOERFbUpJUmxLOTVVZDcwM3RrZTFIY2ZwM3pkNkxRVDd0dUh2UFh0MTl6L2NsU1ZmL3dmdDE4ZllMNXIyK2RjdXB1dUg2YTNYMUgvK3BHbzJtdnZHdGJ5OGFUc3lqL2FtcGFmMzVSejZzdDU3NTV2NnhZckdvSzk1em1YNytpNWQxLzRNUDZ6L3YrbzZ1ZU0rbGFmMGpEb3J3QlFCcldEWk1lTGppT0ZZVVJXa29pVUpGVWF3b0NoVkhzWUlvVkJ4R0N1TkljUmlsRHdaRWFXZ2JST0NhS3d0K2h5dXIrUXA3dzd1RGRQK0RqMGlTTm0wOFJtKzc4UHdsenhrZkg5TkZGNXluTys2OFM0OCs5dU1qQ2w4cjFmN21FNDZmRjd6bXV2UTMzcTc3SDN4WVhkZlY4enRmMEJtbmJ6dnM2eHRGaEM4QVFGOVd2THljS1MyaU9GWVVwa0V0N0FXMkxLaUZ2WjRteFluaVhsQktrcmkzN1lXbk9FNWYwNEx6NGxpeEVpblJ3RVBlYXRqMTRtNUowaG1uYnp2azVMdGIzcGhPbnZyelgveXY0amcrN0dIWGxXci81Sk0ySC9SbjMzRGNzZjM5ZmZzUEhOWjFqVExDRndCZ1JaaUZnc3ljaDV2NllTeEpoeHVWQlRhOXVwL3Vwc2VNWHRDTDRsaHhITW4zZlFYK1lIdStXcTIySktsZXJ4L3l2R3FsMHQ5M1hVK1Z5c0dIbTFlai9VTU5KV2JMYVdVOW9UZzB3aGNBWUdndHQrZytHM2EwTEV1K3RUSlRleXhYdVZTVUpMWGI3VU9lbDAzSVd5Z1VWQzZYY20vL1VNTzZ6V2FySDdybVBtV0pwYTJkUjBVQUFCaENKNXh3dkNUcDJaODlkOGp6bnQvNWdpVHA1Sk5PUEtLMVFWZXEvVmYyN1Qvb3p6NzkzOC8yOTA4NTZjVER2clpSUmZnQ0FHQ0F6anY3TEVscHJWVTJEOWRDalVaVDM3djNBVW5TOWd2T1hmUjYwVWw3dDVxdDFxcTBMMGxQL2ZRWjdkbjcwcUxqY1J6cjMvL2ptNUtrMDdkdDFlVGt1a1huWUQ3Q0Z3QUFBM1RhdGkwNis2eTNTcEkrZDlNWDljMDc3NUk3WjJtcDUzYnUwdlUzM0tobXE2V1RUOXlzSFJkdlg5VEd4bzNIU0pMdXZmK2hkRkpkcFVPQks5VytsSWFzdi9xYlQrbXBuejdUUDdiL3dKUSs4ZW5QNnZtZEw4Z3dETDMzeXQ5NlBXL0Z5S0RtQ3dDQUFmdWpEMzFRcnVmcDhTZWUxSmR1K1dmOTQ2MjNhZDI2Q1hVNzNYNHQxc2tuYnRaMTExNno1Sk9vT3k3ZXJuLzR5ai9weWFlZTFwVy9kNVZLeGFMZXR2MzgvcFFScjdkOVNUci8zTE8xWis5TCtvdS92bEcxV2xXTzQyaHFhbHBTT24vYVZSLzRYWjIrYmV0cXZEMXJEdUVMQUlBQks1ZEt1djdhUDlGRGp6eXE3OTc3Z0hidGVsSFQwek9xbE12NmxUTk8wN25ubktXTHQxOG95MXA2enJaZjMzR0ovQ0RRM2ZkOFg2L3MyeS9UTE9pRTQzOTV4ZHFYcEhLNXBFOSsvSHJkOXJYYjlmQWpqMnBxZWtZVEUrTTY0N1J0dXV6ZDc5Q3BwNXk4NHUvTFdzWEMyZ0NBa1RPSWhiV0gxY0tGdFk4R3c3Nnc5bkJkTFFBQXdKQWpmQUVBQU9TSThBVUFBSkFqd2hjQUFFQ09DRjhBQUFBNTRtbEhBTURJNFduSDRjYlRqZ0FBQURoc2hDOEFBSUFjRWI0QUFBQnlSUGdDQUFESUVlRUxBREJ5RE1PWTkzMGN4d082RWh5cGhaL1Z3czl5R0JDK0FBQWp5ekFNR1lZaFAvQUhmU2s0VEg3Zzl6KzNZVVg0QWdDTU5NTXdGQVRCb0M4RGh5a0lncUVPWGhMaEN3QXdvckxlRThNdzVMcXVrb1JwTDQ5MlNaTElkZDE1bjkwd0lud0JBRWFTWVJqOUNUcmpPRmF6MlJ6MEplRTFOQm9OeFhIYy85d0lYd0FBREluc3BwMEZNTk0wMWU2MEdYNDhpdm0rcjNhbkxkTTA1d1d2WVF4Z2hDOEF3RWpLaHEyeThGVW9GRFF6T3pQb3k4SkJ6TXpNeURUTmVlRnJHSU9YeE5xT0FJQVJsU1NKa2lSUkhNY0t3MUJoR0NvSUFrVlJwR3ExcW9ueGlVRmZJaVROenM2cTFXN0pORTNadGkzTHNtUloxbEFITUd2UUZ3QUF3Q0JrTisyczUydnU4WGE3clc2M3EyS3hLTWR4VkNxV1pGbmNNdk1RaHFGY3oxWGdCM0k5VjNFYzl3T1haVm4wZkFFQU1PeXkzcTg0amhWRjBhS3ZPSTc3dldROEVibTY1ajdGbUlYaWhWL0RYbXd2MGZNRkFCaHgyWTArMjUvN0ZLUnBtdlBDVjRZUXRyTG1CcW1sUG9Oc214MGY1dUFsRWI0QUFPamYxSk1ra1dFWS9la01zbDZ4TEd3UnVsYlh3cWRRNTRhd1laL2JheTdDRndBQW1uL2pueHZHNlBYS3gxSzlYd3NEMTFvSVhoTGhDd0NBdm9VQlFCSzlYamxiS21pdGxkQ1ZJWHdCQUxEQXdodC9OaHlKZkt6MTk1cndCUURBYTFqcllRRDVZb1o3QUFDQUhCRytBQUFBY2tUNEFnQUF5QkhoQ3dBQUlFZUVMd0FBZ0J3UnZnQUFBSEpFK0FJQUFNZ1I0UXNBQUNCSGhDOEFBSUFjRWI0QUFBQnlSUGdDQUFESUVlRUxBQUFnUjRRdkFBQ0FIQkcrQUFBQWNrVDRBZ0FBeUJIaEN3QUFJRWVFTHdBQWdCd1J2Z0FBQUhKRStBSUFBTWdSNFFzQUFDQkhoQzhBQUlBY0ViNEFBQUJ5UlBnQ0FBRElFZUVMQUFBZ1I0UXZBQUNBSEJHK0FBQUFja1Q0QWdBQXlCSGhDd0FBSUVlRUx3QUFnQndSdmdBQUFISkUrQUlBQU1nUjRRc0FBQ0JIaEM4QUFJQWNFYjRBQUFCeVJQZ0NBQURJRWVFTEFBQWdSNFF2QUFDQUhQMC90ZmVmRXI1ZURTMEFBQUFBU1VWT1JLNUNZSUk9IiwKCSJUaGVtZSIgOiAiIiwKCSJUeXBlIiA6ICJtaW5kIiwKCSJWZXJzaW9uIiA6ICIiCn0K"/>
    </extobj>
    <extobj name="C9F754DE-2CAD-44b6-B708-469DEB6407EB-5">
      <extobjdata type="C9F754DE-2CAD-44b6-B708-469DEB6407EB" data="ewoJIkZpbGVJZCIgOiAiMzIwMTczMjAzNDkyIiwKCSJHcm91cElkIiA6ICI0Mzg4NTUzOTgiLAoJIkltYWdlIiA6ICJpVkJPUncwS0dnb0FBQUFOU1VoRVVnQUFBbW9BQUFEekNBWUFBQUEySkRyZEFBQUFBWE5TUjBJQXJzNGM2UUFBSUFCSlJFRlVlSnp0M1hkNFcrV2hCdkQzRE1teXZQZE12T0k0ZXc5Q0NCQVNRaGhoNzdKYUNuVDNsaFlvYlM5UTRFSXBxOUFDTFpRQ2JVTXBJYXdBZ1FDQmtBRFpPODV3SENmeDN0dVdwVFB1SDVLT0pWbTI1Y1NKNWVqOVBZOGZIK2w4T3Zvc09kYWJid3EyTHBzT0lpSWlJZ282NGxCWGdJaUlpSWo4WTFBaklpSWlDbElNYWtSRVJFUkJpa0dOaUlpSUtFZ3hxQkVSRVJFRktRWTFJaUlpb2lERm9FWkVSRVFVcEJqVWlJaUlpSUlVZ3hvUkVSRlJrR0pRSXlJaUlncFNER3BFUkVSRVFZcEJqWWlJaUNoSU1hZ1JFUkVSQlNrR05TSWlJcUlneGFCR1JFUkVGS1FZMUlpSWlJaUNGSU1hRVJFUlVaQmlVQ01pSWlJS1VneHFSRVJFUkVHS1FZMklpSWdvU0RHb0VSRVJFUVVwQmpVaUlpS2lJTVdnUmtSRVJCU2tHTlNJaUlpSWdoU0RHaEVSRVZHUVlsQWpJaUlpQ2xJTWFrUkVSRVJCaWtHTmlJaUlLRWd4cUJFUkVSRUZLUVkxSWlJaW9pREZvRVpFUkVRVXBCalVpSWlJaUlJVWd4b1JFUkZSa0dKUUl5SWlJZ3BTREdwRVJFUkVRWXBCallpSWlDaElNYWdSRVJFUkJTa0dOU0lpSXFJZ3hhQkdSRVJFRktRWTFJaUlpSWlDRklNYUVSRVJVWkNTaDdvQ1JFUkV3VTdYOWFHdUFnVklFSVNocnNLZ1lsQWpJaUx5NFJuTTNNY01hOEZQRUFUb3V1NFYxb1o3Y0dOUUl5SWljdkVNWmI1ZnZtVW9lUGdHTTg4dmYyV0dFd1kxSWlJaWVJY3pUZE1nUUlBa1N4QUZFYklzUXhRNXJEdllhWm9HUlZHZzZScFVSWVVHRFlJZ0dPL2RjQXhyZ3EzTHh2OGFFQkZSU0hPSE0vZVgyV3lHSmN3eTFOV2k0MlN6MldCMzJDR0tvdkUxM01JYWd4b1JFWVUwejVBR0FPR1djRWlTTk1TMW9zR2lxQXBzTmhzQURNdXd4blpjSWlJS1daNWRuWnFtd1JwdVpVZzd4Y2lTREd1NEZhcXFRdE8wSG1NT2d4MkRHaEVSaFNUUGtLYXFLc3dtTThlaG5hSkVVWVRaYkI2V1lZMi9rVVJFRkxMY1FVMFVSVmdzSEpOMktndTNoRU1VUlNPb0RSY01ha1JFRkpJOFc5VE1adk5RVjRkT0FyUEp6QlkxSWlLaVlPZTVYcHFtYVpCRWprc0xCYjR0YXNNaHJER29FUkZSU1BLY1JNQUpCS0ZCbG1YalBSOE9JUTFnVUNNaW9oRG03Z0liVHNzMTBMRnpiekUxWEVJYXdLQkdSRVFoYWpoMWY5SGdHVzd2TzRNYUVSR0ZyT0hXdWtMSGI3aTk1d3hxUkVRVWNvYlRCeldkT01QaDk0QkJqWWlJaUNoSU1hZ1JFUkVSQlNrR05TSWlJcUlneGFCR1JFUkVGS1FZMUlpSWlJaUNGSU1hRVJFUlVaQmlVQ01pSWdweS8zaHRLYTYrNFZiODU4M2xRMTBWT3NrWTFJaUlpSUxjWjZ2WG9LdXJDNSt0WGpQVVZhR1RqRUdOaUlnb3lOMXkwM1VZUDdZQXQ5eDQvVWw5M3ZhT0RxeForeldXdnZIV29GNVhWVlZzMjdFTEw3ejRDdXgyKzZCZSsxUWpEM1VGaUlpSXFHK0xGc3pIb2dYelQvcnpmcmh5RlphKzhSYnljclB4bld1dkhMVHI3aTg2aUFjZWZneUFNNFJTNzlpaVJrUkVSQlNrR05TSWlJaUlncFJnNjdJRi80NmtSRVJFZzBqVE5HaWFCb2ZEQWJ2ZGp1U2s1QlArbk8rOC95RmUvZGQva0pHZWh1ZWZlUng3Q3ZkaCtic3JjS0NvR0xhdUxtUm1wT0dpODgvRHduUE82dkhZaHg1OUFwdTNic2Q1NTU2REg5MytQYi9YMzdocEt6Ny84aXNjS0RxSWx0WldoRnZDa1phYWd2UE9QY2ZybXAwMkd6NzkvRXVzWGZjdHFtcHEwTmxwUTF4c0RNYU9LY0IzYjdvT2NiR3h4dlAxWnRuU1YyQTJtd0FBclcxdCtQVHpMN0Y1eXpZY0tTMURSMGNuSXF4V2pNN1B3eFdYTHNINGNXTjZ2QWE5dWY4M2QySGExTW45dnBiSG82YTJCbWF6R1NhVENhSW9RaFNEdTgyS1k5U0lpSWhPc3M5V3I4RmYvdnAzbU0xbVdNTEM0SEE0VUhMNEtQNzh3a3RvYW03QmxaY3RDZmhhbloyZGVPS1o1N0I1aXpOWVNaS0UySmdZdExTMjRzREJZa2lTWkFTMW10bzYvUGIraDFGVFd3ZFJGSkNjbEFTVGJFSnRYVDFxMW42Tml5ODhEM0d4c1lpUGkwTnFTakxhMnR2UjF0WU9XWmFSbUJCdlBLY29Dc2J4WGZmZWo4cXFhZ0JBUW53OG9pSWpVVjFUaXkzYmRtRHI5cDI0OTY3L3dleVowd0VBa1JFUlNFMUpodDNoUUVOREl3QWdKVGtKZ3VDOFhwakZjaHl2NnFtSlFZMklpT2drYW1oc3drdXYvQk4zZlA4V25Idk8yWkJsQ1pWVjFYajA4VC9oeU5GUy9PZk41VGp2M1BtSWlvenM5MXE2cnVQeHAvK0NMZHQyd0d3MjQ1WWJyOE01Wjg5RHVNVUNUZE54cUtRRTIzYnNNc3IvNDdXbHFLbXRRMlpHT3U3LzdkMUlUa29FQU5oc1hmaHk3VHBFdXA3enh6KzRGUUR3NXZKM3NmU050NUExTWhOUFBmYXczenFZVENiY2VQMDFXREIvSHVKaVl3RUF6UzB0ZU9TeHA3SHZRQkZlZnZYZlJsQTdkOEhaT0hmQjJTamN0eC8zL3U5REFJQm5ubndVNFF4b3ZXSlFJeUtpQWRGMEhkQjFRQWQwNk5BQlFOZWg2ejdIdWc1QWNONkcremFNYys2eXp1dDRQRTV3bG9HcmpPNzFmTjNsTlBjMVBjb0pyakk5SGcvdk1xcXFRblYxZlRwT1V0ZW5XMmRuSjY2OTZqS2N2MmlCY1Y5YWFncCs4b05iY2RkdkhvQ2lLTml4Y3pmT09QMjBmcS8xemZxTjJMSnRCd1JCd08vdXVST1RKMDB3em9taWdGRjV1UmlWbDJ2Y1YzeW9CQUJ3NWhsempKQUdBQlpMR0JhZjIxMmZnWGowd2Y5RlpHU0UxMzB4MGRHNDVjYnI4T3YvZlJEVk5iV29yS3BHV21yS01WMC8xREdvRVJHZFlqUk5nNjdyVURVTm1xbzZRNDJtUVZNMWFMb0dWZE9nYXpvMFZZV2lxYzVqVFlPbXFkRGN4N3Fydk1meHFjUTlSazFSRkNnT3gwbC8va3VYWE5EanZ0SDVveEFWRlluVzFqWlVWZGNHZEoxVm4zOEpBSmc5YzdwWFNPdE5Za0lDYW1ycnNIN2pGbHl3K055QVd1MzY0eHZTQUdjZzlyeS9vYUdSUWUwWU1hZ1JFUVVSVlZXaEtJcnJ1d3BGVmFDNnZydkRsYXByMEZWWDROSmQ5N21QdFZNclVKMktFdUxqRVI0ZTN1dTUxdFkyZEhYWkFycld2djBIQUFEVHB3VTJBUC9LeXkvR1E0OCtnVU1saDNIYmozNkJoZlBQeEtLRjh6RnlSR1pnbGUvRnJ0MkYyTHA5SjQ2V2xhR3FxZ2JWTmJWd2VBUmdSVkdPNi9xaGpFR05pT2dFVVZVVmlxbzZnNVE3Z0NrcUhLb0MxYUVZOXltcU00Z05oMVlyUVJDTVdYS2lJRUFRUllpQ0FJZ0NSRUYwbm5mZEZnUUJJbnpLaUNKRUNPNkxRZWkrY0k5akhYcS9aWXhqM2VkKzErQjBBWUR1ZmpxUDg4NldRaDJLdytFVktFNEdpeVdzMTNObWszTW1wUjdBZWd4MnV4MDJXeGNBR0dQRCtqTjk2bVE4OHVEdjhNcHJyK1BBd1dLcytPZ1RyUGpvRTB5Y01BN2Z1L2s3eU0zT0N1ZzZiczB0TFhqMDhUOWg3ejVuWUF5M1dKQ1JrWTVaTTZZaE9Ta1I3N3ovNFlDdVJ6MHhxQkVSOWNQWlBhYkFvU3JRRkJXcXBrSlZOU2lLQTZxcUdVSE1DR2F1YnJXaEpJb2lKRW1DS0lvUVJBR1NLTG1XSW5BR0tsR1NJSWdDWk5INVhaUWtTSUxZODFoMGxoVUZ3WmlaZHlyd1haNWpPSkxsN28vd2pvN09nQjgzYmt3QkhuLzA5emhRZEJDZmZQb0Z2bHo3TlhidExzVGR2M2tBanoxOFAvSnlzd08rMXJQUHY0aTkrdzRnSXowTlAvbmg5ekZtOUdoalJxaWlLQXhxZzRCQmpZaENsdnVEV2xFVU9CUUZpdDBCdThNQmgrSnNaVkVjeWtudHNwRWt5Um11SkJHeUpFT1VSRWlpQkVtV2VnWXFTWVFraXM1V0xOZXhJQWlRSk9tazFaZUdsaWlLU0V0TlFXVlZOZmJzM1llejVwMCtvTWVQemgrRjBmbWpjUFdWbCtLMzl6K00ycnA2dlBYTys3am5sejhMNlBIdEhSM0draURmdS9rN0dEZW13T3U4ZThrT09qNE1ha1IwU2xKVkZRNkhBb2ZEN213MWNUaWcyQjF3S0lvUnprNVVxNWNrU1RDWlRNN2dKVXN3U1RKa2s4a1Z3Snd0VzVJc1EvSm85UXIyUlRjcE9NMmRNd3R2dmJNQ1g2eFpoMHN1T2g4WjZXa0R2a1pLY2hKT216MFRLejc4R0RXMWRWN253c3htQUVCclczdVB4N1cydGhuSEVSSFdIdWMvZFUxMDhDZk0zTjM5MjliV3p1VTUrc0NnUmtURGpxcHBjSFM1QXBqaTdMcHlqalZ5aHJEQkhuTWtpaUpNSmhOa1dmWUtYdTVqeVNRN3c1bXJGWXpvWkxsMHlZVll2V1lkR2hvYThkdjcvdzkzZlA5bXpKdytEYklzUWROMDdOMjNIenQyN2NIMTExd0JBSGpzeVdleGVORUNUQncvMXZqUFFVMU5MVFp2MlFZQUdKV2I0M1g5NU9Sa284eU9YWHN3ZWVKNHRMVzF3MnExSWlFK0RtYXpHWGE3SFc4c2V3ZDMvYzlQRUJrWkFVVlI4TzZLajdEcXN5OTZyWGRLY3BKeHZPcXpML0NkYTYrRXFxcXdkWFVod3RvejlJV3lVeXFvbFhiV1kzdlRVUlMxVmFDb3RScU5qcDcvQXlBaThoVWxXcEJsamtPdUpRa1RvMGRncERVQnNpdzd3NW5KNUJ3SVR4U0VvcUlpY2QrOWQrR2hSNTlBZlVNRC92REVNekNiVFlpSmprWmJXenM2YlRhdkxaeDI3UzdFTitzM3dtSUpRMkpDQXV4Mk8ycnI2cUhyT2pJejBuSDl0VmQ0WFgvNjFFbElpSTlIZlVNRDdudndVY1RGeHFLMXJSWC9lZTN2TUp0TnVQS3lKWGo5djh1eGZjY3UzSHpiajVFUUg0ZTYrZ2JvdW9iLytja1A4ZFN6ei91dGQyUmtCT2JNbm9sdk4yekNtOHZmeGNwUFBvT2lxcmo3Rno4NTRWdElEVGVuUkZDemF3cVdsVzNBaDVYYm9JRmJseExSd0xScU51eTJWV0szclJJZk5PM0NrdlJwdUNyek5NZ0NXOGNvK09Wa2o4U2ZuL29EUGxqNUNkWnYzSUtLeWtvMHQ3UWdJVDRlYzhiTXhJV0x6elhLZnZlbTY3Rm03ZGNvTGE5QVZYVTFvcU9pTUtZZ0gvUFBQQVB6ejVwbjdOL3BaamFiOGVCOXY4YkxyeTFGVVZFeDJqczZrSmViQThuVmNuek5sWmNoSXowTjczM3dNY3JMSzlEYTFvWUo0OGJnNmlzdnhkaUMwYjBHTlFENDZROXZRMVJVSkxaczNZSG1saGFrSkNjaFBqN3V4THhJdzlpdzM1VDlTSHN0L25Ud1kxVGFtb2E2S2tSMENzbTJKdUtPM0lYSWlVanF2ekFOTzBPeEtUc0ZoK0cyS1h0dzE2NGZOdFdCSjRzK1lrZ2pva0YzdUtNT1R4ZDlCRVZUaDdvcVJCVENoblZRKzIvcHQ2anBhaG5xYWhEUkthcW1xd1Z2bG0wWTZtb1FVUWdidGtGdGYyc2xQcTdlTWRUVklLSlQzSXJLTGRqZldqSFUxU0NpRURWc2c5ckgxVHM0YllDSVRqZ2R3T3Jhd3FHdUJoR0ZxR0ViMUNvNkc0ZTZDa1FVSXNyNTk0YUloc2l3RFdxMUhKdEdSQ2RKUldmRFVGZUJpRUxVc0ExcUhlcnczRVNYaUlZZi9yMGhvcUV5YklNYUVSRVIwYW1PUVkySWlJZ29TREdvRVJFUkVRVXBCalVpSWdvNWdpQjQzZFkwYllocVFpZVQ3L3ZzKzNzUWpCalVpSWdvWkFtQ0FFRVFZSGR3d2tnb3NEdnN4bnMrWERDb0VSRlJTQk1FQVE2SFk2aXJRU2VCdytFWVZpRU5ZRkFqSXFJUTVXNVpFUVFCTnBzTnVzNzliazVsdXE3RFpyTjV2ZS9EQVlNYUVSR0ZKRUVRSUlvaVJGR0VwbWxvYlcwZDZpclJDZFRTMGdKTjA0ejNuRUdOaUlnb1NMay9wTjFoVFpJa3RIZTBzd3YwRkdXMzI5SGUwUTVKa3J4QzJuQUlhd3hxUkVRVWt0emRYKzZnSm9vaW1wcWJocnBhZEFJME5UVkJraVN2b0RZY1FockFvRVpFUkNITXMvdFRsbVdvcW9yeWluSUd0bE5FYzNNenlpdktvZWthWkZrZWR0MmVBQ0FQZFFXSWlJaUdndnZEMnQyaTVubC9lM3M3T2pzN0VSWVdCclBaREV1WUJiTE1qOHhncHlnS2JGMDJPT3dPMkxwczBEUm5RSE4vRGNjV05mN1dFUkZSeVBJTWE1NzNpYUlJVlZYUjJkbUo5dloyNkxwdWZGRnc4cHpONlE3ZlpyUFo2UEljamlFTllGQWpJcUlRNS81Z2R4OTdkb2RLa2dSTjAzcUVOQWEyNE9FWnV2eTlmKzd2N3Z1SFUwZ0RHTlRJUjZ6SmltUkxEQTYwVmc1cFBmS2owakFwZGlRS204dFExRm9GUlZlSHRENTA4cGxGR2JNU1JnRUF5anNhVU5KZU04UTFvbE9aKzBOYzEzVUlnbUFzNDZEcnVoSFVBQWEwWU9ZN2s5Y3pzQTIzdGRNOE1haWR3bWJFNStLRzdIbjRxbll2dnFyWmk3cXUvdGNJdWlCOUdxNGFlUnJxdWxyeHQ0T2ZZblBEb2VPdXg5am9ESHczZHo2ZUsvb0VSOXByQTNyTW9yUkpXSmd5RVFEd2g4SjNzYUgrNEhIWHc5Y0lhd0pxdTFwZ1V6a2R2ejhKNWtqVTI5dE82bk5HeVJiOGNzeEZBSUFQeXJmZzVVTU1hblJpZVg3UWV3WTN0cVlGUDMrdGFyN2hiRGlHTklCQjdiaUlHSm8zWFllT1FQNU1uSmMyQlZrUlNiZ3hJZ25oa2hsTEQ2L3JzN3dJQVF0VG5lRW9QaXdTUjl2cmpydXU4ZVpJM0QzdUVzU2FySGhpNm8xNDgraTNXSDUwUGJRK2ZnSVJBbWE3V2xKYWxjNUJDWXUrTXEwSitML0oxNkxGMFlrLzdIa1haWjBOZy80Y0o4dTB1QnlNams0Nzd1dDhWclhMYjVqUGkwekIvUk92d3M3R0kvalQvbzk2dEc1R3llRURmaTVGVjlHcGNtOUZDajYrSC9nQTJKbzJqUGdMWmNNMW9Ma3hxQjJqQzlLbjRyYThCVVB5M0I5VmJNTkx4Wi8zV1NZcExCclQ0bk1BQUoycUhlK1ZiZTczdXJNVFJ5SE9IQUVBK0xiMkFHcTZXbzY3cmgxcUYzWTBIc1paeWVNZ0N5S3V6NXFMMlFtajhPeitsVGphNFQ4SXpra2NiWHo0cjYzWkIxWFhqcnNldnU0Y2N5R2k1SEJFeWVINDQ5UWI4T3orbFZoZlgrUlZabTVTQWZJalV3Zjl1VDNWZGJYaWc0cXR4M1dONmZHNXVDQjk2bkhYWlVmamtSNUJUUllrM0R2dVVrVEpGc3hOS2tDc09RS1A3bmtIN1dxWFVlYWZjMzQ4NE9mYTNIQUkvN2ZuN2VPdU05R0o0dnRCNys0U3BlQjNxcjFQREdxbnFQUFRweG90ZmgrVWIwV2JZdXYzTVpkbHpqYU9pOXVxTVNrMmEwRFB1YWU1dEVlb3Nxa08vR24vUjlqV2VCaDNqRnFJY01tTXZNZ1VQRG50UnZ6M3lMZDR1M1JEajlhMVN6Sm5HTWZucGszQ09ha1RCbFFQWHpiVmdlK3VmOTdydmtmM3ZJdmZqcjhNV2E3V3hydkhYWUtsaDlkaWVla0dvOHowdUZ6TVR4bC9YTS9kbitLMmFueFFzUlc1a2NtNFk5UzVBVDl1ZjBzRi9uSG9peE5ZTXlkRlYvSDQzaFc0YitLVnNFcG1qSS9KeE1PVHI4VUR1NWFoMmRFeEtNOWhFVTM0ejl5ZkF3Q1dIVjJQMTQvMDNmSkxOQlJPdFE5L0dqNFkxQWJCenFZanFMRWRmK3RUWHlKa0MrWWs1Z2RXVmdyRDRyVEpBSnl0YWUrWDk5K2FOaTB1Qi9sUjNhMUhOK1djT2VBNjN2VHRjMmhWT3YyZVcxTlRpUDB0NWJoNzNDWElpVWlHTEVoWW1Eb1JuMVJ1UjZ0SGlKd1VtNFg4cU81dVBKTWd3U1JJL2k1NVhHcTdXbkR2anYvZzduR1hZRXBzRmdRQU4yVFBRMnA0TFA1YTlHblB3S24xUDQ3TkxNcEdPRlowRlVvQUxZRmRydkZ4VmlrTW82TUM3NzVzVjdyODN2K24vUitocktNKzRPc3N5WmlPczVMSDlWbG1mMnNGZnI5ckdlNmZlQldza2huWkVVbDRaUEoxdUcvbmY3M0dyVlhabXJDN3FiVFBhNTJWTXU2RXZKOUVSS2NxQnJWQjhISGxEbnhiZCtDRVBzZElhMkxBUWUyQ2pLa0lsOHdBQW05TnUzcmtuT09xWHlDcWJNMjRaOXRTM0Q1cUllWW1GZUNSUGU5NGhUUVJBbTdObTIvY1huWjB2VmNYbTl0VkkwNURoQndHQVBqMzRiVitBOUhZNkhUTVRuQytYdlc5VEtMb1ZPMTRlUGR5L0x6Z0FzeExHZ01BV0pneUVUVzJaaXc3dXQ2cjdPMGJYdXcxaExxOU9PdDJKSVZGQXdEdTJiNFVoOXBPM09EMzNrWXBsblhVbzdpdE91RHJOTm5iQXlwM29MVVNEKzErQ3c5TXZBcGhvZ25wNFhGNFpNcDF1R3ZidjQweSsxc3E4RnpSSjMxZVozYmlLSmlPWVV3YkVWR29ZbEE3eFZna0V5NUtudzRBYUZWc2VLOThrOWY1SDR3NkY1VzJKbnhXdWRNSVFYTVNSNk1nT3QwbzgwTFJwemdjd0ZJSWk5SW1ZMEdLczF1eTBkNGUwT0J3aDY3aXVhSlA4TWJSYjNvRXFDV1pNekRTbWdnQTJOUlE3TGNMTEZLMjRPYWNzd0FBaDlwcXZMb3FQWjA5N1diaitDMmYwT1ZKMVRVOHRlOER0Q3MyTEU2YmduVzErN0Q4cVA5cjltVlM3RWdqcEcyb0x4cHdTTnZkWElyTDFqN1JaNW1jaUdROE5lMG1BTDIzcVBrS0UwM0lpbkMrcGszMjl1TWFkN2l2cFFKL0xId2Y5NDYvRExJZ1luUDlJYlE0K2c2dlJFUjBmQmpVVGlJQkNHaTI1dkc0UEhNV29rM09Gb3Mzam56dDlZR2VINVdHODF4ZG9sZU1tSVhiTjc0SVZkTndTKzVaWHRlWW0xU0FWVlU3K255ZTlQQTRveFVLQUY0dVhqMmd0YzdjSVUyRUFBMDY4aUpUY0VQMkdRQUFEVHIrVmZLVjM4Zk5UU293NXRydWFEcml0OHk4cERISWprZ0NBRlIwTnVLcm1yMzkxdWR2Qno5RFlYTVp2cTdkMytlTTFON01kd1ZXSGNCL2ozd3o0TWNISWo0czBqanVyWlhRVjZZMUhvOU4rUTZBd0NhaDlHZHJZd21lM2Y4UnhrUm45SGt0RVlJUi9odnQ3YWl5Y2Q5RUlxSmp3VTNaQjlITStEeUVpU2EvNTJSQnd0OW0zWTZmakY3c05SYXNMNzhhdXdRTFV5YkNJdm0vcHE4WWt4VkxYQVB4eXpycThYSEZkcS96MTd1Q0VBQjhXcmtMTnRXQnkwYk1RbkpZREFDZ3c5VWlOaWwyWkovamxzeWlqRitOWFFLejZNejVteHFLOFhYZC9vRHE2Q2t2TWdWUFQ3OFpNU1lyL3FmZ0FzaXVzVXNyeXJlZzFNODRLN01vNDdMTVdjYnQrU25qalZEcUprTEF0Vmx6amR2L1BmcE53TUZyYmUyK1l3cHBGdEdFMDF6ZDBodnFpMUFTNEZweEF4VnY3ZzVxRFNkNVRUTlBhMnYzOVJ2NEltUUxIcGw4SFI2WmZCMnVHREc3ejdKRVJOUTd0cWdOZ2tqWmdzZW4zb0JSa2FsNHQyd1RYaXRaMDZQTTdJUlJTQXFMeG9LVUNUamFYb2VpMXFvK3J6a2xMaHR6RXdzd043RUFHZFo0ZkZHOXA5OTYzSkF6RHhaWFVIemwwSmRlb1dOQ3pBaE1jYzNpYkhKMFlGbnB0OGdJanpjK1JEdFVPKzdadmhTUFRMNFdVWEk0YmgrMUFIdWJ5L3gybGYxMDlHTGtSQ1FEY0xicy9Ibi95bjdyNXV1Y2xBbTRZOVJDbUVVWmw0K1loVWNMMzhXUDhzOURyTm1LcFNWci9UN210cndGU0xIRUdMZGpUVmJjTys0eTNML3JUZGcxQlFBZ2l4SldWKy9HNHJRcHNHa09yTzJsTmMwcW1ZMWdPbEN2blBZanIvQXNRakJDNjR6NFhHTUdZMTl1My9BM3IvRjVuaWJFakVCaGMxbVAwSmhzaVRhT0ExbThtSWlJaGorMnFBMkNOc1ZtRE1wZWtqRWRXYTV1TjAvdVpSNGN1b292cW5jajNoeUpueGRjZ0lLbzlCNWxBUmhkbEJwMGZGeTUzVzhaVDJPaTA3SEF0WkwvMXNZU2JHMHM4VHJ2T1l0ejZlRzFzS3NLZmxad3ZoRXdsaDVlaTdLT2VyeDY2RXNBemxtSTk0Ni96QWgrYnJlUFdvZ3pYRjJlaXE3aWlYMHJlZzBjL3NpQ2lEdEduWXVmamw1c1BQZHBpZm1vc1RYamR6dmZ3TzkydkFHSG55N1VtM0xPTWhianRXc0sxdFFVR2ovM0F4T3ZRcFJzTWM0dEw5MkFPemEraUFkMkxmUGJQblpCK2xTOE1QTTJUSXZMQ2JqZW5peVNDUmF4Kzh2OWN6aC9Qc25yWEc5ZjhMTlk4Z2hyQWg2WmZCMGVtblNOM3lWSk1zTGpqZU9xenBQVGxUZ2haZ1N1ODJpaEpDS2lrNHN0YW9Qa3BZT3JNV2xHRnN5aWpCK09PaGUvM3ZHNmNTN1daTVZVMStLejM5VHVSNmZxd0RQVHY0czRjd1N5STVMd3k2My85R285aVRWWk1UTStEd0N3cGVFUXFtM054aUQ3M3Z4ZzFMbkdSMzl4YXpYbXA0eUhCQkdTS0NMTkVtc3NlVkhjVm8zUHEzYmhzaEd6ak9VZ2lsb3JzYkppR3dCZ2RmVWV6SWpQdzV6RTBjaU9TTUpkNHk3R28zdmVoYXFyK0g3ZUFweWZOZ1dBY3l6V3MvdFhZbDlMUmNDdlVYSllOSDQ1ZG9uWE1oVGJHZy9qNlgwZkdqTTNtM3pXNW9xU0xmaGgvaUxNU1J4dDNQZFM4ZWRZWGJVYlVhWndUSXZMd2Rqb0REd3g3VWI4ZWYvSDJOM3NYQjVDZys1M0hOZTB1QnpjbW5jT1JBajQzWVFyOEY3Wkp2ejc4TnBqV2xTM3RLTWVYOWIwMzlMcE5qMHVGK05pTW5zOTM2bmFqVzd4YTBhZWppK3JDNzNHL2FXSHh3RncvbXpsSjJFbmhaSFdSTnc3L2xKWXBUQ01zQ2JpbWYwZm9TdUFaVXFJaUdqd01LZ05rcHF1WnJ4VnVnSFhaODFGUVhRNkZxVk9OZ2JrTDA2ZllxeXY5VW5sRGlpNmloWGxXM0JUenBuSWprakN4Wmt6OEc1Wjkrek04OUttUUJLY2paMGZsZ2UyYXIzSm8xWG5xcEduK1Myand6bG9YZ2ZRNXJCQkIyRFhuQXZTZXJZOFBYdGdKVEtzOFJocFRjUzB1Qno4WnZ4bHNLbDJyN0QweXFFdnNMWjJYMEIxQTV3RC9IK1FmeTZza25OWkRRMDYzamp5RFpZZC9kWnZlVWtRc1NCbElxN0xub3RZazlXby8ydUh2c1JuVmJzQUFJOFZ2b2RmajdzVVUrT3lrUndXZ3djblhZT3ZhZ3J4K3VHdlVkUFY3UGU2KzFzcnNMUHhDS2JFWlVNQWNHbm1USXlKenNBZjk3Nkh4Z0NYcW5DcjdHekUyNlViQXk0ZkxZZjNHZFRxdWxyeFdkVXVMRTZiZ3NTd0tDeE9tMnpzV2lBTElqS3N6aGExYWx1ejBkVjdJbVZZNDJGMnRhak9TY3hIaXVVNlBMTG43Wk8rNXljUlVTaGoxK2NnZXFkMEl5bzZHd0U0dXhwalRGYklnb1RGcmxhb294MTEyTnRTRGdCWVViNFpsYTZaY05ka25ZNkVzQ2dBenVVVUxzeHdiZ2RVMXRuUTY4eEdYNXQ4TmkzdjBoeW90N2Q1YlRqK2FkVk9GTFZXQWdCV1ZlM0Vpd2MveGF1SDFoaDFkck9wRGp5NGU3a1JkcWJHWlJzaFRRZnc5K0xWV0ZHK0phQjZXU1FUZmpiNmZOdzU1aUlqcERVNU92REF6bVYrUTFxTXlZcExNbWZpK1ptMzRvZjU1eG9oclZYcHhHT0Y3K0k5ajhWNzdacUNoM2N2eDBldTFrQUJ3Rm5KNC9EOHpGdnhxN0ZMTURGbVpJOE94bmFsQ3cvdFh1NVYvekhSNlhocTJzMTlocWlUWmRuUjlVYlg3NVVqVHpNbXAyUzdGZ2tHZ05KajNJTTFzQjFpdTMxYmR3Qi9LSHpYQ0lXNWtjbDRiT29OeG94YUlpSTY4ZGlpTm9nVVhjVXJoNzdBYjhkZmpnZzVETi9Mblk4ZFRVY1E0d29ibnZ0dEtycUdmeFIvZ2QrNnhvSGRtanNmZjl6N1BoYWxUVEwydVh5dmJKUGY1L0hubmJKTitLcDJMNW9kbldpeGQ4Q2hxNGd4V2ZIOHpPOERjSzZwOW0rZkpTOCtydXg5Q1k3R3JqYXNyeXZDeFJrenZPN2YwWGdZbndRd1pnNXdMZ2R5NTVpTGtPb3hBV0IvU3dVZTgybTlTZ3lMd3N6NFBNeEl5TU9rMkN6SVF2Zi9IM1FBWDlVVTRyV1NOWDVidkRUb2VLbjRjMnh0TE1FZG94WWlLU3dha2lBYUV6RWE3ZTNZMUhBUU94cVBZR3RqQ1d5cUF4cDAvT1BRRnpqYVVZY2ZqRG9Ya2lBaTFtVEZneE92eHRQN1A4VFh0WUhOWUpWRnlRaVNnUWdMWVBadWc3ME5xeXAzNE1MMGFZZ3hXWEZSeGpRc0w5MkFVVkVwUnBrRHJyQWRVQjA5ZGdFSVpLY0VYMXNhRHVHaDNjdngyL0dYd3lLWmtHQ094Q09UcjhNZkM5L0Q5Z0QvRTBGRVJNZU9RVzJRYlc0NGhLMk5KWmdXbDRNems4ZGlVcHh6cG1XRHZRMWZ1UWJBZDVjdE5zck9TUnlONmZHNVJqQ3E3V29KYUthblc3T2pvOGZlaXpmbW5BbXJhNGVDVnc5OUVmQ2cvN3pJRlB3by96emtSaWIzT0RjbExodC9udkU5dkg1NFhiOXJqazJOeS9ZS2FaOVU3c0RmaXovdkVSaEdSYWJpdGxFTHZWcS9OT2hZWDFlRXQ0NStHOUJ5RjFzYUR1RW5tLytCU3pKbjR1S002WWgwVFM2SU0wZGdVZXBrVEkvUHc0N05yM2c5NXJPcVhhaXh0ZUNlY1pmQUtwblJZRy9Ebmw2M1FPcjVjMDZMeThFcnAvMm8zN29OMUZ0SDErUGMxRWt3aXpJdXpaeUpsUlhiTUNGbXBIRytzTGtzNEd0SlluZm9WYlRBMTduenRMdTVGQS9zWG9iN0pqajMrd3lYekJnWGs4bWdSa1IwRXJEcjh3VDRSL0VYeHVCMGQ0dkwrK1ZiL0xab09CZUtkZDUvOTlpTGtlanFBbjI3ZE1NeERYQjNLNGhPeHptdVJWaDNOaDNGNmdCQ1gzSllOUDZuNEFJOFB2VkdyNUMydnI3SXEvVXQxUktMTzhkY2hPZG5maDhYcGs4enRuUHk5ZWJSYjdHMXNRUjJUY0dmRDN5TXZ4NzgxTzlyc0w2K0NNdExuYnNIVk5tYThlYlJiM0hIeGhmeCtONzNCN1FtbVYxVHNPem90N2g5NDR0NHVYZzF5ank4anY0Z0FBQWdBRWxFUVZRRzNQOWwvMHEvMjFIdGJEcUNlN2UvanNQdHRYaHcxMXRla3hsa2o1RGpieWJxaWRMazZNQW5ydGM3VXJiZzBzeFptQkE3QW9DejFmWmdQMHU3ZUhJSGRRQUI3UnpSbS8wdEZiaC81NXRvVjdyd1NlVU92SDdrNjRBZk85QXVWeUlpNnNZV3RST2d2TE1CS3l1MjRhSU01MVpPSFdvWFZ2WFN6VmpSMllnUEs3Ymlrb3daeGpJUDlmWTJmRmExKzVpZlh4WkUvQ2gvRVFRNHc4c0xSYXY2TEo5cWljVWxtVE93TUhXaVYxZFpxMkxEU3djL3g5cGE1MXBrRyt1TDhPUFJpNUhnV25nMXhSS0Q3K2VkZzV0eno4TDZ1aUo4VlZPSTdZMUh2R1lxUHIzdlF5UmJvbzB0bFNiR2pNVEUySkh3SlVMRTFzWVNGTGRXUTRDQVJhbVRqL25uQjRBUEs3YmlnNHF0eUl0TVFhWTFvYy9XbjZNZGRmakYxdGQ2M0M4TDNmODgvTFZHN1cwcHgrdUhlMjV6MVp2RmFWTXdONmtnb0xKdmwyN0FlV21UalhYbTNKTkxEclJVRGlnMFJyaGFGZ0dnZlFETHFQaHpzSzBLZDIzN0Y2cHQvaWRxZURLSjNiOUhxczZnUmtSMHJCalVUcEJEUG50bGVnWWdYLzg5OGczT1RoN25NWlp0MDRDMlkvSjE5Y2c1eG5JZWJ4ejUydS8yUFFLQWliRlpXSncyR2JNVDg0MVpxWUN6Mi9IVHlwMVllbmlkMTBiazJ4b1A0eWViWHNZVkkyZmpZbzlnYVJJa3pFc2FnM2xKWTlDcDJ2Rk8yVVpqVS9NMnhZYTJ0dTZBTUQ0MnM5ZFpxUUNPZVcwelgrdHE5NkhaMFlIaXR1b0JiVkx1eVROcytHc0piSFYwR3N1QkJHSkdmRzdBWmQydGFrc3lwaHNoRFFBMk5oUUhmQTBBUmdzdEFEUU1jRmFyUDVVQmJnVVY1akVMK1hoK2w0bUlRaDJEMmdsZ0ZtVmNuOVc5WFpOVkNzUDEyWFB4dDRPZjlWcmVNeFQwdDJaYVg4WkdaK0FLVnhEYTMxTGhOWUhCclNBcUhiOGNlNUd4aWJpbnJZMGwrRmZKVnpqY1M1ZWpUWE5nNmVGMVdGVzVFMWVPbkkzNUtSTmc4Z2loNFpJWkpXMG5aZ3Vsa3kzSzVHeU5PcDR1dytQaDJhcm10cUd1YUVEWFNQWVlJMWhyTy9ZTjJRZktjK0tFWFQzeFM0a1FFWjJxR05ST2dFc3laeGd0R2FxdVFSSkVMRXFiakpVVjIzRzBvK2ZTQ2pma3pET1dyZ0NBYzFJbjRPUEs3UU51Q1lvelIrQlhZNWRBaEFDN3B1RFpBeXY5RHZZdjdhaER1OUtGSkkraFpWc2JTL0RHa1crTTVUdjZVOXZWZ2hlS1BzVWJSNzdCa293Wk9DZGxQR0pNVnBSM05tQnpnSzArengzNEJPc0dzQlpiZjM0NTlpTE1jQzBVSEtpNWlRVVlFNTJPNWFVYmVpeTI2MjdoYkhaMCtuc29vazFXVEhKdHl4V0lSRXZQWU55WEprY0hWbFh1TUxyUXl6c2JCcnk1ZVpZcjlPdEFqMlZZamtXa2JFRmJBRjJvY2VZSTQ5aXpWWmFJaUFhR1FXMlF4WnFzdUR6VHVYOW1nNzBOcjVXc3dTOEtMb1FJQWQvTG00OEhkaTN6S3A4ZmxXcHMvZFJnYjBPOE9SSWlCSHcvYndIdTlkamRJSkRuZldEaVZjYkczVnNhU2pBdUpoUHprc1lpUGl3U1NXSFJTTEhFSU1rU2pWY1BmWWxuOTYvRVE1T3V3ZGQxKy9CRjlSNlV0anMzUVkrUS9FOE02STFkVmJEODZIcThVN29SazJKSERtajhsRU5YWWV0anBmczRjd1F1ZDIzQ2ZxaTlwdDlac05veGpJVWFIenNDNTZkTndmbnBVM0h2anRlOTltQjFCN1VXbndEbk5pWTZIYitmZU5XQW4zTWc0c0s2TjJKUHRzUWdJU3pLNzQ0TC9zaUNpQnpYcEJBZE9oNmNkRFVBNEltOUsxRHJady9YL29STFpydzArdzZzcnRxTkZlV2JVZFhIV0RYUGxyemVYajhpSXVvZmc5b2crMDcyUEdQRDduK1dmSVd2YXZiaS9MU3BHQk9kanNteFdaZ1puNGROSGkxT3QrVXRnQUJuaThmamU5L0gxU05QeDlTNGJJeUpUc2VaeVdQeFZTK2JpdnVhbXpUR3E4dDBUbUkrNWlUbSt5M2JaRzlIU1hzTmJsbi9IQVFJZVBPTVh4enp6MnRjMDlHQjc2NS8vcml2NHluZUhHbTBKcTJwS1J6UWNpV0JjdSsxS2dnQ3lqdTZaNG5HbUt3SWQ4MlliQnlpbGZpVHcySzhkb013Q1JLdUdUa0h6L2N6T2NSdFhFeW0wVzBxUWpDMjd2THNTaDJJZ3FnMFdFUVRMa2lmaXRrSm8vRDlqWC9ydFd5YWE3c3JBS2c1aVYydVJFU25HZ2ExUVRRMk9nTUxYQnVISDJpdE5EWU9mNjNrU3p3NitYb0F3SGZ6NW1OYll3a1VYY09pMUVuR0hweGZWdS9CdnBZS3ZGYXlCcFBqc2lCQ3dFM1paMko5WFZGQTJ3WDF0bVNEZTgvTGFsc3phbTB0cU9scU52Ym5WSFROYTN4WnNQR2NnSEVpdGt3S0UwM0lqblN1c24rMHZRNGRIbVBSMGoyQ1JrVXZHNkR2YURxQ3Z4Wjk2blhmNDFOdlFLUnN3YTdtbzNqK2dIZWd1bUxFYkdOaitVQXN5Wnp1TmNrREFNNUptWUMzU3pkNmRZRnEwUDEyY1h2T01HMTJkQmd0aEo0Mk54eENpNnRyc3FhZjJaeGpZaktNNDUxTlIvc3NPeUZtaEhGYzFsSGZaMWtpSXVvZGc5b2dNUWtTZmpKNnNkRTY5bkx4YXVQY3ZwWUtiS3cvaUZrSm81Qm1pY1dGNmRPd3JtNC9iczQ5R3dEUW9kcnhXc2thQU1DUjlscXNxUzdFL0pUeFNBaUx3dVVqWnVHTkk5LzArL3pGYmRWWVgxK0VxczRtVkhZMm9kcldoQ3BiRTJwdExYMHVTdXVweWRHQmJ3SmNsZDl0WWVyRVkyNmg2VSswS2R3NGJsZDZyb0YydlBLalVvMGc1TjdheXkzTFk1dWtDcDhOMEc5ZC93SUVDRkIwcmNjbTVlNDF3N3BVcGNkNHNoY1Bmb1pYRDMwSkFIN1hkUE9VRkJhTlJhbVRqTnU3bTBzeElXWUVKRUhFdFZtbjQwLzdQekxPdlZ5ODJ1djNEWEJ1Wm45bThqZ0F6aTNCdGpVZXh0bXUyNTUyTjVjR1BITjFUSFIzVU52V1dOSnJ1UWc1ek9oeXJiZTM5Umo3UjBSRWdXTlFHeVRYWkoxdXRNSjhVcm05eHpZLy96cThGak1TOHRDaGRNR2hxL2h4L25uR1lxUkxENi8xMmxWZzZlRzFtSnRVWUt4TS8ybmx6bjZmWDlGVlBGYjQzbkg5RERXMlpyeFUvUG1BSGpNdmVjd0pDMnFlUzBzMERjTFNFcjRLb3RPTjQ3MCtxLzJQOVFnbFIzMzIxdXhRN1RDTE1xNGFlUnJlTHQzWTc2elFDRGtNUDhvL0R4K1ViK2tSQ0h0emM4NVp4dXU2dGJFRXp4ZXR3bDluM2daWkVERXZlU3lXbDI1QWFSOHRWZGRrblE2TGE1L1FkYlg3QWxvOGVXNVNBU283RzQwMTd6ekpnbVM4SmpyZ3RRZnRyN2I5Q3dEUTZuQk9NbGlRTXRFSXdBZDkvaDNjdC9OTlNJSjRRb0kzRWRHcGlEc1RESUtjaUNSY21qa1RnSE0ycEx0MXpGTlpSejBlTDN3ZlA5ajRFdXlxZ3FseDJRQ2NMVGtyWFp1S3U5WGIyL0JCK1ZZQXp1NjVHM1BPUE1FL1FYQnlkd3NER1BCc3gwQ004UXhxUGdGcXJLdWJ6NkdyT09Sbjl1MTFXWE54NVlqVDhKY1ozL01LZGI0aVpRdWVubll6VGs4Y2pidkhYV0pNOXVqTDJPZ01yMjdMTjQ1OGpmcXVWbU1MTWhFQ3J2Tlkvc1hYNktnMG5KOCtGWUN6Vy9UdDBnMzlQaWNBekVzYWd5ZW4zb1FucDk3a3RmVVg0SHl0M01IeFVGczFXanhtd3JyWHFxdnBhb1lzU0xnd1k2cHhibFpDUHI2VGZZWVIzQTYzMTZLNHJmcUV2SjlFUktjaUJyVkJrQitkYm5SNVBWKzBDamJWLzB6RzlmVkYwS0hqRmxlWHAxMVQ4T3orbFg0N0pwZVhya2VyMG9sbVJ3Y0ttd05yaFFtRVZUSmpjbXpXZ0phVkdBcVNJR0tLSzh3Q1FJb2wxaGpjUDFqY0xXcjFYYTJvODVoSm1ST1JiS3d4Vjl4YTNXT3gyNXlJSkN4eFRYS0lsQzFvNkdPeVFadGlNN29KWTAxVzNEM3VZcTlONTMxWlJCTitXbkMrY2Z2cjJ2M0dUTlMzU3pjYTNkaHpFdk9SRjVuUzQvRXhKaXZ1R251eEVZdytyZHdaOENLMTd2MVJjeU9USWZ1MGtucit2bXh2UE56ck5hN1BQZ1BKWWQwaFR3Qnc1WWpUOFB0SlYvZTZnYjFkVS9EZzdyZnc0TzYzOEVYMXNlL0lRVVIwS21MWDV5QllWYmtEZnl0YWhXbnh1WDEraUFIT2JyTS9GTDZMSCtZdndzZVYyM3R0V2VoUTdYaGt6enM0MGw2SFR0VitUSXZnaWhDUWFVMUFRWFE2Umtlbm9TQXFIWm5XQkFnQTNpdmZqSjFCdktuMlJlblR2TmJpK203dTJiZ2haeDYyTlpUZzY3cjkyRmgvc05kQUhJaWNpR1JFeWM0eGNMNnRhYWNuZGMrMDlCMkxKUUQ0WWY1NXhtNEJieHo1dXQ4dGxmNStjRFh5bzlLUUU1R01ncWgwM0RacVlhL2JldDAyYWdIU0xMRUFuQXZ0dm55b2UreFplV2NETnRVZnhPd0U1MnplNjdQUHdFTzdseHZuSTJVTEhwaDRsZEZsWE52VmduK1ZmTlZuM1R4NWJqZlYyT1VkUG1ja2RPK3EwTnZ2K0pUWUxGeVNPY080dmV6b2VweWVOQm9aNGZHWUVETUNUMDI3R1Uvc1c5RmpVM2tOT3JiMTgrK0dpQ2hVTWFnTmtpcGJNejd5NmNMc3plN21Vdng4eTZ0USsxbHp6RDA3TXhBaUJJeUlTRVJlWkRMeUlsT1JGNW1Dbk1qa1hzZVAyWVpvdGYwdERZZU1iclBlRnRkZG5EWVpOK1dlWmR6VzRReElKa0hDcklSUm1KVXdDZzVkeGJhR0VxeXIzWTlORGM3UTlrbmxEbVBzVkYrdFhBQXd5V08vVWMrZ0pndWlzYTRkQUh4YmQ4RHJjWmVObUlYOHFGUlgvYXY4N3Z6Z3k2R3JlTHp3ZlR3NTdTYUVTMllzU3AyRXd1WXlZMWF3Mi95VThUZ25aWUp4Ky9YRDY5RG9NemJ2N2RLTlJsQkxzY1RBS3BuUm9kcVJHQmFGK3laY2lSSFdCQUJBbCtiQVk0WHY5VHRwd1ZPc0t4amJOSWZYNHhMTWtjaUpTRGF1NisvM2NteDBCbjQ5L2xLakpXOW4weEc4Zm1RZDNpdmJoRitOdXhoVFlyTVFaNDdBUTVPdXdUOFByY0Y3NWYyL2JrUkV4S0EyWkFhNi82RlY3cnZiNzhYWmR4aWJwZmVteXRhTXZjMWxLR3dwdzVhR1F3TjYvc0ZTMUZybHRhaXNwd2t4STNCdDF1a1k3N0cwdzhiNmczaWhhQlhtSlkvRldjbmpqTzQrejlCbTF4UnNiU3pCbDlXRldGVzV3Kysrbkw0bXhYVjM1ZTN6Q0dyemtzY2FMWGxITytxOEJ1eFBpYzNDZDdMbkFYQjNXMzhVOEl6YVNsc1RuaTlhaFYrT3VRZ0FjTWVvaGRqZlVtRzBxRTZLemNLUDhzOHp5bTlyUEl3UEtyYjJ1TTZCMWtwOFUzY0F1NXVPNHBQS0hkQ2dZMExNQ1B4cTdCSmorUTFGVi9IRTNoVmVPMXZvSHZXTWtIc3VhaHdoaFJtUDk5MXFha1pDOTI0UGU1ckxldnp1em9qUHc1MWpMa1NZYS9KQ2ZWY3JuajN3TVFEbjdOYUhkcjJGTy9JWFlsSHFaSWdRY0V2dTJSZ1ZsWW8vSC9pNHoyVlh3ajNxeVczZGlTaFVNYWdGa1hESkRJZW05dmdndEVnbVhPS2FyQURBYjVkZllYTXA1aVdOTlc1cjBIRzRyUlo3VzhwUTJPejg2bStaaEdSTERHN0xXekNnT3JzL25JK0ZMSWdvaUU3SGxMaHNuSkUwQnFtdUxqKzNqZlVIOGVTK0QyRFhGS3dvMzRJVjVWdVFIaDZIczVQSDQreVVjY1k0TXJNbzQ3U0VmSnlXa0k5V3hZYXZhL2ZoeStwQzdHLzEzeUlwUXNDNDZFd0F6dGFqdzY2OVNjMmlqT3V5NWhybDNCTTZBR2ZyMVoydTdia0E0TlZEWDZMTVo5a09iejJqeGJyYWZUZ3RJUjl6a3dvUUxwbnhxN0ZMY00vMnBiQktZYmhuM0NYRzJMVkdlenVlOFZoK3c5ZmplOThINEF5ck4yVFB4U1daTTQxNmRXa09QTDUzUlk4Zzdqbkxja0hxaEI2emtpOGRNZE5Zc2Eyc3cvdm5PajJ4ZTJMRGpzYnU3bklCd0xWWmMzSFZ5RG5HWTVzZEhiaHYxNXRldXlkbzBQRkMwYWVvNm16R2pUbG5RZ0J3UnRJWVpGb1Q4T2llZDFIVDFiUHJXSUN6WmRWdHFGcUFpWWlHR29OYUVMa2hleDR1U0o4S3U2YWdVN1hEb2FuUW9TUE9IT0cxK0d0eFc4OFdxZlYxUllnM1I2S3d1UnlGTFdYWTExSSs0REZjc1NZckxraWYybi9CQVFxWHpJZzNSeUkxUEJicDRYSElDSTlIYm1RS3NpT1QvQzY0MjJodng3OFBmNFhWZm5ZaXFPaHN4T3RIMXVIMUkrc3dJV1lFemttWmdEbUpvNDNkSUtKa0N4YW5UY0hpdENtb3REWGh5K285K0xLNjBDc01qSTVPTThvZmFLazBXc1d1R1htNkVmNmFIUjFHMTJTWWFNSzk0eTVGbEdzTTE3ZDFSVmhadWIxSDNTS2tNR09jbDN1cENsOS9PL2dweHNlT1FLekppcnpJRkZ5VVBnM3ZsVy9HbG9aaXpFc2FDN3VtNFBHOTczc3QxK0xQbExoczNKYTN3R3RoM2daN0d4N2Q4eTRPK3ZuOThBeG1pMUluWTBwY051cGQ0OUFTd2lLOUpnQnM4ZGc1SThaa3hZVFk3aFpPZDlkeWJtUXlmcGkvQ0tNaVU0MXpWYlltUExMbm5WNzNGSDJuYkNNYTdHMzR5ZWpGa0FVUktaWVlSSmtzeUlsTXhzOEt6a2VMb3hNMjFRNUZWNUZnanZJYW8xalMzblBKRUtLVFNUK0dMZXFvZjRJZzlGOG94REdvQlpIRDdkMHRPNzJOTGR2ZldvSDFkVVU5N3YrbTdnQys4UmxQTmRRRUFFOU12UW01cnNWUCs2SURPTkJTZ1UrcmRtSk56ZDZBdW9iZGk3WCs3ZUJubUp0VWdJV3BFNzJXeWtpenhPSzZyTG00Zk1RczNMN3hSV05zM0VTUEdZejdYZDJlMCtKeWNObUlXY2I5L3k1WmEzVEw2ZEJ4dEtNT1dSRkpLT3Rzd0o4UHJBUUFuSjA4RGdsaFVlaFU3UkFoNFBTa0FxTmxxN2V3MHFyWThOZWlWZmoxdUV2eFJmVWVZMXpqMzRvK3c3am9UTHg4Nkl0KzExcTdMSE1XYnZKWnNtVm4weEU4dGUvRFhnUGU1dnBpRkxWV0dlUHJrc05pdk1LWlczRmJOZGJXN2pOdXo0alBOWDZtWmtjSGpyVFhZa3BzRnY1MzRwVmV1eVpzYlN6QlUvcys2SGQ5dERVMWhXaDJkT0NYWXk3QzQzdmZSN0ZycVErclpEYldGZlJWMWxHUFRmWEZmczhSblNpZXdjeDl6TEEydUFSQmdLN3JYbUdOd2EwbkJyVWdVdFJhaWQzTnBaQUVFYklnUWhSRWlJSUFUZGZSN09qQWpzWWorTGh5ZThEam9nYisvRlc0YitkL0IvU1lGMmZmYnN5ZTlLVUQrTStSZGZqdCtNdjlubTlWYk5qVFhJcWRqVWV3c2FFNDRNM0dmWFZwRHF5dTNvM1YxYnVSSGg2SGhhbVRjRTdLZUdQTTFidGxtN3pXL2ZJTWMrNkI4ZTFLRnpwVk82eVNHZnRiSy9CNTlTNmpqRjFUOE5TK0QzR3d0UnFiRzRxTkJXNHpyUEc0Y3NScFBlcGpVeDM0cktyM1JZbzMxQi9FZlR2ZnhLN203bTJZMnRVdTNMbnRuMTcxN00xSEZkdHdldEpvaklwTVJaZm13TDlMMXZvZHorWkpnNDc3ZDcySmE3Sk94NHo0WE1TWkl5QzZ1bHBWVFVOZFZ3dTJOcGJnN2RLTlh1UEdQcS9lalZiRmhzc3laeGtidWU5c09vcTl6V1VZSHpNQ0hXb1hsaDVlaDVVVjJ3TCtyZHplZUJpM2IzelJlQjFydTFyUXFkcDdMTC9TcXRpd3ViNFkveXhaRTlDNFE2TEI0Qm5LZkw5OHk5Q3g4UTFtbmwvK3lvUTZ3ZFpsRzVhL2NkZHUrUE5RVitHVVlCSWtZMVAyQTYyVnVHZjcwZ0U5L3A5emZvd29PYnpQVGRrZm1IZ1ZZa3hXVkhZMm9xeWpBWWZiYTNDb3JScFYvU3hyY1R4a1FjVHN4SHpNU1JpTlp3K3M5QW9mWmxIRzlQaGN6RTBxd0FzSFZoa3pITWZGWk9MT01SZmhudTFMQXdxTnN4UHljZmU0N2pYTDJoUWJEclZWNDlWRGEwNTRWMTJDT1JJMzVaeUZwWWZYb3FicjVHeDZIaTZaalhBVlo0N0FOU05QeHh0SHZoN1VMYUpFQ0JBRkVUcjBnSFpUT0puZW1QM1RvYTRDbldDZW9VelROQWdRSU1rU1JFR0VMTXNRUlM0OU9wZzBUWU9pS05CMERhcmlIT29qQ0FKRVVld1IzRUlaZ3hxUkI4OHdNaEFpaEJQVzBrbkJnVUh0MU9ZT1orNHZzOWtNUzVpbC93ZlNvTEhaYkxBNzdCQkYwZmhpV0dQWEo1R1hZd2xwQUJqU2lJWXh6NUFHQUJIV0NFaFN6NGxPZEdKWkxCYklKaGsybTgxNEx4ald1SVVVRVJHRk1NK3VUazNUWUEyM01xUU5JVm1TWVEyM1FsVlZhSnJXWTN4Z0tHSlFJeUtpa09RWjBsUlZoZGxrNWppMElDQ0tJc3htTThPYUMzOGppWWdvWkxtRG1paUtzRmc0SmkxWWhGdkNJWXFpRWRSQ0dZTWFFUkdGSk04V05iTzU3MjM2Nk9Rem04eHNVUU9ER2hFUmhTRFA5ZEkwVFlNa2NseGFzUEZ0VVF2VnNNYWdSa1JFSWNsekVnRW5FQVFmV1phTjl5ZFVReHJBb0VaRVJDSE0zYTBXNmt0QUJDUDNGbE9oSE5JQUJqVWlJZ3BSb2Q2bE5oendQV0pRSXlLaUVNWVdtK0RHOTRkQmpZaUlRbENvZi9nUFI2SDZuZzNib0JaanNnNTFGWWdvUlBEdkRSRU5sV0ViMUxJaUVvZTZDa1FVSXZqM2hvaUd5ckFOYXRuaFNVTmRCU0lLRWZ4N1EwUkRaZGdHdGJPVHhrSVdobTMxaVdpWWtBUVI4NVBIRFhVMWlDaEVEZHVra3g0ZWgwdlRadzUxTllqb0ZIZFY1bXlrV1dLSHVocEVGS0tHYlZBRGdFdlNwL01QS0JHZE1ObldSRnljTm0yb3EwRkVJV3hZQnpXVEtPRzJuUGxEWFEwaU9nVUpFSEJIN2tLSUhHSkJnK1RyYnpmZ3VwdHZ3KzhmZVJ5cXF2b3RzKzlBRVI1NCtERmNlOU50dU9LNm0vR1h2Lzc5Sk5lU2dvMDgxQlU0WHVPaU0vSHZXVC9Hc3JMMVdGR3hGUnBDYzUwVklob2NJZ1JjbURZVjE0eVl3M0d3TktqV3JQMEdIUjJkMkxwdEIycnI2cEdha3V4MWZ0dU9YWGp3a2NlaGFScGtXVUowZERTYW1wcUhxTFlVTElaOVVBTUFXUkJ4M1lqVGNVWmlBWFkwSGNXQnRnb1V0VmFqMGRFKzFGVWpvbUVnemhTQi9LZ1U1RWVtWTByc1NJd0lUeGpxS3RFcDZQSkxMMEpIWnljSzhrZjFDR2tBOFBLci80YW1hWmcyZFRMdXVmTm5zRmpDWUxOMUdlZmJPenF3ZWNzMmxKVlg0anZYWG5reXEwNUQ2SlFJYW00andoTmNmMkNuRG5WVmlPZ1lLWW9DdTkwT3U5Mk9McnNkOXE0dTJPME8yTzMyWHJ1TEFpVktJc3dtTTJSWmhrbVdZVGFiSVp0a3lDWVRUTElNazhrRVNaSUc2U2NoOGpabWRENGV2djgzZnMrMXRyV2h0S3djQUhEbHBVdGdzWVFCZ1BFZEFENWN1UXBMMzNnTGViblpER29oNUpRS2FrUTAvTW15REZtV1liWDIzQTFBMHpUWTdYWTRYTUd0eTI2SHcyNkgzZUc4M2Q4V001cXF3YWJhK3EyRHlXUnloam16ODN1WXlld01jeVlaa2lSQmxtVUdPaHBVblozZHY1ZHhjWndrUjkwWTFJaG8yQkJGRVJhTEJSYUx4ZTk1VlZWN0RYSU9oeVBndlFJZHJ2S2RuWjE5bG5PSE5sbVdJY2tTVEpMcjJDVERKRG52a3lRSkp0a0VVZUo0TitxRHgrK21JQWhEV0JFS05vS3R5OGJSOTBRVUVoeUtBb2ZkRHNXaFFGRVZPQlFGcWtPQlExV2dPQlNvcWdwRlVhQnAyZ2w1ZmxFU0lZa1NKRW1FSk1rUUpSR3lLRG0veXlibi9hSUVVWllnU3hKRVVZUWtTUkFsQ1NJL3ZBZVZwbW5RTkEwT1YydHNjbExQTVdPRDdaMzNQOFNyLy9vUE10TFQ4UHd6andNQTFuNzlMWjc0MDNPOVB1YnB4LzhQUy8rekRKdTNidSsxekxLbHI4QnNOaG0zVzl2YThOSEhuMkxUbG0yb3FLaUNyYXNMMFZGUkdKMmZoMFVMNTJQR3RDazlybkd3K0JCKytldjdBQUN2dnZRWENCQ3c3TzMzc0hITE5qUTBOQ0xDYXNYNGNXTncxUldYSURjNzYxaGZnZ0dycWEyQjJXeUd5V1NDS0lvUXhkRDdEdzliMUlnb1pKaGNZOU1DNFJuaVZFV0JvcWh3T094UUZSV0txa0pSbmVjVlZRMjRwVTVUTldpcUJvY0RBTHI2Szk2REpFa1FCTUg1Z1NXSkVBVVJraWhDOERoMmgwRkJGQ0JLRWlUQmVWNFNuV1U4NzJjcjM5QUx0NFFqTlNVWnFxcWl0cTRlQUpDWW1BRFoxYlZ1a21YRXg4VWhOU1VaYmUzdGFHdHJoeXpMU0V5SU42NGhpdDBoZm5maFh2emhpV2ZRMnRvR0FJaUlzQ0kySmdhTlRVM1lzR2tMTm16YWduUE9tb2VmL3VpMlhrTlBlVVVsbm5qNk9UUTJOU0UyTmdaV2F6aWFXMXJ3emZxTjJMaDVDKzY1OCtlWU5aUHJDNTRzREdwRVJINjRRNTMvVGxadm1xYTVXdU5VS0lyRE9IWW9EaVBNcVQ1ZngrSjRKMVAweGpNQUNxTGdiTlZ6SHdzaVJNa1ovR1RSV1U0UVJRZ0NJSWdpUlBqY0ZnUm5HZGVYS0lyTzc0SUlDQWpKRnBHK3pKZytCVE9tVDBGTlRTMXUrL0V2QUFBUDMvOGJwS1dtR0dWKy9JTmJBUUJ2TG44WFM5OTRDMWtqTS9IVVl3LzN1Rlo1UlNVZWZ2UkpkTnBzS0JnOUNuZmNlZ3Z5Y3JNQkFCMGRuWGovdzQveHhySzNzWHJOV2lRbEplTDZhNjd3VzZjbm4za2VPZGtqOGVpdC8ydlVvL2pRWVR6OTV4ZFFXbGFPcC8veUFsNTQ1Z25FeHNZTTZtdEIvakdvRVJFZEozZVhqTWxrQWdLS2R0MWRiNnFxUXRVMHFJb0NUZFdnYUtyenUrS0FxbXBRWGJkVlZYSGVWdFZCNzVvOVVRRXdFRVp3RTV5TERBc0E0QTU2bnNlQ0FCMjY2Lzd1YzhmSy9mb3JpZ0tIdzNGU3VqNVB0SCs5L2w5MDJteklTRS9EUS9mZGk3Q3c3aG1qVm1zNHJyM3FNcWlxZ2plWHY0ZDMzdjhRU3k0NEQxRlJrVDJ1RXg4WGg5LzkrcGRlRTJieWNyUHg2MS85SEQrOTh4NTBkSFJpMWVkZjRPb3JMajBwUDFlb1kxQWpJaG9DN25BbkI5Z1Y2OHN6NkdtYUJrVlZvU21xRWV3Y3FqUDR1VzlybWdaTjE2QnJPblJkaDZacDBQWHU0NkV5Vk0vdEdkUVVaMS8wc05acHMySGo1bTBBZ0NzdnY5Z3JwSG02NUtJTDhOWTc3OE51dDJQN3psMllOM2RPanpKWFhyYkU3Nnptekl4MHpKZzJGUnMzYjhYT1hYc1kxRTRTQmpVaW9tSG9lSU5lYjl5dGErNGdwMmthb01NWjhnQm9xdXE2clVQWE5lZDNUWU91QTdxbVFkVzE3dHV1YzVyekFVWlpUZGVoUXpkQ28vcyt6K2VsZ1RseXROUjQ3eWFNRzl0cnVjaklDS1NscHFLOG9oS2xaUlYreStUbVpQZjYrTXlNZEd6Y3ZOVVlUMGNuSG9NYUVSRVozQzBwd2JCT25GZEkxTHVEbm1kd1BKNXJ1MmQ5T3V6RHYwV3RyYTE3Sng1LzNabWVJbHhyRlBhMi9Jem5ERkpmVm1zNGdLSHRMZzgxREdwRVJCU1UzT1BYUkF6K0JBU3Y1VGxrKzZCZi8yUUw5MWhic0wyOXcrdTJyL2FPRGdETzFqVi8rbXJRYkd4c0FnQkVSMGNkUXkzcFdIRDZEUkVSMFRBM0lqUERPQzdjdTYvWGNtMXQ3YWlzcWdJQTVPWG0rQzFUVTF2YjYrTjNGKzdyODdFMCtCalVpSWlJaG9Fd3N4a0EwT3JSemVrV0hSMkZ5UlBIQXdDV3ZmMCs3TDEwNTY3NDZHTm9tbzY0MkZoTW1qRGVmNWtQUC9GNy82WXQyM0RrYUNrQVlON3BwdzI0L25Sc0dOU0lpSWlHZ2VSazV4SWlOVFcxMkxGckR3Qm5DNW1tT2ZzcWI3N2hPc2l5aktPbFpianZvVWR4NlBBUjQ3RWRIWjE0Yy9sNytPOWI3d0lBYnIzbGhsN0hvcTM3WmozKyt2ZFhqWEZ2bXFaaDNUZnI4ZVF6endNQXBreWVpRWtUL1ljOEdud2NvMFpFUkRRTVRKODZDUW54OGFodmFNQjlEejZLdU5oWXRMYTE0ait2L1IxbXN3bDV1ZG00NTg2ZjRjbG5uOFBlZlFmd2k3dCtpNmpJU0lTRm1kSFEyQVJOMHlDS0FyNy8zWnN3YjI3dkxXSTNYbjgxL3ZYNm0vamswOVdJajQ5RFcxc2JiRGJuVGhyWldTTng1ODkrZUxKK1pBS0RHaEVSMGJCZ05wdng0SDIveHN1dkxVVlJVVEhhT3pxUWw1c0R5V01yc0ZrenArRzVwLytJOXovOEdGdTM3MFIxVFMxc1hWMUlTVTdDeEFuamNQR0ZpNzNHcy9tellQNlpHSldiZzJYdnZJL2k0aExvT3BDYm5ZVjVaOHpCUmVlZjErZXNVQnA4M0pTZGlJaEN6bEJzeWg3TWZEZGxqNHVOSGVJYU9YRlRkbzVSSXlJaUlncGFER3BFUkVSRVFZcEJqWWlJaUNoSU1hZ1JFUkVSQlNrR05TSWlJcUlneFZtZlJFUVVjampyYzNqZ3JFKzJxQkVSRVJFRkxRWTFJaUlpb2lERm9FWkVSRVFVcEJqVWlJaUlpSUlVZ3hvUkVZVWNRUkM4Ym11YU5rUTFvZDc0dmllKzcxbW9ZRkFqSXFLUUpRZ0NCRUdBM1dFZjZxcVFEN3ZEYnJ3L29ZeEJqWWlJUXBvZ0NIQTRIRU5kRGZMaGNEaENQcVFCREdwRVJCU2kzSzAxZ2lEQVpyTkIxN21zYUxEUWRSMDJtODNyUFFwVkRHcEVSQlNTQkVFd0ZsSFZOQTJ0cmExRFhTVnlhV2xwZ2FacHh2dkRvRVpFUkJSQzNCLzg3ckFtU1JMYU85clpCUm9FN0hZNzJqdmFJVW1TVjBnTDFiREdvRVpFUkNISjNhWG1EbXFpS0tLcHVXbW9xeFh5bXBxYUlFbVNWMUFMMVpBR2NLOVBJaUlLVWJxdVE5ZDFhSm9HUlZHZ0tBb2NEZ2RVVlVWRVJBUmlZMktIdW9vaHBibTVHVzN0YlpBa0NTYVRDYklzUTVibGtBOXI4bEJYZ0lpSWFDaTRQL2pkTFdxZTk3ZTN0Nk96c3hOaFlXRXdtODJ3aEZrZ3l3TTBUVHNBQUFIdVNVUkJWUHpJSEV5S29zRFdaWVBEN29DdHl3Wk4wNHh3SnNzeVc5UmMyS0pHUkVRaHpkMnFwbWthVkZYdDhhVnBtdEg2eHBtaGc4TnpOcWM3S1B0K2NTS0JFLzk3UUVSRUljMGRGdHpIbnJOQkpVbnlDbXB1REd6SHhqTjArWHV0M2QvZDk0ZDZTQU1ZMUlpSWlJeGdvT3M2QkVFd2xvWnd0N2E1Z3hrRDJ1RHduWFhyR2RpNGRwbzNCalVpSWlKNGh3ZlA0TWJXdE1IbHIxWE5ONXd4cEhWalVDTWlJbkx4RFJFQTJKcDJndmdMWlF4b1BUR29FUkVSK2ZBTkQrNHVVUnBjZkUzN3g2QkdSRVRVRHdZS0dpcmNtWUNJaUlnb1NER29FUkVSRVFVcEJqVWlJaUtpSU1XZ1JrUkVSQlNrR05TSWlJaUlnaFNER2hFUkVWR1FZbEFqSWlJaUNsSU1ha1JFUkVSQmlrR05pSWlJS0VneHFCRVJFUkVGS1FZMUlpSWlvaURGb0VaRVJFUVVwQmpVaUlpSWlJSVVneG9SRVJGUmtHSlFJeUlpSWdwU0RHcEVSRVJFUVlwQmpZaUlpQ2hJTWFnUkVSRVJCU2tHTlNJaUlxSWd4YUJHUkVSRUZLUVkxSWlJaUlpQ0ZJTWFFUkVSVVpCaVVDTWlJaUlLVWd4cVJFUkVSRUdLUVkySWlJZ29TREdvRVJFUkVRVXBCalVpSWlLaUlNV2dSa1JFUkJTa0dOU0lpSWlJZ2hTREdoRVJFVkdRWWxBaklpSWlDbElNYWtSRVJFUkJpa0dOaUlpSUtFZ3hxQkVSRVJFRktRWTFJaUlpb2lERm9FWkVSRVFVcEJqVWlJaUlpSUxVL3dQUFNIelNodjFJT2dBQUFBQkpSVTVFcmtKZ2dnPT0iLAoJIlRoZW1lIiA6ICIiLAoJIlR5cGUiIDogIm1pbmQiLAoJIlZlcnNpb24iIDogIiIKfQo="/>
    </extobj>
    <extobj name="C9F754DE-2CAD-44b6-B708-469DEB6407EB-6">
      <extobjdata type="C9F754DE-2CAD-44b6-B708-469DEB6407EB" data="ewoJIkZpbGVJZCIgOiAiMzIwMTc0MDE1NzY4IiwKCSJHcm91cElkIiA6ICI0Mzg4NTUzOTgiLAoJIkltYWdlIiA6ICJpVkJPUncwS0dnb0FBQUFOU1VoRVVnQUFBbGdBQUFEekNBWUFBQUJhSW1qWUFBQUFBWE5TUjBJQXJzNGM2UUFBSUFCSlJFRlVlSnp0M1hkOFc5V2hCL0RmdVZyZTIvSjJIR2VTUFV4Q0VnaUJNTUlLNDdFSisxRmVvYlFVS0MybEJRcVVGYUNGVWw1Mys4b3Ntd1FDWVlja2tPSEVjZXpzT012eDNyWThOTzQ5N3c5Wml1UVZPWll0eS9wOVB4OTlmTy9WSFVlU1kvMXl6cm5uQU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Q09aQ0hRQmlJaUlnZ0MvTHdFWjZBSUVFLzdDRUJFUmRTZDZXQTdsNzB6WjVXZlhaZXBDSCtnQ0VCRVJEU09lWWFycm8rcytvYUJyb1BKODlMUVBkV0xBSWlJaWN2SU1VOHFoUTRlbXBxU2tuS3ZYNitmb2RMbzVRb2owQUpjdllLU1U1YXFxYm5JNEhCdXJxcW8reThuSktZSXpXR211WFFKWVBDSWlJaHFtQkFBZEFNTlRUejBWMjlIUjhheVUwaUdwSjQ2T2pvNW43cmpqamlnQWhzNzNMWlJxOVlpSWlNZ0g3bkIxNE1DQk9hcXE3ZzEwZ2drR3FxcHVLeTB0blF1R0xDSWlJdXBDQUZBQUdGNTY2YVZFVGROS0FoMWNnb21tYVNWMzNYVlhESndoU3dGRGxodmZDQ0lpQ2xYdS9sWUE5RzF0YmMrRmg0ZmZFZUF5QlozMjl2Ym5JeUlpSGdUZ2dMTlBWdGRPOENGSkNYUUJpSWlJQXNqVm9YMStlSGo0L3dTNk1NRW9QRHo4N3NPSER5OEFhN0M4TUdBUkVWR29jdGRncGFXbDNRRitKNTRvSlRVMTlXWWNDMWdNV2VBdkV4RVJoU2JQOGE0VVJWRW1CTEl3d2E3ei9mT3N3UXI1a01XQVJVUkVvY3JWLzByUjZYVFpnUzVNTU5QcGRPUFIrVjZDNFFvQUF4WVJFWVUyQVVBSUlXSUNYWkJnMXZuK3NYblFBd01XRVJHRktqWm4rUmZmVHc4TVdFUkVGTXBZNitJL2ZDODlNR0FSRVZFb1loQVlYQ0gvL2pKZ0VSRVJFZmtaQXhZUkVSR1JuekZnRVJFUkVma1pBeFlSRVJHUm56RmdFUkVSRWZrWkF4WVJFUkdSbnpGZ0VSRVJFZmtaQXhZUkVSR1JuekZnRVJFUkVma1pBeFlSRVJHUm56RmdFUkVSRWZrWkF4WVJFZEVJcDZwcW9Jc1FjdlNCTGdBUkVWR29xSzJ0dzRxUFA4VzI3Y1dvcnE0QmhFQlNZZ0ptelp5T1cyNjQxbXZmc3ZJS3JQN2lhMnd2S2tabFpUVnNkanZpWW1NeGZkcGtYSDNGWlVneEozYzcvNVhMYm9YVmFzVjlkOStKbkZIWitOdS9Yc1d1M1h0aHRWcng0ZHV2RHRYTEpEQmdFUkVSRFlrdEJZVjQ2dG5mdzJhencyZzBJRGtwQ2MwdExTZzlXb2JxbWxxdmdGVlRXNGNmL2ZSK2FKcUVUcWREVW1JQ1ZFMURiVzBkdnZwbUxUYm5GK0Q1cHgrRHVZZVFCUUNOVGMxNDhPSGZvcTI5SFVtSkNhaXRxeCtxbDBtZEdMQ0lpSWdHbWFxcWVQSGx2OEJtcytQVSthZmdSLzl6SzhMRHd3RUE5ZlVOK0dyTldxLzlIUTRIMGxKVGNkWGxsMkRPeWJNUkhoWUdBRGh3OEJBZWZ2eHBORGUzNEQvdmZJQzc3cml0eCt0OXVISVZ4dVRtNE42ZjNJbW9xRWkwdHJZTjdndWtiaGl3aUlpb1g3NHJMUTFQYUczVnQ3ZTM2MVJWMVd2aDRYcWozYTdUTkUydjZ2VTZnNmJwTmVkREovVjZ2VTdUZEZKS3ZaUlNyeWlLRG9Eek9aMU9yMmlhYzEwSW5TS2xleG1BWHBGU0o0WFFTU24xb3ZNNUtZUk9BZlN5OHprQXp1ZUUwRXRBSjZUVVF3aGRsMlhYUHU1bFZWWDFxcFI2dTgxbWNOanRnLzVkV0ZmZmdNYkdKZ0RBK1V2T2RvY3JBRWhJaU1mbGx5NzEyajh4SVI2L1gvNEVqRWFEMS9iYzBUbTQ2UHdsZU8zTnQxRlFXTlRyOVpwYkxPNXdCUUNSa1JIK2VpbmtJd1lzSXFJUnByQ3dNQkpBcEUySUtNVnVqMUlVSlVwS0dhNXBXclFRSWtvRElvVVFrZEMwU0NsRUZJQklBVVJDeWlncFJDU0FDQUZFU1NtZHp6bTN4YnN2VUYwTmkydFpDQ2dkSFhDNFZ1MTI5ektFZ0ZCVmFCN3JtcFRIbnRNMFNOZFRVbm90QTNDdVN3blJ1VDhBQ05kMklaemJ1enpuNjdKUUZDaWFCcDFPQjZtNVN6aG80bUpqb2RmcjRIQ28rT3FiYnpGeC9Gam9kTHBlOXpjYWpUMXVWMVVWY2JFeEFJRDZoZ1pJS1NHRTZMYmZhUXRPY1ljckNnd0dMQ0tpWWFTd3NOQXNwVXpXTkMxSkJaSUVrQ3lsVEFRUTZ4R0Nvb1NVVWRJWmZxTGd1UXhFMlIzT2lPTUtJNm9yUUFnQjJia2RVbnFIbE03bmhkZHE5eTl1T2pGR293R1hYSFErM25sL0piNzRhZzIyRiszQWVlZWVoY1dMRmlLMk16QjFaYlBac1hIekZ1emN0UnRIeXl0UVdWbUYycm82YUZwbkFKVVNXbWRJN0NvN00yTlFYdzhkSHdNV0VkRWdLU3dzTk51QWVNWGhpQWNRSzZWTUJaQWtoVWdRVXFZQVNBS1FLQUV6Z0NRaFJJSXJIQUZ3aDUwZVExQ1hHcHloaWtKU3lnNGhSSWVVMGlvQUs0U3dRc29PS1lRVlFLc0FWRWpaQVNHc0VyQUtLYTFTaUk3T24xWUFiUW9ncFpRU2lxSUpLVFVwcFFaRmtUMHRTeUcwenYyOWx4VkZVNXo3eUo2V05TRTBBRktSVXRNVVJZT1U3bVZGMHpTSHM2Wk5XcHFhbE5yYVdqMkFGWVA5M2wxLzdWVklTMHZGRy85NUY5VTF0ZmkvVjkvRXEyKzhqVE5PUHhVM1hIY1ZZbU9PQmEyOSswdncxUElYVUZmdjdKd2VHeHVEakxRMFRKNDBFYXFxNGR0MTMvVjVyYmk0dUVGOUxYUjhERmhFUk1lUm41K2ZwaWhLaGdva0MwMkxGMExFU3lIaW9XbnhVb2g0SVdVOGdEZzR3MUs4RUNJZVFLVGQ0VGpXcEFYMDJHVGxYdmN6S1dXZEVNSUNvRlZLYVJGQ1dDVFFLcVMwQUdpRkVLMmU2MUpSV3BYT1pVMVJMSHJuY2EwQVd1M2g0Ulp6V0ZqcjZOR2pPd2FocUlHaWRENE1BSXpYWDMvOWtGejByRE5PeHhrTFQ4V20vQUtzL3Z4TEZCUVc0WXV2MXFDb2VDZGVlTzVKaEllRm9hUERpc2VmZWc1TlRjMDRlZlpNM0hyVE1xU2xwcmpQVVZCWWROeUFwU2lzZlF3MEJpd2lDbG1GaFlXUmRyczlxek04WlFoTlM1ZENaQWdnUTBxWkFTQmRDSkVKQUpwSFh5QlgzeURQMmlTWEFYNnRWVXNwR3dFMENpRWFKT0JhcmhkU1dxU1VGcWtvRmtWS2k2WW9GcDJVclZKS2k2YlhXd3hTV2h3T2h5VXZMNjlwWUVXZ3dhYlQ2VEJ2Ymg3bXpjM0QxbTNiOGZoVHo2R3F1Z1pmZmJNV0Z5dzVHOXVMZDZDcHFSbUtJbkR2VCs3dzZoQVBBQldWVlFFcU9mVUhBeFlSalVoYnQyNU5WaFVsVTFIVlRDbGxwaFFpUTBpWkpZWElnSlNaUW9nTXU4TVI1ZXA0M2JYWmJTRDlqNlNVbFVLSWFnblVBS2dSVWxaRFVXb0FOQWtwR3dBMGFvclNZQkNpRVVDancrRm95TXZMNDMzMElXaldqR25JenNyQXdVTkhVRk5UQ3dCb2JtNEJBT2oxZXBoTUpxLzlOVTNEbDE5L08rVGxwUDVqd0NLaW9MTmgzNzRZUTNQek9BRFpVb2hNS1dXbTZBeFJrREpMQ0pHclNRbWhxdDUzblBWUTQrUUxLV1d6RUtKTUF1VndCcVlhS0VxMWxMSkdBV28wUmFtQ290Ukc2UFUxa3lkUDVvaU8xRTNwMFRKOHNISVZsbDZ3QktPeXM5emJ0eGZ0UU9uUmNnREFtTnpSQUlEMDlGUUF6azd1cjczNU5xNjk2bkxvZERvME43Zmd6My8vUHh3cFBUcjBMNEQ2YlVRRnJFdlhMNStpcWpoUGdad3JwVGhGQ1BBMkNxSVI2S21LRC94NnZnaGhzQ1VyRVRVSmlEdzQxcGkwZWFLU3RGVktXYWJYNjh2YUVoTkw1MmRsdGZ2MWdoUnlORTNERjErdHdSZGZyVUZNVERSaVkySmdzYlNpb2JFUkFMQmczaHljT244dUFHRFN4QW1ZTm5VeXRoZnR3RHZ2cjhUSG4zNkJxTWdJMU5UV0lTb3FFamZmY0MzKy9MZC9CZkxsa0E5R1JNQmE5UFVqWWJGSzVDUFNnZnNVQVIwZyt2c2ZWQ0lLWVczU2JqeXNObVVjUmxOR1FWdjVQQWc4VXhvUjg1OHRNMjYzQjdwc05ES1l6Y200N3VyTHNYSHpWbFJWVjZPaXNnb0pDZkU0ZWZaTW5IZnVXWmcxWTVwWHMvU3ZmM0VmUHZ4b0ZkYXMvUTVWMWM1NUNFOC9iUUdXWFgwNSsyQUZpYUNQSVV1L1hUNU5RTDRsSUNZRXVpeEVOSEpJaVFLaGw3ZDhzT0QrYllFdUN3MEtyN3NJTzI4dW9BRVFRc1FCc0FHd0E5QTZIeUZMQ1hRQkJ1S2kvRWNpRk1qM0dLNkl5TitFd0V5b2VHZDIvcDhOeDkrYmlNaGJVQWNzWFd2RUU0QVlFK2h5RU5GSUpjWmt0alkvRnVoU0VGSHdDZG9td2t1L1dUNVBLbklkSUlJNkpCTFJjQ2MxS1hXbmZYajZ2WDJQN0VqQmhrMkVmc1ltUW05QkcwNDBSZjZFNFlxSUJwOVFoTkIrRU9oU0VGRndDZHFBSWlBbUJyb01SQlFhSk1DL04wVFVMMEVic0NCbFRxQ0xRRVNoUVVqSmdFVkUvUks4QVV1STJFQVhnWWhDQlAvZUVGRS9CVy9BSWlJaUlocW1HTENJaUlpSS9Jd0JpNGlJaU1qUEdMQ0lpQ2dVU2E4Vkthc0RWWkNSb0lmM1QvYTRZd2hod0NJaW9sQW1BVWlielZZYzZJSUVzODczVDRMQnlvMEJpNGlJUXAxc2IyOW53QnFBenZlUDRjb0RBeFlSRVlVcVY0MkwzTGh4NDJ0U1NsdWdDeFNrYk45OTk5MHI4SGcvQTF5ZVlZRUJpNGlJUXBWRTU1eDVTNVlzMlZ0WFYvZGlvQXNVakdwcWFwNjU0SUlMOXVQWS9JTU1XR0RBSWlLaTBDUTlmbW9BMUdYTGxqMXZ0OXRMQWxpbW9HT3oyWXJuelp2M0J3QXF2TU5WeUljc0Jpd2lJZ3BWcnVZc0RZQzZldlhxOXUzYnQ5OFg0RElGRTNYZHVuVS9LU2twc2NFN1lJVjh1QUlZc0lpSUtMUzVtd2tCT1BMeTh0Yk1talVybzZhbXhsVXJROTJwTlRVMWY1dzFhMWIyNHNXTEN3QTR3T2JCYnZTQkxnQVJFVkdBdU1LQUJvOHdWVkJRSU0xbTg2TXJWcXg0ZDlhc1dZdGpZbUptUjBSRXpOTHBkS21CS1diZ3FhcGEyZGJXdHJXNXVYbnIxcTFidjFpNmRPa09PSU9WNjhFYXJDNFlzSWlJS0pSNWhpelBiZHJTcFV1M0E5Z0JaMnVQOEhpRUdzKzdBMTFodE91RDRhb0xCaXdpSWdwMXJ1RGdXdlpzTmxUaEhiQmNRaUZveVM3TFhkOFgxMC9YZG9ZckR3eFlJZUNpak5uWTNWeUdmUzJWUGg4VHJqTkNMM1FBZ0ZaSEJ6VCt1L0VMbzZMSG5NU3hBSUN5dG5vY2JPWHNIRVREaENza2lNNWx4V1BkRmJDQTBBaFdYWFc5NDlJemFISHNxMTR3WUEyeGpQQUVYSkY5aW51OW9PRVExbFR2SExUckxVaWFnRnR5endBQWxMYlY0WUhDMTlIcXNCNzN1SHNtWG9pOGhGd0F3SS95LzRHeTl2cEJLMk9nSkJxalVHZXpET2sxby9WaHVIZmloUUNBajhxMjRPOEhHTENJaGhIUElPRVp1RUt4OXNxbHAxcXNycUdLNGFvSERGaERLRXd4NEJlVExrWm1SS0o3MjViNkE0TjJ2UWlkRWJlT09kTzkvbDN0SHAvQzFZbVlGcGVOTm9jTit5MisxNUwxWlZiOGFJeVBTUnZ3ZWI2b0xFS3R0YVhiOWpGUktYaDQ2aFhZM25BWXY5K3pDZzdwZmJOUXRENjgzOWR5U0JYdDZzZ2VDSHAwcEJubnBrMGY5T3RZTlR2K2VlQ2JRYjhPVVErNkJnb2d0R3V2WEhvS1V3eFdmV0RBR2lJQ3dOMFR6L2NLVndCd3gvaHpVZEhlNkxkZzR1bW0zRVdJTjBZQ0FIWTBIY1ZiaDcvMyt6WEdSYWRoV2M1cG1CYVhqYkwyZXR5OTVmKzZoWlVUTVRzaEYrZW56eHp3ZVFvYkRuY0xXSHFod3dPVExrRzBQZ3dMa2ljZ3poaUpKM2U4ajFiMVdQajg5N3c3KzMydC9Qb0QrTzJPOXdaYzV1RXNOVHh1U0FKV20ycGx3S0pBNnhva0JCZ29RdjMxOXdzRDFoRDV3ZGl6TURkeEhBRG5iMmhwV3kyeUk1SVFwaGp3cXltWDRlZmJYa05WUjVQZnJuZHl3aGljblRvTkFORGk2TUR2ZG4vazFZOXFTbXdXL2l2N0ZEeTdjNFZYc1BCVmRrUVNyc3M1MWQyZkNIQTJmMTZaZlFwZVA3d2VBSkFiWmNidFk4LzIrWng3bXN2eGp3TmY5N3NzL2VXUUtwYnZXb21IcGw2T0NKMFJrMk16OGZqMHEvRkkwZHRvc3JmNTVScGhpZ0Z2TFBnSkFPRHRJeHZ3K3VGMVBoMDNOM0VjN2h4L2psL0swRitWN1UyNGY5dXJBYmsyVVJCZ3VLQitZY0FhQXN0eVRzT1N0Qm51OVRjT3I4Zktzbnc4UHUxcWpJbEtRYXdoQWc5TnVSeS8yUFlhV2h3ZEE3NWVuQ0VDZDQ0L0Y0RHpMOElmOW56aTFkZG9vZmtrM0QzaEFnZzRhOUNXNzFyaDg3bW54bWJqb3N6Wm1KMlFDOFdqdHJ4RHMyTjErVGFzS2k5d2I0dlFtVEErMnZkbXZ0NmFMMysvWnhXT3R0WDVmSjZMTW1iamRQT2tQdmZaMDFLTzN4UzlqWWVuWG9FSW5SRTVrY2w0WXZvMWVHajdmN3plcThxT1JoUTNsdlo1cnROVEpzSFFlVVBBUUJrVTNRazFUL3BEcTZGL1FmdmQwbzE0NThnR3Y1Ymh4Ynlia1d5SzhlczVpWWdDZ1FGcmtOMlV1d2dYWitTNTE3K3Azb20zanppYjZoNHRmZ2RQVHI4VzZlSHhTQStQeDZQVHJzTGpPOTVEWFE5OWhueWxRT0NuRXk5QXJDRUNBUERXa2Urd3VkNTdhcTFOdGZ0Uk5hb0pxV0d4bUo4MEhtZW5Uc1BubGR0N1BhZFIwV0Z4eWhSY21ERWJPWkhKWHMrMU9xeFlWYjRWSzh1MkREZ2N5bDcrZzNpMHJRNGxsaXFmejlOb2EvVnB2NzB0RlhpcytCMDhNdlVLbUJRRDBzUGo4Y1NNYS9DemdtTzFPSHVheS9ISGZhdjdQTS9jcExFd0JDZ1VCWkpEcXVqUTdJRXVCaEhSc01TQU5VajBRc0VQeDUyRE0xT211TGR0cXR1UFArejV4TDNlYkcvSGI0cmV4bE16cmtPOE1SSTVrY2xZUG1NWmZydmp2WDRGQ2s5M2pqOFgwK0pHQVFBMjF1M0RtNGUvNjdaUGgyYkhpM3RXNGZIcFYwT0J3SCtQT1JPN21zdDZyU1Y2WXNhMUNGTU1YdHNhYkszNHVId3JWcFVYOU5xeHU3aXBGSmV1ZmJiUDhvNk9OT1A1V1RjQTZMMEdxeXVUWXNDb3lDUUF6akJWYlczMjZiaWU3RzR1eHpNN1YrQ0J5WmRDTHhUazF4MUFzNzM5aE04M1VPdHFkbU5kemU1K0gzZFc2bFRjT2M1WmEzbWtyUlkvMmZJdmZ4ZU5pSWo2Z1FGckVFVHJ3L0R6U1JkamNteVdlOXVtdXYxWXZtdGx0L0drcXEzTmVMam9MVHd5OVFva0dLTVFiNHpFYjZkZmpkL3QvaGdiNi9iN2ZFMjlVSERuK0NWWTFOazBkcVN0RnIvZnZhclgvWGMxbCtIRG81dHhhZVljR0JVOTdwMTRJZTRyZUFXcTFMcnQ2eG11OXJWVTRPUHlBcXl2MlEySHg3Nlo0UW1ZRVorRGIydDI5U3VnSkppaTNNdSsxdHhsUmlUZzZSblhBUUJXbFJmZ3J5VmYrbnk5bm14dE9JZ1g5NnpDeEppTVBzK2xRR0JDVERvQVo4Q3M3R2djMEhXRDNaVFlMRnc5YXI1Znp4bXBOL24xZkVSRWdjS0E1V2ZqbzlQd3M1T1dJc2tVN2Q2MnBub25YdHp6U2ErRGRaYTIxZUgrYmEvaG9Tbi9oZXlJSkpnVUErNmZkREhlT2JJQmJ4LzUzaXZJOUVRdkZEdzlZeGx5bzh3QUFBMFNxeXNLY1hMaVdFVHBUWWd5aENGS0g0Wm9mVGlpRE02Zk1RYm53eVVuTWhtWFpjMTFOMTk2Y2tnVjM5WHN4VWZsVzNvZHJEUTFQQTYzamprVE4rWXV3dXVIMXVMOW81dVArMTRCUUlMeFdNQ3FIK0l4cVR5dHJkbU50Y2VwT1lyVWgrR0o2ZGNBY0E3L2NMeW13NUZ1Y215VzEzOGlpSWpvR0FZc1B4RUFMc2s4R2RmbW5BYTlVTnpiZmIyRHJNN2FnZ2Uydlk1ZlRMNEVVMk96b1VEZ3l1eDVtSmMwSG4vY3R4cDdtc3Q3UGRZaE5kZzFoM3RkZ2NCdFl4YjMrelZjbVgwS3ZxL1pnNk5kQmhYOVplRWJ4eDBGUHFheno1ZGVLQWpYR2JzOVB5VTJDenViam5ZTG1lYXdZeDJhZXhxdmlvWXZoOVQ4TWlTSEo1TmlDT21CaG9obzVHREE4b1AwOEhqOGVNSjVtQkNkN3Q1bTFlejQ0OTdQc0xabWw4L25hVk50ZUxUb0hhK212cXlJUkR3eC9ScDhXcjROcnh6NkZoMXF6NTJLdjZ3cWRqZGY5VVNEUkl1OUhjMzJkalRiMjlCczcwQ0xveDB0OW5hTWlreEdYa0l1OUVLSEg0MWZnZ2NLWC9jdWwrUDRnMmU2eHRzQ2dCcVBvSlFWa1lnZmpqc0hKOFZrNEkvN1Z1T0x5aUt2NHpMQ0U5ekxsZTFEMCtRMkpUWUxVK095OFVibmNCSjBZdDR0M2RCakg3K0IrTXVjSC9BdVFpSWFFUml3QnNDbzZIRloxaHgzUHlhWHN2WjZQTE56Qlk2MDFmYjduQTZwNFlVOXExRFVlQmovUFdZeHduVkdLQkE0UDMwbTVpV054NGRITjJOMVJXRzN1N2ZXMXV6QytPZzBOTm5iVUcrem9NbldoaVo3R3hydGJXaXl0Y0xpNk9oMUVKY29mUmhlUHZsV1JPdkRrV0NLUXBJcEJwNUR2dWlWNHc5QmtCSVc2MTZ1OHVpYjFLN2FNQzQ2RlFCd1ZmWjhmRk8xMDZ2V0l6MDhIb0F6QUE3RmREelpFVWw0WVBJbGlOQ1prQldSaEJmMnJJS1ZkOElSRVpHZk1XQ2RvSGxKNDNCVDdpS1lUYkZlMnordjNJNS9sSHc5NE52WHY2cmFnZUxHbzdoNzR2azRLU1lEZ0xPVzZLYmNSYmc4K3hTc0tpL0FSMlZiMGVKd2RpanZVTzBuM0NmSTR1akFhNGZXWVVKME92NWE4aVhhVlJ1c0hrMk8yUkZKT054YTArdnhPcUc0NzF3RWdMTDJCdmR5cmJVRlgxUVdZVW5hRENTWm9yRWtiVG8rS3Q4S3dObWNtQkhock1HcTZtaUN6ZU9hZ3lVaklnSEd6azc3ODVMR0lTWHNHanl4NDcwaG41T1FpSWhHTmdhc2Zwb2FtNDNyUjUrR2NWMEcwR3l3dGVLUCsxYjdkVzdCYW1zVGZsWDRKdjRyZXk2dXlKN25Ic3d5U2grR0s3UG40ZUxNUER5dzdRMGNiSFZPR0t4QUlLMnpScWkvQ3VvUFluVkZvWHZkYzhpR0cwY3ZoQkJBVFVmMzRSRGlqSkZZa2piZFhZTlYyZEhVN1c3QXQ0OXN3T0xVcVRBSUhTN1BQZ1dmVnhiQnF0bVJFMm1HdnZNMWxiYjJ2N1lQNkgzc3JONThYN3NYVCszOEFQZWZ0QlJHUlkvY0tET2VucmtNanhlL2kwTjloRWpxam5jUkVoSDFqZ0dySHhRSVhEOTZvYnZKQzNBMmJYMVdVWWh3blJFWHBNL0NCZW16QnVYYXY5djlNZVluamNlcHlSUGQyN1kzSG5HSEs4QjVsOXRMZWJlYzBQbExMRlc0citBVjkvcFhsVHZjVForSnBtajhkTUlGUHAxblpWbCt0MjMxTmdzK3F5akVCZW16RUd1SXdJVVpzL0J1NlVhTWpVNXg3N08zcGNMbnN1bzlSazAvM2gyV1BkbFNmd0NQRmIrTEJ5ZGZoakNkQVluR0tEd3gvUm84cy9ORGJHczgzTy96aFNyZVJVaEUxRHNHckg3UUlQSDdQUi9qZDdOdWhGSFJZMTlMQmY1YThoWDJ0VlRnZDdOdTdEYkt1VCt0TE12SGM3cy93b3F5TGJnNWR4R3lJNUx3di9zK0c3VHJWVnViOE1TTzkzSG4rSE45Nm5SY1o3UGcvZEpOWGxQbGVIcm55QWFjblRvTlJrV1BTekpQeGlmbEJaZ1NtKzErZm1mVFVaL0xwbE9PM2FYcDBFN3NMcmJpcGxJOFV2dzJIcHJpbkk4d1hHZkVwTmhNQnF4KzRGMkVSRVM5WThEcXAvTDJCdnp6d0Rmb1VHMzRwbnFuZTd0VnRmdlU3MHFCY0hlSTF5Qjk3bmVrU21kVDJMNldDdnl5OEEyWVRiRm82R05LbU1PdE5YaGhUKzhEalFKQW1NN29IdGVwSjRXTmgzSDdwcjhnT3pJWjhjWklyK0VuWERwVU8rcHRGbFMyTi9ZNnpoY0FOTnJic0xxaUVCZGx6RWFVUGd5WFpNN0JsRGhuN1lkRHF0aC9uR0VnUEVWNERBUFIyeWp5dnRqVFhJNkh0enNIZVYxWHM5czlTYlV2K3RzME9STHhMa0lpb3Q0eFlKMkFUeXUyZGR2Mml5NURHL1FtTHlFWEQwNitEQUJRM0hnRUR4ZTlmVUpscUxZMjlmbThWWFBnNEhINkZFWHFldS92RW1NSWQvZjVPdEphMDJjbmQxKzlWN29SNTZaTmQ5OTlxZXNNYkh1YksyRHZSMDFJcEQ3TXZkdzZ3UGtQOTFzcThiT0NWMURWMGZmN0NUZ25Zblp4QlY0aUlxS2VNR0JSang2Y2ZCbkdkM2JrditIN1A3cnZWdXlMUWVqNkRFcWV0Vmc2ajlxd1RWMG1vejRlejFIeTYzMmMyTGt2RlQ1T2VXUHlHSXJEMzAxalJFUTBzakJnalZBUk9pT21IS2NEY3BqTzBPZnp2bElnY0ViS1pGd3phZ0grYytSN2ZGNjV2ZGQ5UFd1eFhEYlc3dXZYOWN3ZVkyNzFkR2ZqWURGNXZGODJkZkNIbEJqdS9pdnJGRnljZWJKZnoybFMvUE03U1VRVWFBeFlJMVJtUkNJZW0zYlZvRjluWHRKNFhETnFBYklpRWdFQU4rVXV3dGFHZzcxTzNOeG9iOE5uRllXNE1HTTJBT2VnclAyZE5IbFVSQklBNTFDbzVSNWpicDJvS0gwWUxENDBOWHFPVnU5TGpkNUlweGRLai8zeWlJaUlBV3ZFOHJVRGZkZ0oxQmdvRUppWFBCNVhaczlEZG1mWWNXbTJ0eU10TEs3WGdBVUE4YVpqRXp5YncyS1JhSXJ1YzM5UGVxRmdkT2VrMWhJU2owNjdFZ0R3N0s2VnFMSDJ2ellyWEdmRVgrZmVqcThxaTdHeUxCK1ZmZlRGOHF3NWE3YTM5ZnRhSTgyT3BsSVVONVg2OVp3WFpjeEdSQjk5QTRtSWdnVUQxZ0RGR3lOeGZjNUNuL2RQOUFnWFdSRkorUEg0ODN3K2RuZHpHVDdyby9uTjAvNldTdng4MjJ0OTdoT3BNK0hWK1hmNWZQMHd4WURGcVZOeFVjWnNyNmx4QUtDeW94SHZITm1BcjZ0MjlIazNvZGtVaTNsSjQ5M3JCcUhEVmRuejhMS1BRMDVNaXMxME55OHFFTzUrWXA1Tmp2MHhJVG9OWVlvQjU2ZlB4TnpFc2ZqdlRYL3VkVi9QUVZ5cmg3QnBjcmdxYmlyMSsxMkVaNlpNWWNBaW9oR0JBV3VBSW5RbW5KRXkrWVNPalRkRzl1dFlSUWlmQTVZL2pZNUt4cnlrOFZob251UTFSQUxnREZadkg5bUFiNDRUckZ3dXlwd05wY3RJUjJlbVRNRjdwWnU4bWdvMXlCN1B0eUI1Z251NXlkNkdXRU5FdDMzeTZ3K2d1Yk1Kci9vNGR3ZE9qTTF3TDI5dlBOTG52cDU5Mmp4SHVpY2lJdXFLQVl1TzZ6ZFRyK3kycmNSU2hZL0t0dURiNmwwK0JTc0FTRGJGNEp6VWFlNzE0cVpTVEluTmdrNG91SHJVZlB6ZVk5eXV2NWQ4aGIrWGZPVjFmTFErREF2Tmt3QTR4OThxYURpRVJaM3Jub3I3MFhRMU1lWll3Q3BvT05qcmZwRjZrN3Rwc3M1bVFTT2JDSW1JcUE4TVdBTlUxbDZQYTlhLzRQUCtNeE5HNC82VGxnSndCb0hmRnIvbjg3SDltUlltU2gvbTFSVFhFMU0vbTlVY1VzWDZtajFZVlY3UXI2bHRYRzRjZmJxN0tXOXJ3MEc4dk84ei9PbmsyNkFYQ2s0em40UjNTemVpdEkrYW9hdEd6WGYzR1Z0WHN4dXFEKy9IZ3VRSnFHaHZ3QUZMZGJmbjlFTG5ua2hid2ptd3FvdHIycUFXdTdQeisrS1VxZTZhdC8xZFh2dEQyOStDVGlob2RWaVBXNTVnc3NnOENYZE42TDBKKzhycytiZ2llNTVmcitsNmp5TjBKcng3MnIxZXp6WGIyM0h6aHBmOWVqMGlvc0hDZ09VSHZvemc3bUwzNkhpdVNhMWZ4L1pIZW5pOE84Z05WSzIxQmFzckN2RjU1WFkwOVZKemt4MlJoQjlQT0E5cnFuZmkyK3BkM2ZZN0tTYkRxM252emNQclVXZHR3YmZWTzNGbXloUW9FTGhtMUtsNFp0ZUhQWjUvZkhRYXprdWZDY0RaZlBoZTZVYWZoZ2c0TFhraTVpYU93d0ZMTlpidit0Q3JFL3ZFbUhSMzREdGdxVUt6L2RpZGdTV1dLdmV5WHVod1FjWk05L3FjeEhHNEx1ZFV2SEZvUFRUSUVUdEp0Q0pFdCtaY1R3S0FHTVNKYmJwZVd5YzRpUTRSQlE4R3JCSEtJZFUrcDlJQm5GK09ub04yOXViZWduOTdoWStlUkJuQ01DWXFCV09pVWpBaEpoM1A3bHJwZmk1TU1YalZoS3l2MllOOW5WUGp2RmU2Q1l0U0pqdnZURXdhaHpGUktWN2hCZ0JpRFJINDJVbEwzVis0bjFkczkzbHcwS2pPVWQ5em84elFkNm14bXhZM3lyMjhyZUZRcitlNE51ZFVtRTNIT3ZVTEFKZG5uWUtKTVJsNGJ0ZktIcHNMYlpvRGp4YS9Bd0NvYk8vZk1CVERSVlZIRTliVjdBNTBNZHphQmpBdEVoSFJVR1BBR3FFT1dLcjlkaGVoTDdQQ3hCckMzY3YxVm92WGM3ZU5YWXkwc0RnQXpya0QvMzdnV04rcXN2WjZiSzdiajdtSjR3QTR3OHhqeGUrNm40L1NoK0dScVZlNGcyQ050Um12SFB6MitBWHE1RG10VGtPWGN1VWw1cnFYZXd0WU0rSkc0ZUxNUFBmNjIwYzJZSDd5ZUdTRUoyQktiQmFlbjNVam50MjlzdHRrMVJva0N2b0liY0ZnUjlOUjdPakhKTnd4aG5DY2tqak9weHN4Y3FQTUtHdHJnSFdRYW5DSmlBS05BWXY4SXQ1NGJQaUpXbzhKMGhYWkFBQVcwRWxFUVZReHJjNUltWXd6VTZhNDExOC90SzViemRwN3BadmNBU3NsTEJZUk9pUGFWQnVTVE5GNGFNcmw3a0ZNclpvZFQrLzhFSzJxNzMyZDRqb0hCKzNRN0Y3SEpScWpNRHJTN0Q3djd1Ynlic2VlRkpPQlgweSt4RjF6dHIzeE1GNC92QTRmSHQyTSt5WXR4WXk0VVlnM1J1S3hhVmZoM3dmVzRNT3lmSi9MTlpKa2hDZGdhZVpzTERKUGhsSFJJMXh2d29kSE4vZTZmMlo0QXA2ZWNSMDBLYkd0NFJDK3I5Mkx6ZlVsSTY0UEd4R0ZOZ2FzVU5aSGx4YnBjV2VnVWFjSGpqTm1xYXVHQ29CN3VJVnBjYU53eDdoejNkc0xHZzdoby9LdDNZN2QyMUtCNzJyM29yanhDRlpYRkVLRHhKVFlMTngzMGtYdVlSZ2NVc1d6dTFaNk5SOTZsakZTMzMzc3BFaWR5WDE4MXlsMThoTEh1SmQzTkIzdE5yZGdYc0lZM0RQeEF2ZlVMWFhXRnJ5NDkxTUFRS3RxeFdORjcrRDJjV2Zobk5UcFVDQndVKzRpakkxT3hSLzJmdHJuQUsvaEh1WDByQmhja0R3QlN6UHl1aC9nb3hpUDRTcFN3K0x3OUl6clR2aGNMZloyUEw2ajc1c3ZGQWpNU1J5TEpla3pNQzF1bE5ldjByS2MwN0NscmdSSDIrdDdQUGFPOGVkQ0wzU0FBT1lranNXY3hMRndTQTNGVGFYWVVMc1gzOWZ1UFc2VE5CSFJjTWVBZFFLbXhXVmprZm5FeHI0YXlFQ2pubXF0TFhqOThMb1RPdGJGVllNREFLMWRwb3BwY3h6cjd6SWxOZ3RycW5mMmVoNlRZc0RKaVdQZDYwZGFheEd0RDhmUEoxM3Nua3Fsd2RhS0Z6eUdZZWhxK2E0VkFKd0RqeTdMV1lDTE0wOTIxeHhaTlR1VzcxcUpMZlVIdkk3eHJQRlluRHFsMjUyTmwyU2Q3UDdpUDlybS9XVS9QK2xZaC92Q2htTjNEd29BVjQ5YWdDdXk1N21QYmJLMzRhR2l0N3hHbTljZzhiLzdQa2RsZXhPdUg3MFFBc0NweVJPUkdaR0lKM2Q4Z0dwcjkvRzNCSUFsYWRQZDZ4MGVmWW9TakZIdVFWTUh5cWpvQjNTdXZvYWdTQStQeHlMelpKeVpPZ1dKSHJXV0FLQktEUnRxOTJGbCtaWmV3NVVBOE5iaDc3REFQQkduSkk1ejk1SFRDd1V6NGtaaFJ0d28zRFptTWJZMUhNS2E2bDNZVkxlZnpZaEVGSlFZc0U1QVprVGlDUTh1NnFtL0E0MTZPdEpXMjYrQU5TTStCN01UY3QxM2ZvWHJqSmpqRVlyS3UzVEUzdGRTZ1pueE9RQ0FPOGFkZytseG83cUZNQUF3S0hwTWo4OXhqK3hlM3Q3Z3JzSGFVbCtDMDVKUGdrMXpZUG11RmIzZWdlaFp4dHZHTEVhNng0anA5VFlMbnR6eEFmWmJLcnZ0N3htb3prbWRqaG54T2FqcjdHZVZhSXJ5NnBpK3BiN0V2UnhyaU1DVXVHT0RocnFHWjhpTk11T0g0ODdCMktoVTkzT1ZIWTE0WXNmN3ZjNTUrUDdSVGFpM1dmQ2o4VXVnRndwU3dtSVJiUWpENkNnemZqemhQRFRiMjlHaDJ1Q1FLaEtOMFY3ekdSNXM3VDUweEhDVWFJekMzS1J4V0dnK0NST2kwN3M5MytKb3gyY1YyL0ZKZVFIcWJKWWV6bkNNQkxDdDhUQzJOUjdHbjhUbm1CNDNDcWViSjJGTzBsajNFQnc2b1dCMlFpNW1KK1NpUTdOalkrMCtmRnU5QzlzYUR2azg1aHJSSU9CdHJJTnZSUDBEWjhBS0VTWkZqd3ZUWi9YNG5BYUpUOG9MdkxaOVdyRU41NlpOUjZ3aEFrWkY3MU1RMUNEeDZxRmpIZEQvdk84TFRJckp4TjhQZkkxZHpXVjlIbnRwNWh6Y01OcDd5cUh0allmeC9PNlBldzFtK1hVbDJOZFNpWEhSemtCa05zVjZoU3FYRWtzVjFucmNEWmVYa091dUhXdXl0K0Z3YXcxbXhJM0NyNmRlN2pVMHdOYUdnM2grOTBmSDdSdTBwbm9ubXV4dHVIZmloVmkrYXdWS09vZDhpTkFadTQxODczSzByUTZiNjQ2RnZrL0t0K0dyeXVJK3J6TlVQRVBNM1JQT3gwTHpwQjYvV1E1WXF2RnB4VGFzcWQ3cDA3eVhYYWxTdzlhR2c5amFjQkNtZlFhY2tqUU9pOHlUTUMxK2xQdHpDRk1NT04wOENRdk5rM0QzbG4vaFNGdnRpYjRzb3Y0U1BTd3paQTBlQ2VmN0s3dHNDMW9NV0NmZzg0cnRXRnNkMk52WHRYNE1PZ3FnVy9PWkJHQnhkT0JvV3gxZVA3U3UyeGRYZzYwVlA5LzJHcTRldFFDVFl6TVJwUStENkdFY0lrMXFhTFMxNFZCckRUNHEyK0lWcEZwVksrN3hZWWdIQUZoVlhvRDV5ZU14TmlvVlZzMk9Wdyt1N2JHL2x0ZTFJZkZ3MFZ1NGF0Ujg1Q1hrSXQ0WUNhV3pTVkxWTk5SYW03RzE0U0RlSzkza0ZRQytyQ3BHaTZNRGwyYk9jVThRdmIzeENIWTFIY1hrMkN5MHFWYThkbWdkUGlrdjhQbGY5N2FHUS9qQnByK2d2YlBacjhiYWpIYlZodkF1QWF2RjBZSDh1aEw4KytBYXI0RmpIVktGUS9YdUJ6WWNiRzA0aU5NOVJzdHZ0cmZqMitxZCtMS3EySy9qZjFrMU85WlU3OFNhNnAxSU1rVmpjY3BVTEU2ZGdtUlREQUJnVTkwK2hpc2FLcDVocXV1ajZ6NDBjRjBEbGVlanAzMkNSdEQra2x6eTdmS2dmTU1EeVZVck1GeWJXUktOVWJoaDlPbDQ3ZEJhVkZ1SFpqTGxjSjNSSFlyaWpaRzRLbnMrM2p5ODNxOVQ0U2dRVUlRQ0NlblQ2UFBEaVFLQkYvSnVSbVY3QTc2c0xNYm0rcEloZXcwQ3pwc056a3VmaVZjT2ZodndKdFVQRnY0c2FQOWVrczg4dzVSeTZOQ2hxU2twS2VmcTlmbzVPcDF1amhDaWV4czUrWVdVc2x4VjFVME9oMk5qVlZYVlp6azVPVVZ3QmlzTjNRTlhVQWphUHhnTVdFUkRRNEVZdHFGOEtERmdqWGdDZ0FKQWVlcXBweUx1dnZ2dVg1dE1wcnNCNkFKY3JsQ2tXcTNXNSsrNTU1NUhYMzc1WlN1Y0ljc1Z0SUpHMFA3QllNQWlvcUhFZ0RXaXVjUFZnUU1IWm80YU5lcFZSVkhHQmJwUW9VN1R0TUx5OHZMYnM3S3l0aUlJUTVZUzZBSVFFUkVGa0x0SjhLV1hYb3JKeWNsNWcrRnFlRkFVWlhwR1JzYnJkOTExVnppY2VhVnJYN2hoalFHTGlJaENsVHRjQWREZGNzc3Rqd29oY285ekRBMGhJVVR1MDA4Ly9UQ2NUYlZCRmJJWXNJaUlLSlM1T3JUUER3OFAvNTlBRjRhNkN3OFB2L3Z3NGNNTGNDeGdCUVVHTENJaUNsWHVHcXkwdExRN3dPL0U0VXBKVFUyOUdhekJJaUlpR3ZZOHg3dFNGRVdaME5mT0ZGaWRuNDluRGRhd0Qxa01XRVJFRktyY2R3L3FkTHJzUUJlR2VxZlQ2Y2FqODdOQ0VJUXJnQUdMaUloQ213QWdoQkF4Z1M0STlhN3o4d21hNWtHQUFZdUlpRUpYMERRM0VZQWcrN3dZc0lpSUtKUUZWYTFJaUF1cXo0b0JpNGlJUWxIUWZGRlRqNGI5NXhlMEFVdEtXUlhvTWhCUmFPRGZHeUxxcjZBTldCQmlXNkNMUUVRaGduOXZpS2lmZ2pkZ1NmQVBIaEVORGY2OUlhSitDdHFBcFNqS1A2U0VOZERsSUtLUlR0cWtRZmUzUUplQ2lJSkwwQWFzOTArN2Q2OEFuZ3AwT1lob1pKTVNENitZZjgvK1FKZURpSUpMMEFZc0FEQWt0VDRoSWZjRXVoeEVOREpKaVlJUEY3WTlFK2h5RUZId0NlcUE5ZmJrUjJ3S2NIdWd5MEZFSTVDRUt2VHlGb2hIdEVBWGhVTEhHMis5aTR1dldJWjdmdjZyUUJlRkJpaW9BeFlBdkwvdy9qV2xFVEZHQUU5Q1FnMTBlWWdveUVtb1V1THAwc2lZOEE4VzNNL083VVIwUXZTQkxvQS9iTW03M2I0RitPV2w2NWUvcmpua0VpRndpcFRpRkNHUUVlaXlFZEh3SnlYS2hKQWJOSWlOT2owKytXREJ6NG9EWFNhaWdWQlZGZHVMZDJMRHhuemNldE4xTUJxTmZqdDN5WUZEMkxCcE0wN09tNFh4WThmNDdid2p6WWdJV0M3dk8vOG84ZzhqVVJEYnRtMWJocXFxdVFER1NDRkdROVBHUW9oY0FMa0F6QU01dDVTeVhnaHhWQUpsUXNveUljUlJBT1dhb3BUcHBDd0RVRDVyMXF3YVA3d01vb0RhczI4L0hubjhhUURBVFRkYzQ5ZHozL2ZBcjZGcEV1UEhqZlhyZVVlYUVSV3dpQ2o0elpneG93eEFHWUMxWFovTHo4K1BFRUtNQlRCR1Nwa3JoUmd0cEJ3TklVWkxLWE9FRU9GOW5Wc0lrUUFnUVFEVElBU2thN3Vtd2RYUktuL0xGZ0E0SkowQnJLd3pqSlZMUlNuVEFXVlN5aG9wWlUxZVhsNnQvMTQxRVkwMERGaEVGRFR5OHZMYUFHenZmSFJUV0Zob3R0dnRvNFVRT1ZMSzBSNEJMQWZBS0FDK3RwUGtDT2N4emduUGhJQ1EwaDNDSUFRMjUrZXJBR29CMUFnaHFpVlFJNlNzQmxBRFJYRXZTeWxyd3NQRHF5ZE5tdFFnaEpBOVhZeUlScDVoUDFraUVaRy9iQ29xeWxLczFsRUEwb1FRWmcxSUZsS21RSWdVS2FWWkNHR1dVcVlJSVdJR3FRZ05Vc3BHQVRSSUlSb0FOQWtwR3dBMFNpRWFGS0FSUUtPbUtBMTZvRkZLMmFocFdvTXRKYVZ4ZmxaVyt5Q1ZLVlFwblE4REFLT1VzbkdvTGx4UldZVjMzbHVCYlVYRmFHeHNSRlJVRkdaTW00THJycjRDWDM2OUJtKysvVDdHNU9iZythY2Y5enF1dmFNRG4zLzVEZGF1K3g2VjFkVm9iKzlBZkZ3c1RwbzRBVGZmY0EzaTQrTHcvb3FQOGE5WDN1ajEyZy8vOG1lWU5YTTZBTURoVUxGMi9mZFkvLzFHbEJ3NGlLYm1GaGdNZW1Sblp1S2NzODdBMllzWHVZL2JYM0lBOS83aW9WN1BlOW5GRitMR1pWY1A4SjNwbXhBaURvQU5nQjJBMXZrWXRsaURSVVFoWTg3VXFhVUFTbjNaZDFOUlVaYk9aak5yaXBLaWFKcFpBOHhDU2pPQVpDbUVXUURKa0RKWkFzbkhhNXIwRUMrRWlBY3cydjIvVytGY0VvQlhrNlhxOGJ5eHV0clZkTmtvcGJRQWFCVkNXQ1JnRVZKYXBCRE9iYzdubWdHMEFXaVZpbUpScExSb2ltTFJTV21SVXJaS0tWczFrNmsxVEVyTHRHblRHbndzTi9uSnhzMWJzUHgzTDhGdXR3TUE0dUppMGRIUmdXKytYWTh0QllVNGVmYk1IbytycnFuRmd3OC9qdXFhV2lpS2dEazVHUWE5QVRXMWRhaGV1eDVMTHpnWDhYRnhpSXFNUkdxS0dUYTdIZlgxem84M3had00wZmw3WmdvTGM1L3pUMy83Sno3Lzhoc0FRSFIwRkZKVHpLaXRxOGZlL1NYWXU3OEVwVWZMY011TjF3RUFEQVlEVWxPY1hTQXJxNm9CQVBGeGNUQ1puSlhDTVRIUi9uNnJnaDVyc0lpSUJtakhqaDFSRG9jajJTWmxzbkE0a3QyMVk4NFFacFpDSkFzZ1hrcVowUG0vOEFGMTFoOEVqUUJhcFpTdE9CYmVuTXRTV2lCRXF3UmFGZWMrVmltRVZValpJUlhGcWtocDFZU3dLbEoyYUlwaTFVbHAxVFROcWloS2g2WnBWb1BCWUZWVjFXb3ltVG9jRG9kMSt2VHByUUYrclM1RFhvTlZlclFNOS96OFY3RFo3SmcyZFRKK2VOdk5TRTlMaFpRU08zZnZ4Ui8vOURlVWxWY0FRTGNhcktlZWZRSGZiOXlNekl4MFBQemcvVEFuSndFQU9qcXMrR2J0T3N5WU50VWRnQUJnNSs0OWVPRFhqd0VBM256bGJ3ajNDRll1TDd6MFp4aU5SbHh3M3RuSXpzb0U0S3pWK3RzLy80MVBQdnNTUWdqODVhWG5ZVFluZXgxMzZWWFhROU1rZnZXTGUzc05oSU9CTlZoRVJDRm04dVRKRmdBV0FBZDlQU1kvUHo5Q1VaUTRBSEdxRVBGQ1ZlT0VFSEdhczVZckRwb1dKNTIxWFhFQVlvV1U4ZEsxTEVTaW4xOUNISUE0VnkwSDRQRy83NjQxYkVKNDlVdVR3TEdmcnBzRmhJQW1KU0FFN0E0SEFHZnpGdUMraWNCVHE1UlNCZUFRUXFpUTBpRUJWUWpoZ0pTcWRHMEhIRkpLRlVJNEJPRGN6N245aEdpcUNsWFRoTjF1RjNhcmRVZ3FHMTU3OHgzWWJIWmtaV2Jnb1FmdWc4RmdBQUFJSVRENXBBbjQ3VzhleEowL3VSK3RiVzNkamkwNTRQelZXbmpxUEhlNEFvQ3dNQk9XbkwzNGhNcHo2MDNMRUJVVjZiVk5yOWZobGh1dnd6ZmZya2Q3UndjS2kzWjROUldTN3hpd2lJZ0NvTFBEZmh1QThoTTV2ckN3TUZKS0dRY2dUa29aNndEaWhLckdBWWdGRUNlZC85dVBSV2NvQXhBT0lCSlNoZ2toVE5MNzUyRDFPZk5GcEdld2N3ZTRyc3NBZXQzdkJBZ2hvQWdCbmFKQTZnZi9xOUJtczJGVC9sWUF3S1ZMTDNDSEswL3hjWEZZTUc4dVB2dnk2MjdQSlNVbW9ycW1GaHMyYmNINVM4NUdkRlRVZ012VU5WeTVXRzAySkNURW82eThBblgxYkVVK1VReFlSRVJCcUxPcHJSWE9JUzM4Smo4L1A5WmdNSmpzZG51WVRxY3pxYW9hcGlpS1NkTzBNS25UNllXcVJnb2hUSm9RSmtWS2t3YVloSlJoVWdpVGtOTFUrZE81RHBqUWRadHJIVEJKS1UxQ0NPYytnS2t6OEpuNjBhY3RhQnc2VWdwVmRWYTRUWmw4VXEvN0pTVWw5TGo5OHN1VzRyRW5uOFdCZzRkdzJ4MC94VmxuTE1RNVo1M2hidG83VWFWSHk3QmhVejRPSGpxTWlzcHFWRlpWb2EzdDJQMFVqczRhU09vL0Jpd2lJbkxMeTh0ckNuUVpYQW9MQ3lQMWVyMnB2YjNkcE5QcFRBNUZNU2tPaDBsUkZKT3FxaWFwMDUzd2Q1ak5iaGMybTAxcHRWaDBqWFYxQmdBZitiSG8zVFEzdDdpWCsrb1E3bFZMNTJIMnpPbDQ0dEZmNFovLzl6cjI3aS9CeWxXcnNYTFZha3lkTWdtMzNIZ2Rjbk5HOWFzOG1pYnhwNy85RTZzLy93b0FvTlBwa0ptUmppbVRUa0tLT1JuZmI4cEhiVzFkdjg1SjNoaXdpSWhvV1BLb3BSc01YcDNjbHkxYk5raVhjVEo0TkVOYU82dzlkam9IQUt2VjF1czVKazJjZ09WUC9nWjc5KzNINnMrL3hqZHIxNk9vZUNmdS8rVWplUHJ4aHpFbU44Zm44cXo0K0JPcy92d3JtRXdtM0huN3JaZzM5MlFZamNlYUxmZnVMMkhBR3FDZ24reVppSWhvdVBPOEUyOWZ5WUZlOTl0LzRQajNTWXdmTnhaMzNYRWJYbjVoT1pLVEVtRzMyL0hPK3l2NlZaNDFhNzhEQUp4LzdsazQvYlQ1WHVFS2NJN1ZSUVBEZ0VWRVJEVEkwbEpUM0hmL2ZiaHlGYVRzUHFqL25yMzdzYTJ3eU9kenBwaVRjY3Jja3dFNHg4bnlaREthM01zV1MvZEt3T2JtWmdCQVpHUkV0K2MyNVcvMWF0THN5blh1Rm92RjU3S0dJZ1lzSWlLaUlYRHB4UmNDQUlwMjdNTHYvdkMvYUd4MGRuZlROSWxOK1Z2eDJGUFA5bnAzNE5QUHZZakNvaDNRdEdORFAxVlgxeUIvU3dFQVlHenVhSy85VXp4cXpENzd3bmxYb3FxcTdpRWcwdFBUQUFDZmZ2WWxqcFk1YjJTVlVtTGo1aTE0OGVXL3dHanNmVllwVjIzY045K3VkdytZMnRMQ3NOVVZCeG9sSXFKUU5PUURqVW9wOGR3TEwyUHQrdThCT0R1MEo4VEhvNzJqSFcxdDdaZzVmU3JHamMzRlcrOSsyRzJnMFdVMy93OWFMQmFFaFptUWxKZ0ltODJHbXRvNlNDbVJtWkdPSng3OUZXSmp2RWZiY0ExT0NnRFJVVkZ3cUNydS8rbVBNR3ZtZEJRVjc4UkRqejBGVGRNZ2hFQlNZZ0phTEJaMGRGaHh3Wkt6Y2VEZ1llemFzeGRYWEhZeGxsMXpoZGQ1UC83a00vemxILzhHQUpoTUpvU1pURmg4eGtKT2xkTUZhN0NJaUlpR2dCQUM5L3o0RHR6MXc5c3dmdXdZR0kxR1dGcGJrV28yNDc5dldvYUhmdmt6S0VyUFg4czMzM0F0cGsrZGpJaUlDRlJXVmNIaGNHRGloSEc0NHdlMzRIZlAvTFpidUFLQXUzNTRHODQ1Nnd3a0ppU2d2YU1EQ2ZGeFNFaUlCd0JNblRJSnk1LzhEZkptelVCc2JBeWFtcHVSbnBxS08yKy9GVCs0OWNZK1g4ZDU1NTZObTY2L0J1bHBxVkJWRlRxZE11RGhJa1lpMW1BUkVWRW9DdGhrejNSaVdJTkZSRVJFRk9JWXNJaUlpSWo4akFHTGlJaUl5TThZc0lpSWlJajhqQUdMaUlpSXlNOFlzSWlJaUlqOGpBR0xpSWlJeU04WXNJaUlpSWo4akFHTGlJaUl5TThZc0lpSWlJajhqQUdMaUloQ2tmUmFrYkk2VUFXaDQrdmg4NUU5N2ppTU1HQVJFVkVva3dDa3pXWXJEblJCcUhlZG40OUVFQVFyRndZc0lpSUtkYks5dlowQmF4anIvSHlDSmx3QkRGaEVSQlM2WERVaWN1UEdqYTlKS1cyQkxoRDF5UGJkZDkrOUFvL1BLOERsOFlrSWRBR0lpSWdDUUhRK2RBQU1BSXcxTlRVUEppVWwzUmZZWWxGWE5UVTFqNXZONXVjQTJBRFlBYWdJZ3FERkdpd2lJZ3BGMHVPbkJrQmR0bXpaODNhN3ZTU0FaYUl1YkRaYjhieDU4LzRBWjZqUzRQMjVEV3NNV0VSRUZLcGN0U0FhQUhYMTZ0WHQyN2R2WnczVzhLR3VXN2Z1SnlVbEpUWjRCNnhoSDY2SWlJaENtWUN6b2tFUElBeEFGSUQ0bVRObnBsZFhWNzhvcFhSSUNnUkhkWFgxU3pObnprd0hFTi81dVlSMWZrNEtncVI3VTFBVWtvaUlhSkI0OXNYU3dma2xyZ2VnWDdGaXhlUlpzMll0am9tSm1SMFJFVEZMcDlPbEJyS2dJNW1xcXBWdGJXMWJtNXVidDI3ZHV2V0xwVXVYN2dEZzhIaW9DSksrVnk0TVdFUkVGT3BjTlZrS2pnVXR6NGVyMXNUMUlQL3l2RHRRdzdFdzVmblE0TjBIYTlqVEI3b0FSRVJFQWViNlluY3R1OVpkWC9hZUFjdUZRV3ZnWkpmbHJ1Kzc2NmRyZTlDRUs0Qy9JRVJFUkM2ZXRWU3VHaTBCNzM0Ly9ONzB2NjUzZEhvR3JhQWErOG9UZjFHSWlJaU84UXhTWFI5ZDk2R0I2NmtXcTJ1b0NycHdCZkNYaElpSXFDYzlCU3ArWnc2ZW5zSlVVQVlyRi82eUVCRVJIUisvTHdkZlVBY3F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S1J2OFBhQmtIenNwR2ZFTUFBQUFBU1VWT1JLNUNZSUk9IiwKCSJUaGVtZSIgOiAiIiwKCSJUeXBlIiA6ICJtaW5kIiwKCSJWZXJzaW9uIiA6ICIiCn0K"/>
    </extobj>
    <extobj name="C9F754DE-2CAD-44b6-B708-469DEB6407EB-7">
      <extobjdata type="C9F754DE-2CAD-44b6-B708-469DEB6407EB" data="ewoJIkZpbGVJZCIgOiAiMzIwMTcyODY3NjM3IiwKCSJHcm91cElkIiA6ICI0Mzg4NTUzOTgiLAoJIkltYWdlIiA6ICJpVkJPUncwS0dnb0FBQUFOU1VoRVVnQUFBc0VBQUFGVENBWUFBQURZOTlHaEFBQUFBWE5TUjBJQXJzNGM2UUFBSUFCSlJFRlVlSnpzM1hkOFUxWC9CL0RQdVVuVHZXbExLVzNacTh5V1BXU0RFOEdCZ29pS3VGQi9qZ2YzVmdRY09GQnhqMGQ5UkVSQVVCUVpCVVIyQjExc1NrdFpiV21odTAyVGUzNS9wQWtkNlI0aDhIbS9YbjJSM0h0eTgyMUwway9PUGZjY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dhVHRpNkFDSWl1cUx4N3hEUnBVM2F1b0Rtd2pjZklpSnFTY0xLYmY0dElybzB5VXIvVnI1dDE3UzJMb0NJaUs0STVRTnY1YS9LYllqSXRpcUgzdkpmMXRyWUpZWmdJaUpxYnVVRHI1S1NrdElySUNCZ29sYXJIYWpSYUFZS0lkcll1RDRpc2tKS2VkcG9OTzR4R0F5NzA5UFQxN2RyMXk0QnB2Q3JtcHZZc0x4R1UyeGRBQkVSWGRZRVRIOXJOQXNYTG5RckxpNWVFQm9hdXNmSnlXbStWcXVkekFCTWRPa1NRclRSYXJXVG5aeWNGb1NHaHU0cExpNStjODZjT1U0QU5EQzlydTM2N0kxZEYwOUVSSmMwY3dCV2twT1QrNFdHaHY2b0tFcG5XeGRGUkEybnFtcmM2ZE9uSHdnT0RvNkJxVWRZaFozMkNHdHNYUUFSRVYyV3pNTWZOQjkvL0xISCtQSGovMVlVcFpPdGl5S2l4aEZDdEhaM2R4K1RuWjM5OVo0OWU0eXcwd0FNc0NlWWlJaWFubVg4THdCdFlXSGhJbWRuNXprMnJvbUltbEJSVWRGN0xpNHVMd0F3NEdKdnNGMEZZbzRKSmlLaTVtQytDRzZvczdQemc3WXVob2lhbHJPejgrT3BxYW5EWU1kamd4bUNpWWlvcVZsNmdnTURBK2VBZjJ1SUxrZEs2OWF0NzhIRkVHeDNRWmh2VEVSRTFKVEt6d2VzS0lyUzFaYkZFRkh6S1h0OWwrOEp0cXNnekJCTVJFUk56VElyaEVhakNiRjFNVVRVUERRYVRSZVV2ZFpoWndFWVlBZ21JcUxtSVFBSUlZU0hyUXNob3VaUjl2cTJ5NkVRQUVNd0VSRTFQYnM4TlVwRURXSzNyM2VHWUNJaWFnNTIyenRFUlBWaXQ2OTFobUFpSW1wS2R2bkhrSWlhaEYyOS9obUNpWWlJaU9pS3d4Qk1SRVJFUkZjY2htQWlJaUlpdXVJd0JCTVJFUkhSRlljaG1JaUl5QTdrNWVmYnVnU2l5d3BETUJFUlhUYjI3STNCWTNPZng4Yk5XNnR0azVlZmo1bXo1K0R0OXhhM1lHV044K2tYMytLZSt4OUYyc2xUdGk2RjZMS2h0WFVCUkVSRVRXVjNWRFJTVWs5QXFyTGFObEtWeU1uSlJWNStRWjJQRzUrUWhOLy8rcnNwU3NTQThINllNRzUwdlI0VEhCeUUwdEpTZlBITjkzamo1ZWVhcEk2VzhzMS8vNGQxR3lJeFpkSzFtRGIxWnN2Mm84ZVM4WjluWHdZQWZQZmx4L0QyOGdJQTZQV2xlSFhlUXFTbW5jUVRqejZFL3VGOWJWSjNUYmJ2M0kyUFAvc0szYnAyd1l2UFBBbU5SbVBya3FnQkdJS0ppT2l5SUtWRVZNdythTFZhREIwOHNFbVBuWGt1QzN2MnhqVEpzVnI1K0ZodUp4MDRoSzNidHRmNkdLUFJDTUFVeHQ5NS8yTzR1cnJVMk43ZHpRMTNUcDlhWmZ1cDAyZnd4Tk12d3RQVEE0c1hMWUN6azFNOXE2Ky9qWkZiVVZKU2dvMlJXeXVFNE9xY09uMEdTUWNPQVFDMmJkOTVTWWJncmR0Mm9MQ3dDREd4Y2NnOGw0WFdBZjQycStXOXhaOWk2N2J0dVAvZXUzRGQxZU50Vm9jOVlnZ21JcUxMd3Y0RGgzRGhRZzZHREJxQTNWSFIyQmVYWUxWZGFha0JBSEFpN1NUZVc3eWsydU5Obm5RZE9yUUxyYkR0bGlrMzRKYWJiclRhL3UxRml4R3pMeDd2TG5nZGJkdTJxYkkvSmphK3loQ01FMmtuOGZlR3lCcS9yOHIrM2JHcjFqWityWHlyaEdDRHdZaEZIMzRDdlY2UEp4NTlzTWtDOExIa0ZPemFzeGNEK29lalM2ZU9WZmJmUFhNYXRtejlGOWRNckZ0QUN3MEp4dlhYVEVEYXFkT1lNdW02SnFteHZqTFBaV0hYN3Ixd2RYUEZtSkVqcXV5L2FmTDFLQ3dxUXRmT25Xd2FnQUhnd2RsM1kvK0JnL2oyKzUvUUs2dzdRb0xiMnJRZWU4SVFURVJFbDRXTmthWnh3TmRNR0l2bzJEanMyaE5kWS92YzNOd2EyNHdhTVF5b0ZJSzFXbTIxNFZGUlRKZlo2SFFPVnR2b2RBNVZ0azBZT3dxanJocFdZNTE2dlI0dnZQSW1OQm9OWG41K0xseGNhdTRGQmdCRlZGMjQ2OWRWYTNBc09RV1RycnNhUGJwMXJmVVlkVFgzdVplZ3FoSmRPbmV5dW4vQzJOR1lNTGJ1d3o4VVJlQytXVE9icXJ3R1diemtDOFFuSk9IR0c2NjF1cjlibDg2WTk4cnpMVnlWZFM0dXpuaDB6djE0K2ZVRmVIL3hwM2p2N1hrUVZuNy9WQlZETUJFUjJiMmlvaUw4dTNNM2d0b0VvbmV2TVBUcDNST3o3cnJEYXR2YzNEemNlZTlENkJuV3crYmphelVhRGM2ZE9ZdTFmNjNIckx0bVdBM0tuMzM1TGRKT25zS3NtZFBoV3phVTR0eTVMTFJxNVZ1bDdXKy8vNG11WFRxaGU5Y3VGYllYRlJkanpkcS9vTlZxY2RQazY1dm5teUdiNmRNckROMjZkTWJCdzBjUUZiTVBBeUw2MmJva3U4RFpJWWlJeU81dGpOd0t2VjZQMFNPSDIxMHYyRzlyL3NSZjZ6ZmhoVmZtNGNLRm5Bcjd2dnIyQjJ6NVp6dnVtbkc3cFZkeTk5NW8zUGZ3RTFpODVBdExPMVZWOGRXM1ArRGI3My9DdXgrWWhqeVV0MzVESkFvS0NqRjY1SERMQldoMGVibDU4ZzBBZ0JXLy9XN2pTdXdIZTRLSmlNaXVHUXdHckZyekp3REF4ZG5ac2owaGNUOGl0MnlyMHI3VVVBb0FTRXM3aFE4Ly90enFNUjkrY0RhMDJxcFgvTy9jSFlVelo5T3RQaVk1SlJVQThQMVB5K0JxWmNoQ1Z2YjVhcDdyWGlpS2d2V2JOdVBabDE3SGF5ODlDdzhQZDN6OTNZL1lzR2tMeG84ZGhaNWgzWkYwNEJBeU1qTHg4V2Rmd2RYVkJWZVBId1BBMUN2ODdvZWY0TURCd3dnTkNjWUx6endKblU1WDRUazJsZjBjSm93ZFZlWDUzMWp3THFKaTl1R0dheWRpOWoxM1Z0bGZVRkNJNlhmZkR3Q1k5K29MNkJYV3ZjTE1EbWJ6Rmk2eTNMN3B4dXR4MTR6Ykt4eC80dmd4bUhQL0xLcy9nOHFtenJnWEpTVWxtUHY0d3hneGJBZ0FZUDJtemZqa3M2OXJmZXpBL3VGNDRaa25MZmZqRTVLd2VldS9PSERvTUxLeXM2R3FFZ0grZmhnNmVDQnVtVElKVGs2T1ZaN1hiUFh2ZjJMMTc2Yi9XMTA2ZGNRN0MxNERBS3hhc3hiZi9iQVVRVzBDc2VURGQ2clVZREFZc2VXZmY3RnR4eTRjUDU2Sy9JSUNPRHM3SVRRa0dDT0dEc2I0c2FPZzFWYU5ZT1cvNzRIOXcvSHJxdC94NzQ1ZHlNZzhCeGNYWi9UcjB4c3pwMCsxZWhaZ1FQOSs4UEx5eElHRGgzSG1iRG9DV3dmVStyTzYwakVFRXhHUlhkdTArUjlrWldkWDJYN3k5QmxFYnQwR3JWWnJkUXFybk53Y2JOKzFwOEkydlY0UEtTVWV1bjhXZ0txUFNUMlJodFFUYVRYV0V4VzlyMTcxSzRxQ2h4KzhGNDVPamxqNzEzb2tIMCtGbzg0Qkd6WnRBUUJzMkxURmNoc0FBbHNINEtYbjVpS29UU0FBNE0rL04rTEF3Y09ZTUhZMFp0OHpBNDZPamhXT241T2JpOVFUYVhCeGNVYW5qaDNxVlZ0MUhCd2NMQmVFblUzUEFBQjRlM25CMGRFVXZqMDgzSnZrZWNwemRYR3A5aUswbk53OEZCVVZRYXZWWU5yVW15emJ0MjdianZjV2Z3b0FjSFIwaEYrclZzak55OE9wMDJld2ZPVnF4Q1VrWWNIckwxays4TFFPOEVkSlNRbXl6NStIWGw4S1Z4Y1h1THU3QVlEVjRHbk51YXhzdlBuV2UwZytuZ0lBME9sMDhQYjJRbTV1THBMMkgwVFMvb1BZR0xrVkx6MDNGMTVlbmxhUFVWaFloS2VlZnhXcEo5TGc0KzBGUUNJM053OWJ0MjFIWXRJQmZQRE9tMVYreGtJSTlPNFpobi8rM1lHRXBQME13WFhBRUV4RVJIYXJxS2dJUzM5WldXT2JPZmZQd3RqUlYxbnU1K1RrWXVic09lamRxeWRlZS9HWkNtMmZmMlVla3ZZZnJQWllVMitlWE8yWTJvYk1EbEhlN0x0bllOem9xeEFhRWd5RHdZQzVqejhDUHo5ZnVMbTZZdHYyblZqMjYyL28yYU1ibnBuN0dCeTBGOGNPVDV0NkV5TEMreUtzdS9XTDNSSVM5d01BZXZib2JybDRyN0ZDUTRMeCtjZnZBUUNtM0hZblZGWGk0UWZ2YmRheHFNT0dETUt3SVlPcWJNOCtmd0dQelgwT1JVWEF6T20zb1VQN2RwWjlKWG85K3ZUdWlWdW5URUtQN2wwdEg0YTIvTE1kNzMvMEtRNGZPWXB0MjNkaTlNamhBSURGaXhZQUFGNTZmUUhpRTVJd2J1d296Sm81dmM0MTZ2V2xlR1BCdTBoSlBRRnZMeTg4ZFA4OTZCL2VGeHFOQmdhREVidjI3TVdTTDc3QjBlVGplUHY5anpEL3RSZXRIdWZIbjVjanFFMGdQdnRvRVFKYkI4QmdNR0x0dXZYNDVyLy9RMVoyTmxiODlqdnVzVkpYNzU0OVRDRTQ4VUM5TGthOFVqRUVFeEZkcHBLU2tueUtpb3JjaEJDdWlxSzRHUUJYUlZYZEFMaXFRcmdKVlhVVFFyaXFnQTZBZzVCU2tVSm9oSlFhQ0tHQmxBcUUwRWhBSTZUVVNDR1VzbjhyM0xlMEFSU0QwYWlSUnFOV2J6Qm9EWHA5czY4ZzhOT3lGVGgvNFFKR0RCdU1iZHRybnpvTUFGU3BBZ0MwOVZqZ1FGVk5qM0YyZG1yUzJTRXFLeW9xeHR6blhrSG5UaDN3NE95N29kZVg0cXZ2ZnNEZkd5Sng0L1hYNEs0WnQrT2ZmM2ZpeTIrK3g3elhYa0NIZHFINDZ0c2ZrWkMwSDdQdXVzUHFuTHJtVmVaQ1E0THIvUDNhQ3lrbFB2am9VK1RtNXFGdm4xNllkUDAxRmZZUEd6eklhaGdjZGRVd1JHNzVCM0VKU1lpTlM3Q0U0TVphdjJrelVsSlB3TUhCQVcrODhoeUMyd1paOW1tMUdnd2ZPaGp1N3U1NCtmVUZTTnAvRU5HeGNZam8xNmZLY1ZSVnhRdlBQQWwzTnpmTFkyKzgvaHJzaTB0QXpMNTRSTVhzc3hxQ1EwTk52K09UWEZtd1RoaUNpWWd1TVFjUEhuVFAwK3Y5aEY3dko0VHdWNFh3RTRBZlZOVkxDdUVHd0ZWSTZRYkFWUXJoSmdCWEthV2JLTnNId0Fzd3pRZ0FJU0FCR0ZVVkFvQjVIVFVocFdXZjVUSXlJVXkzelJlV2xmMHJLdTJyL0MvS0hVTVJBcXFpUUtNb2tNMjhpcGFxcWxpL2FUUENlblREeEhGajZoeUN6Zk1FT3pqVUhrck5qS3Bwc1FvSEsrTTRtOEtwMDJmdzQ5TGwyTEZyRHh3Y0hEQWdvaStTVTFMeDNvZExjUDdDQlR3NzkzRU1HZFFmZ0duTTY5SmZWdUROaFl1d2FPRWJDQTBOeHRaL2QrQ05CZStpZjNoZjNIL3ZYUWp3OTdNY096YzNEMER6REZHd3RaV3IvMEJjUWhJOFBOengrQ01QVkxrb3NycEZSVXBLU2l3emJXUmJHVXJUVUZ1MzdRQUFYRFY4U0lVQVhGNmZYbUhvMEM0VXlTbXAyTDAzMm1vSUhqdDZwQ1VBbDljL29oOWk5c1ZiaHFCVTV1bmhBY0EwUElScXh4Qk1STlRNa3BLUzNBcU5Sdit5VU9zSHdFOEs0UTlWdGR3V2dCK2s5Sk9BWDM1QmdiTTVZRXFVQmRheSsrVURLM0F4Zk5yYmpBaE5RVkVVREIwOEVMZmVkR08xRjUwQndKSXZ2c0huWC8vWGNsK1cvVHgzNzQzRzFCbjNWbWhiZVZZRnMxSzk2V0k2YXhjek5jYXAwMmZ3OC9KVjJMWjlKNlNVR0RnZ0hMUHZ2aFByTjI3R2Y1NTVFYW9xMFRyQUgwdC9XWUZ2L3ZzakNvdUtVRlJVYkZsQmJ2NDc3K1BOVjEvQTRBRVIrT3lyNzdCN2J6VGlFNU13YmVyTm1IekR0VkFVQmJsNStRQUF6OHNzQkI4K2Vnei8rL2xYQU1CamN4Nm9kdGFMbkp4YzdOaTFCNGVQSHNQcDAyZHhOaU9qd2l3Y0JvT3h5V3BLUG40Y2dHbm9TVTA2ZCs2STVKVFVhbnRzZzRPcURxY0JBRjhmYndDbWkwRlZWYTB5dk1YOFFTYzNqeUc0TGhpQ2lZZ2FZZCsrZlVHcXFvWVlnVkJJR1NKTS80WUNDSlNBbnhBaXVLaTRHT1ZETFFDZ3JDY1dzTklUMjNUT1N5a0xCSkF2aGNnSFVDQ2t6SWNRQlJMSUYxSVdBTWdSUWhpa0VFWWhwU3FGTUVKVmplWHZDeW1OUWdpamxGSVZRaGhWSVl5S2xFWlZDTFhzWDZOUVZhTlVGTlZRV3FxcXFxcGV5TThYNXpNek5RQldOKzIzVk5GRDk4MkNUdWRnTlFTM2JSTm9kYld2ekt3c0pDVHVSMGh3MnlvcndrWHZpME5PVG02Vnh4UVZtMllNMlBydkRoeE5QbTYxbHBUVUV3Q0FwYitzZ0t1cmE1WDk1N0txOWppbW5UeUZmLzdkZ2FBMmdaaDl6NTBJNzlzYkFPRG41d3RQRDAvNCs3ZUNwNGNIM054YzRlN21CbGRYRjdpNXVzTEZ4UVdIRGgvQlgrczNZZDJHU054dzdVUTgvL1FUMkxCcEM3NzQ1bnY4dTJNWEpwZE5xV1lleXRGVTQ0RXZCVVZGUlZqMHdTY3dHbzI0N3BvSjZCOWhmV2xsMDgvanY5Q1hmWWhwSGVDUGRxRWhDQmpnaDdTMFU5aC84RkNUMVZSU1VtSUoxT2FMNmFwam5qMmtxS2pZNnY3eU0xYVVweXQzOXNMOFlhNDhUZG52MlB3N3A1b3hCQk1SMVNBMk5yYXp3UlJxUXlCbGlKQ3lIWUFRQ1lRS0lUb1l5bnJrS29UWHl1RzJucVNVZVFBeWhSQVpFc2lFNmV1c2tESWZpcEl2Z1FKRnlud3BaWUdpS1BteTdMYURnME8rRUtLZ2QrL2UxWGVMTmorbDdNc0JnRzdHakJuTittUTFqYlB0MWJNSGV2WHNnYVFEaDlDMWN5ZkxEQUJyMTIxQVF1SitYRHR4SENhV1RUTm05dUVubitQSTBXUW9Tc1hmWGw1Wno5cUJnNGR4NE9EaEdtdmF1VHVxenZVUEh0Z2ZjeDkvQkVNR0RhZ3dKZHZWNDhmaTZ2RmpMZmVMaTBzdzdhN1o2TlNoZzJXYXJoSERCaU9zUnpmTEZHSUFNSDdzS1BUbzNyVkNMNkU1a0ZWN2lyenNXelVQRTZtc3BKcmVjVnY2OU10dmNUWTlBNkVod2JoN3hqU3JiWTRjVGNiSG4zMEZBTGoxcGh0eDR3M1hWQmhpOE1OUHk1bzBCT3QwT2lpS2dLcEtGQlFVMXRpMm9OQzAzOVd0Nm9lbHhqRC9qajNjTDY5ZS8rYkNFRXhFVjZ6WTJGZ3ZLV1dvbERKRUJVSUZZQTY3b1dVaE44Q29xcUxSQVZmS0hBaVJhUTYwUXNvTUtFcW1sREpUQVRLa2xKbFNxODNVQ1pGWldscWFQcUIvLzlJbSt5YXZjR3ZXcnNQWDMvMVlZZDdhbzhlU0FRQWhJVzJydEgvczRRZXNIaWY3L0FVQXdPc3ZQNGYyb1NGVzJ5eGF2QVQ3NGhLdzRJMlgwTFpOMWRQWnNYRUplRy94a2lyYlJ3d2JYT3YzSVNHaHF0SXlOaGt3RGMwb0g0RE56Rk9ubVptSFFWanI0UVpndVlqUDJqUnpBSEQ2ekpsYTYydEprVnUyWWV1MkhkRHBIREQzOFllci9TQzBiZnRPQUVDbmpoMHdZOXF0VmZaWE45OXpRd2toRU55MkxWSlBwQ0hwd01FYWw4TStjdFQwZjdCVGgvWk5Xa05PcnVsM2ZEbU8vMjRPRE1GRWRObUxpNHZ6THkwdERaTkNoQWtwdzZRUVBRVFF5NmlxM3VZMmxZTnVuVU91bEdla0VDa0FVZ0VrQ3lsUENpR1NWWTBtUXlkRVpwOCtmVTQyM1hkQzlUVnU5RWlzL1dzOVZxNytBMEZCZ1JoOTFYQkV4OGJCMGRHeFhnSGs5Sm16QUlBTzdVT3RYckFFWEp4dHd0WEZ4V29JY1hGeHJyTHRwMlVyY0R3MXRkYm5ONS9lUG5zMkEyKysvVjZkYXA1eCs2MElEUWxHNndEVGZMR25UcCsyMmk2d2RXc0FRT0wrZ3lnb0xLeXkwTWNmZjY2djhYa2NkWTRvS2k1R1huNStuZXBxak5Obnp1THpyNzhEQU53ejh3NkVCRmY5SUdObURvVFdMbzdMeXM1R3pMNkVhaC9yV0xiWVNINDl2NmZoUXdjajlVUWF0dnl6SFZNbVhZYzJnYTJydEVsSU9tQ1pRM2praU9xRGNrT2NPbVg2SFFjRStOWFNrZ0NHWUNLNmpDUWxKZm1VbEpUMFVsVTFERUtFU1NCTUFEMUtEUWEvS3JNYTFJR1UwaUNFT0FrcFRTRlhVVklsa0tvQlVsVlZUY21MaUVnZExZVDFjOGgwU1hCeGNjYnpUeitCRjE1OUV4OHQrUkk3ZCsxRlRrNHVSbzRZVnVmWklZcUtpbkFpN1NUYzNkMnFEY0FOZGV6NGNTUWtIcWh6KzhLaUlzVEZKOVdwN2VRYnJnTUE5TzRWQmdDSVQ5d1BLV1dWaXlnSDlnL0hMeXQrUTFGUkVkNWYvQ2tlblhNZlBEMDhvTmVYWXVYcVB4QWJGMS9qOC9qNysxbUMzNGloZytIZzRJQzh2UHhheDhYV2w4Rmd3THNmZkl6aTRoSU03QitPYXllT3E3Rzl1VWM4SVhFL2R1K054cUFCRVFCTUM1NjgvOUdubG9zTHJUSFByaEVkRzRmczdQUHc4ZkZHYm01ZXJUMnMxMTh6QVJzanR5QTlJeE12dmpvZkQ5MS9EeUw2OVlHaUtEQWFqZGkxSnhwTHZqQ3RlbmZOaExGbzM4NzZXWVdHaWtzdy9kL28zVE9zU1k5N3VXSUlKaUs3RXg4ZjcyMHdHSHFwcW1ycDNZVVFQWXFLaTAzTFNkVnh5SUtVc2hqQUNRR2tRSWhVQ2FRcXBoN2RWS05PbHpLZ1o4OVRRZ2hlWVdMblFrT0NNZisxRi9IOEsvTVFGV05hemEwK2l6ckU3SXVId1dDbzlZci9obmpwMmJsMWFsZFVYSXpiNzV5TkR1MUQ4ZDViOCtyMUhINnRmTkU2d0I5bjB6T1FrcHBXSlhoMTd0UUJZMGFPUU9UV2JkZ2JIWXVaOTg2Qmo3Y1g4Z3NLWURBWThYOXo3c2NISDM5VzdmRW5qaHVOTDc3NUhuSHhpYmpqbmdmaDVPaUlzYU92c2d3L2FTcmYvMjhaamlXYmVsQ1BIRTNHQTQ4OGFiVmRSTDgrdVAvZXV6QngzQmlzWGJjQkZ5N2tZUDdiNzhQTHl4TlNsY2pKelVXbkR1MXh6Y1J4bGlXUkt4czNacFRsc2ZjKzlCaThQRDNnNytlSHQ5NThwY1lhWFZ5Yzhjb0xUK09OQmUvaXpObDB6RnU0Q0k2T2puQjNkME51YnE3bEFyMlJJNFpaWGFLNnNlSXRJYmhIa3gvN2NzUVFURVNYdEIxcGFjNU9tWmtEcEpTRHBKUURKVEJJWDFwcW1oRys4cnkyMVpHeUVFSWNnSlJKVW9na0lXV1NScU5KNnR1M2I2b1FvdW9sMW5SWktTZ3N4TWJJcmNqUEw3QnNlL2VEajdGNTZ6Wk1IRDhHL2ZyMGdxN3M5TGMxMjNlYWxsYnUwN3Rubytxd2RqVi9TeGwxMVREOHZId1ZObTNlYWpWOFBUcm5Qb1NFdEVYa2xtMDRmZVlzU2tyMENPdmVEYmZkTXFYR0lRY0FjTTNFOGRDWGxtTDl4czNJeUR3SGpVYXA5VEgxbFplWGo5Vi8vR1c1Zi83Q2hXcmJtc2R2ZTNwNjRQMjMzOFRTWlNzUWw1Q0lyTEllM1p2SDNJRGJicG1NNVN2WFZIdU05dTFDOE9Lei84SFNaU3VRZHVvMFNrcjA2Tml4YnNObmd0b0U0b04zNXVPdjlSdXhjL2RlcEowOGhmUG5MOERUd3gxZCszWENoTEdqRVc1bGJ1REdpazlJUXVhNUxJU0dCRitXQzZNMGh5dHZZa2tpdW1SSktaWG82T2d3cVNnRGhaU0RBQXlTVW9ZSkllcTA2b0tVc2tnQUI2UVErNFdVU1VLSUpOWEJJYWwvcjE3SEdYWmJUSVhaSWFTVTFhZVZKcFNRZEFBdnZ2b203cDgxRTlkZE13RUFjTzVjRnY3ZXVCbC8vcjBCK2ZrRjhQZHJoU2NmbTRPOHZIejh1SFE1VWsra0FRQWNIUjNSczBjM2RPcllBUjA3dElPL254OThmTHpnNGU2T0Uya244ZGpjNStIZ29NVTNuMzlVNDNDSU54YThpNmlZZlZpOGFJSFZFUExEVDh2dzY2cmZLMXlrVjFmbW51Q09IZHJWdXljWUFQTHk4ekg3b2NjZ0pmRDFweDgyK1ZBRnNyMlgzMWlJdVBoRXpIMzhZYXNYVERZWElZUVhBRDJBVWdCcTJaZGRZRTh3RWRuTXZuMzdnb3hHNHlBVkdDU2tIQmdkRTlNZlFyaUpjajFtMWhhQktCdkdjRkFJa1FRcGs2UkdzMTlSMWFTSWlJaGpETHVVZHZJVWxueitEUTRjT2d3cEpWeGRYREJ0NmsyNDZjYnJMVDIrQXlMNklUSHBBRFp0K1FlNzkwWWpPallPMGJGeGxtTm90UnE4OTlZOGZQZkRVa2dwY2RYd29mVWVEL3ptMisvaDhKRmpjTlRwWUZSVm5EdVhCY0IwY1YxTGMzZHp3N1VUeDJQbDZqL3cyKzkvNHM3cFUxdThCbW8raHc0ZlJWeDhJb0xhQkdMWWtFRzJMc2R1TUFRVFVZdlprNVRVV2xOY1BFNEZ4Z2hndE1Gb2JBZWd0aUVOcXBUeUFJVFlEV0NQVmxGMjkrM2JONTVqZGFrNmJZUGF3TXZMRXlIQmJURit6RWlNR3pNU3pzNFZaMllRUWxqbUVWWlZGY2VTVTVCMDRDQlNUNlRoNU1uVEdENTBFRUpEZ3RFenJEdjJIenlFNmJmZFhPdnp1cnE2d3RQVHc3S3FYRWpiSUVSRngwSlZUWi9MSEIwZE1XTFlZSnVGbEdsVGIwWjBiQnhXcnY0RGd3ZjJSK2RPSFd4U0J6V3RrcElTZlBqSjU5QnFOWGp5c1RtWDFhSW96WTNESVlpbzJldytjTUJYVTFBd0JzQVlDWXdXUW5TdDdURlN5ck1DMkExZ3R4Qml0MWFyM2QyblQ1K0MyaDVIbHd5YkRJZW9URlZsbFFVdkd1cndrYVBvMHJsVEkycFJvYW9xTkJxTnpaZTNUanQ1Q2s4Kzh4SjhmYnp4d1R2enExMlpqT3pISjU5L2pmVWJOMlAyUFhmaWhtc250dmp6Mi9Od0NJWmdJbW95VVZGUm5sSlJSZ29weHdBWURhQVhhbnFma2JJUVFBektRaStBM2YzNzl6L1JFclZTczdra1FqQVJ0UXg3RHNFY0RrRkVEUllWRmVVaWhCaWhBbU1BakpaU2hnc3BhN3FJclFSUzdnUVFLVFdheVB5K2ZYZHpubDBpSXJJRmhtQWlxck1qUjQ0NFhzalBIeUtNUm5OUDd5QUpPRmk2ZWl1ZDZwVlNHZ1VRQlVXSmxFQmtLMi92Zjl1M2IxL2N3bVVURVJGVndSQk1SRFdLaTR0ek5SZ00xMGtwYjhuSnpiMVdBSzQxWE1RbUFTUklJRklCSXQzYzNMWjA2OVl0cndYTEpTSWlxaE9HWUNLcVl0ZVJJeDRPdWJrM1NDbHYwWmVXWGkyRWNLb2grQjZCbEpzQVJCcGRYU01IZGUrZTFZS2xFaEVSTlFoRE1CRUJNRjNVSm9TWUlxVzhCYm01NHlXZ3M2eklWbzZVTWswQWtWSlJJalhBeHZEdzhOTTJLWmlJaUtnUkdJS0pybUJKU1VrK3hjWEZOMHNwYjVHbWk5dTAxbnA4cFpTSEljUnlqUkRMd3lNaTRxb2VpWWlJeUw0d0JCTmRZV0pqWTcyTVV0NEpWWjFTVkZ3OEdnQ3E2ZkU5RENHV1E2TlpNYUJ2MzlpV3I1VHNWSVVWKzZTVUdVSUlmMXNWUTBUTlIwcVpVWG1UVFFwcElJWmdvaXVBbEZLSmlZa1pMNEZaUmxXOUVZQ2oxVEcrVWg0RXNCekE4Z0g5K3llMGNKbDBlWkVBcEY2dlQzUjBkQnhqNjJLSXFPbnA5ZnBFbEwzV2JWMUxRekFFRTEzR1ltSmlRbFZWblIwVkhYMlhFQ0s0bW1ZSElNUnlxZEVzSDlDblQyS0xGa2lYTzFsVVZNUVFUSFNaS2lvcU1vZGd1OFFRVEhTWjJaR1c1dXlRbVhtclVOVzdWU2xIVnpmVVFRRExoQkMvUmtSRXhOdWtVTHFjbVh1RzVPN2R1LzgzWWNLRUI0VVFPbHNYUlVSTlNyOWp4NDRmVU83MWJ1TjY2bzNMSmhOZEp2YnUyemNRUnVNc0llWHRFTUt6OG40cFpaNEFsaW1LOGsxNGVQaE9XOVJJVndSUjlxVkIyZExKbVptWkw3UnExV3F1YmNzaW9xYVVtWms1ejkvZmZ4RXVMcGxzaEoyRllZWmdJanNXRlJYVkNvb3lVNnJxUFVLSW50YmFTR0FIaFBoYXFPclAvZnYzTDJ6cEd1bUtwSlI5YVFFNFRKdzQwZTMzMzMvZjV1RGcwTkhHZFJGUkU5RHI5WWs5ZXZRWWUrellzU0tZQXJBQmdGcjJaVGNZZ29uczBONzQrQTVDcjM4T1F0d0p3TkZLa3d3QTN3dmc4NGlJaUtNdFhCNlJnQ2tFYTJBS3dycW9xS2hSRVJFUnEyeGJGaEUxQVdOa1pPU0VzV1BIeHNEVUMyeUFxUmRZaFIzMUFnTU13VVIySlNvcXFoZUFseURFelRDRkRBc3BwVkVBZndzaHZzNE5EMTh6V2dpRGJhb2tzZ3lKTVBjR2F3RTQ5T3ZYei9udnYvOSsxcy9QYnc1TUFabUk3SWN4TXpQenM0a1RKODZQalkwdDN3TnM3Z1cycTZFUUFFTXdrVjJJam80ZUk2VjhCa0pNcUx4UFNwa3NGT1ZiMWRIeHE0RmhZV2R0VVIrUkZlWEhCcHQ3aExVQXRHdldyQWtMRHc4ZjYrSGhFZUhpNGhLdTBXaGEyN0pRSXJMT2FEU2VMU3dzak1uTnpZMkppWW5aT0duU3BDUmNETDdtSG1DN0d3dHN4aEJNZEltU1VvcVltSmpKWmVGM2tKVUd1d0VzaklpSVdDMkVzTHMzSDdvaW1IdUR6VU1qS244cHVCaVcrZmVJNk5KU2Z0WUhGUmNEYi9rdjh6aGd1L3dieERjZG9rdk1aaW0xSGpFeE15VHdOSUR1VlJwSXVVRUlzVEFpSWlLeTVhc2pxamR6RURiM0NpdmwvaTBmZ3N1M0p5TGJrWlZ1bTBPd09RaWIvelZ2dDhzQURQRE5odWlTc1NNdHpWbVhubjYvQlA1alpXRUxWUUtyb05HOHlTV015UTZEK05oTEFBQWdBRWxFUVZTVjcrMHRIMzdOL3dMOGUwUjBxWkhsL2xWUk1RemI3ZHpBNWZGTmg4akd5cFkwbnExSytib1FJcURTemxJcHhJOEtNSit6UEpDZEt4OTJLMzlWYmtORXRtV3RON2h5OExYckFBendEWWZJcHFLam82OVdwWHpIeWh5L0JSTDRVcWZWTHVyVHA4OUpteFJIMUR5c2hWNytMU0s2TkZrTHZIWWZmczM0eGtOa0E5SFIwZDFWNEZNQmpDeS9YVXFaTFJUbFkyZEh4dy9Ed3NLeWJWVWZVUXZpM3lHaVM5dGxFM29yNDVzUFVRdUtpWW54VTFWMVBvU1loWXJ6L0paSTRFTjNWOWQ1M2JwMXk3TlZmVVJFUkZjS2htQ2lGbEIyMGR0VEVPSXBBRzdsOTBsZ21kVHBuaHJZcTFlYWpjb2pJaUs2NGpBRUV6V2pzcmwrNzVMQVBBQkJGZllCVVJvaEhnb1BENCt5VVhsRVJFUlhMSVpnb21heU56WjJHSXpHejZ4YzlKWWloWGh1UUhqNHp6WXBqSWlJaUJpQ2lacmF3WU1IM2ZNS0NqNFJ3SjNsdDBzcGM0V2l6SGQyZEh3L0xDeE1iNnY2aUlpSWlDR1lxRW50alkwZEpsVDFGd0J0ek51a2xBWUJmR2wwZFgxcFVQZnVXVFlzajRpSWlNb3dCQk0xZ2VQSGp6dGxaV1c5RFNFZVFiblhsUVQrY3RCb0h1L2J0KzloRzVaSFJFUkVsVEFFRXpWU2RIUjBoQVIrQnRDcDNPWk1LY1RzQWVIaGEyeFZGeEVSRVZXUElaaW9nVFpMcVhXUGpuNUZBczhKSVRUbTdSSlk0K0xrZEE4WHV5QWlJcnAwTVFRVE5jRGV1TGl1d21CWUJxQ1BlWnVVTWd1SzhnaG5mU0FpSXJyMEtiVTNJU0l6S2FXSWlvcWFLd3lHT0pRUHdNQWFqYUowWndBbUlpS3lEK3dKSnFxalBRa0p3YUtrWktrUVlsaTV6ZWNGOEg4UkVSRS8ycXd3SWlJaXFqZUdZS0k2MkJzVE0wMm82bGNRd3NXeVVjcTFqbzZPOS9icTFTdmRocVVSRVJGUkF6QUVFOVZBU3FsRVIwZS9BeUdlTExmNWdnQ2VpSWlJK001bWhSRVJFVkdqTUFRVFZTTXFLc3BUQ3ZHckFNYVp0MGxnazBhSW1lSGg0YWR0V1JzUkVSRTFqdGJXQlJCZGl2Ykd4WFZGYWVsYUFYUTBiNVBBMi8zRHc1OFZRa2hiMWtaRVJFU054NTVnb2txaW82TW5TbUFGQU5leVRTVUNtQjRSRWJIU2xuVVJFUkZSMCtFVWFVVGxSRWRIUHkrQlAyRU93RktlVVlRWXhBQk1SRVIwZVdGUE1CR0FIV2xwemc0WkdUOEs0S1p5bTNjcFFrd0tEdy9QdEZsaFJFUkUxQ3dZZ3VtS0Z4Y1gxMVpmV3JwT0NCRm0zaWFCSC9MRHcyZU5Gc0pneTlxSWlJaW9lVnhXSVhqSzluZDZHbzI0Um9FY0pLVVlMQVNDYkYwVDBaVktTcHdTUXU2U0Vyc1VyVmkzYXRoVGliYXVpWWlJeU95eUNNR2pOci9xNUttNHZpcUF1UkRRMkxvZUlxcEV3Z2lCdDlOY1BGNko3djlBcWEzTElTSWlzdnNRUE9tZmQzb0x5RjhFUkZkYjEwSkVOWk1Tc1VJclovMDI3T2w5dHE2RmlJaXViSFlkZ20rSWV0VkZVK2dTRDRpT3RiY21va3VEUEpibTR0bWRQY0pFUkdSTGRqMUZtcWJBWlQ0RE1KRzlFUjNiRnVTK1llc3FpSWpveW1hM1BjRlR0cnd6UkNyeVgwRFlkWkFudWpKSlZVck5pTlVqLzdQRDFwVVFFZEdWeVc0RHBLckl4eGlBaWV5VlVJUlE3N2QxRlVSRWRPV3kyeEFwSUxyWnVnWWlhamdKOERWTVJFUTJZN2NoR0ZLMnMzVUpSTlJ3UWtxR1lDSWlzaG10clF0b01DRThiVjBDRVRVQ1g4TmtZcmZYcGhCZFlhU3RDMmhxOWh1Q2lZaklIZ2tydHhtRWlTNXRFcWJYcWF5MHphNHhCQk1SVVVzb0gzZ3JmMVZ1UTBTWGhzcWh0L3lYdFRaMmhTR1lpSWlhVy9uQXE2U2twUFFLQ0FpWXFOVnFCMm8wbW9GQ2lEWTJybytJYWlDbFBHMDBHdmNZREliZDZlbnA2OXUxYTVjQVUvaFZ6VTFzV0Y2RDJlK0ZjVVJFWkE4RVRIOXJOQXNYTG5RckxpNWVFQm9hdXNmSnlXbStWcXVkekFCTWRPa1RRclRSYXJXVG5aeWNGb1NHaHU0cExpNStjODZjT1U0QU5EQzl2dTN5TEk1ZEZnMEFrLzk1eHk0L2RSRFJSYjlkOVpUZHZnZFJuWmdEc0pLY25Od3ZORFQwUjBWUk90dTZLQ0pxUEZWVjQwNmZQdjFBY0hCd0RFdzl3aXJzckVlWVBjRkVSTlFjTE1NZlB2NzRZNDkyN2RvdFpRQW11bndvaXRJbktDam9wMGNmZmRRWkYzdUQ3YXBqZ3lHWWlJaWFtaVVBQTlETW1qWHJkU0ZFQnh2WFJFUk5UQWpSNGEyMzNub0ZGWWRGMkUwUVpnZ21JcUxtWUw0SWJxaXpzL09EdGk2R2lKcUhzN1B6NDZtcHFjTmdoMk9ER1lLSmlLaXBXWHFDQXdNRDU0Qi9hNGd1WjBycjFxM3ZBWHVDaVlqb0NsZCtQbUJGVVpTdXRpeUdpSnBmMmV1OGZFK3dYUVJoaG1BaUltcHFsbGtoTkJwTmlLMkxJYUxtcGRGb3VxRHNOUTg3Q2NBQVF6QVJFVFVQQVVBSUlUeHNYUWdSTmEreTE3bGREWVVBR0lLSmlLanAyZFVwVVNKcUVuYjN1bWNJSmlLaTVtQjN2VUpFMUNoMjk1clgycm9Bb3N0WmhFOEhPR3QweURjVVk5LzVsR1o3SG8xUTBOckpDd0JRcWhxUVVaTGJiTTlGVkF1NytpTklSTTFDd0E1V2oyTUlwaXVDaTBZSENhRElxRy9SNTUzZGNReGFPM2tocFNEVGFnaStPWGdRTnAxTndJWFN3a1k5ajYvT0RSLzNud1VBU0NuSXhCTXgvMjNVOFlpSWlDNTNETUZrYzIxZGZESGNyL0d6S01WZk9JSDlPU2VyYkhmWE91R1ZYcmZDUWRIZzljUVZ5Q3JKcTdEZlJhT0RSbWpxK1d3U2VZYmlSbFFMM05WK0pDYTNIWUJyMnZURGdxUlZPSmFmM3FqakVSRVJVZDB4QkRkUWUxYy92QmQrbCtYK0R5bi9ZR1hhbm5vZjU5YVF3WmdlT3R4eS84bVkvK0o0UVdhdGo5TUtEUWI2ZGtRLzcvYm82QjRBSDUwYlhMV09BQVQwcWdFNXBZWElLTTdCNGR3ejJIbnVNSTRYWkZnOWpwZURDNzRkUEtmZWRRUEF5clE5K0NIbG53WTl0cnhnRjEvY0ZqSzAwY2N4U3RWcUNINmc4M2gwZEFzQUFMelY5dzY4bnZBclRoU2VzK3gvUG13S3dqeUQ2L1ZjeFdvcHBtMy9zTUcxdW1vZE1iaFZGd0NtWHR6NWZhYmhreU4vNDUrTUF3MCtKaEVSRWRVZFE3Q2RVU0J3VFp0K3VDMTBLTnkxVGxiYmFEVTZ1R2gwQ0hUeVFoK3ZVTndhTWhoMzdGaU13bVllQ3ZCVzN6dnEzTFpVTmVMRitKK2JzWnFMdmp5NkNjRXV2Z2h4YVFWZm5SdmU3SE03M2toY2djTjVaNXJzT2Q3dGR5YzZ1Z1hnUU80cFBCKzN0TmIyQllZU1BMUHZSN3dRZGhPNnVBZENwMmp4Uk5mcjBNYlpHeituN21peXVvaUlpTWc2aG1BNzRxcHh4SE5oayt2ZGF3a0FvZ1d1VmVuaUhsam50cVhTYUhYN0g2ZWlzU1ZqZjUyUDA4T3pMV1oxR0Yxam01elNRcndjL3d0ZTd6MFZJUzZ0NEtaMXdtdTlwK0xOeEpWSXpFbXp0Q3RSUzdFdDQyQ054K3J0SFFKL1I4ODYxMWVUM05JaXZCei9DNTd1TVFuaDN1MEJBTGVGREVVYloyOHNQclFPaG1wK1JrUlVWVWxKQ1hKeTgrRHYxNnJhTnVleXNxRnpjSUNIaDNzTFZrWkVseXFHWUR1aFFPQ0ZuamVodTBkUWhlM0g4dE1SbFgwTXB3cXpVV1RVdzFGeGdMdURNOXE1K2lITUt4aHRuWDNxOVR4UjJjbjQrOHkrT3JVOVUzU2hYc2N1VDByckY0MmUwK2ZYYTJ5c3Q4NjFUdTNNUVhoK24ybG80K3dOSjhVQkwvVzhHYThtTExlMHlUZVU0Sk1qZjlkNG5LZTdUMnF5RUF5WWd2ZjhwRlY0ck91MUdPSFhEUUF3d3E4N0RLcUt4WWYvYXJMbklicmM3WTJPeFR2dmY0eDc3NTZCU2RkZGJiWE5kejhzeGZhZHUvRHQ1eC9EeTZ0cFhzZXFxaUkzTjYvSmpsZVR0ZXMyNE05MUcvREdLOC9EeDl1cjJaK1A2SExIRUd3bnJtN1R0MElBemkwdHd1TERmeUU2TzduR3gzVjBDOEFkN1ViVStYa3lpbk1RVmNzeHF6TmwyN3UxdHZuZjBQK0RpMGFIQWtOSm5ZL2J5YTAxRkNGUW9ocVFXb2Z4MHRYSktTM0Vxd25Mc2FEdmRQanEzSEM4SUFNcGpUaGVVekZLRmU4Zi9BUEZSajNHdCs2TnM4VTUrRi9LTnN2K1cwT0d3RmZuVnVNeG5EVTZ5MjFmUnpjODJHbDhyYzlicWhyd2RmTG1oaGRPZEFtSjNaY0FBQWp2Mjl2cS91TGlFdXlKaWtIblRoMGJIRmp6OHd0d05qMGRxU2RPNGxqeWNSeE5QbzdqS2FudzlmSEJaeDh0YW5EdGRaVjI4aFJPbmpxTjcvLzNNeDUvNU1GbWZ6NnFuVjVmaWxmbkxVUnEya2s4OGVoRDZCL2UxOVlsVVQwd0JOdUo4YTBydnJFdjNQOGJEdVNlcXZWeHgvTFQ4WHJpcjgxVlZyMDRLZzV3S1F0cldmcThXbHBmOUVhZjIrQ2tPT0JFNFRrOEZ2MWRvMnJJTE1uRnF3bkxjWGY3a1ZoMDhJOGFwMHhyNytvUEo0MEQ5S3FoMldkdWtBQ1dIRm1QYkgwK0lzOG1Ja3VmYjlrMzNLOHJRbHlxUDhWYm1idldHUk1EKzlUYXJsZ3RaUWlteTRMUmFNVHVxR2dFdFFsRTI2QTJWdHRzL3VkZmxKU1VJTGh0RUJLU2FyNEF0VzFRSUx5OVREMnR2NnhZamQxN28zRTJQUjM1K1FVVjJybTRPS056eHc1bzN5NFV4Y1VsME9rY1VLS3YyN1VYampvZEZPWGllbFZaMmRuSXlhMzVmWEhJb0FIWXNHa3p0dnl6SFNPR0RZRjNEYjNCaWhCb0Z4cFNaZnVwMDJmd3hOTXZ3dFBUQTRzWExZQ3prL1ZyUzZodVRwMCtnNlFEaHdBQTI3YnZ0R2tJTGlrcHdSTlB2NGowakF5OE0vODFkR2pmem1hMTJBdUdZRHVnRlJxMGMvV3ozRTh0eUt4VEFMN1UrSlFidXBCZGtsOUR5K1oxc2pBTDg1SlcxdHJ1OFc3WElzU2xGYzRXWDhCRGU3OXFnY3JBaStLSUdpQTJMZ0Y1ZWZudzh2VEVWOS8rVUdIZmJiZE9nWnVySzM1ZnV3NEFzREZ5S3paR2JxM3hlSTgrZEIvR2pSa0pBSEJ3MENMNy9IbUVoZ1FqTUNBQXlTbXBTRDZlZ2xkZWVMcEtyL1BlNkZqTVcxaTNIdUVYbi8wUEJrVDBzOXhmdFhvdGZ2K3o1dUZZNWIwKy81MGE5MnUxV3F4WVdySFR3R0F3WXRHSG4wQ3YxK09KUng5czBRQnNOQm9SbjdnZnUzWkg0ZDY3NzRCT3A2djlRWmVBMnVvT0RRbkc5ZGRNUU5xcDA1Z3k2VG9iVlduaTZPaUlKLy92SVR6OXdtdDQ5NE5QOFA3YjgrRG82R2pUbWk1MURNRjJ3RXZuVXVIKytVWXVyTkRjMmpoN1E2OGFjSzdTZkx6K1RoZFBRVmJlZHlYeWNIQkdibWxScmUyZWl2MFJTaTBYTnJaeThzQkhFZmNBTUgxSWVuYmZUN1VlOTVKZnlvZW9qdjdlRUFuQU5Gd2c3V1RGRG9KSjExMk4rSVFrbkRwOUJuMzc5TUt3SVFPclBVNWkwa0ZzM2JhOXdwcDNVeVpkVnlIY0xQbmlHeVFmVDZseFNJVy92eC9haFZxL2dEa2xOUTBaR2RVUHc1b3dialRhQkxhMjNDOHBLWUhCWUlTTGl6T0VxUG8rWURBWVVGaFlCQ2NueHdvQlRhT3BPdmY1cjZ2VzRGaHlDaVpkZHpWNmRHdjgzT3oxY2VqSVVidzY3eTBBd04wenA3WG9jemRHYlhVcmlzQjlzMmEyZEZuVjZ0U3hBMjZlZkQxK1diRWFQeXhkanRsM3o3QjFTWmMwaG1BN1VHU29lSG90eU5uYlJwWFV6Rm1qd3dPZHhtR0VmM2RzeXppQUR3NzlXV0Yva012RmkvVE9GamY4b3JyNjhOYTVZbnJvY0h5VHZMbkZWNHVyeWUyaFEzRnRtM0I4Y25nZGRtY2RyYkd0WGpYVWVqeTlzZFJ5VzhJMDFJSG9TcENla1ltOTBiSG8zU3NNVHozK0NBREFZRFRpMFNlZkFRQzRlN2pqaDU5K2dhSUlQSER2WFJVQ1ptVkdneEZidDIxdjlHdzYvZnYxd1FPejc3YTY3L092dnNPZmYyK3M5ckhEaHd4Q245NDlMZmRmbmZjV1l1TVM4Tk4zWDhEVjFhVksrMTE3b3JEZ25ROXc1L1RiYXV5SkxDb3V4cHExZjBHcjFlS215ZGZYNDdzaGUzUGo5ZGRpemRwMStIdkRKdHg2MHlSNGVuall1cVJMbGxKN0U3SzFBbU1KenBRTGpYNk9IcmpLdjdzTks3S3UyS2hIUjdjQUtCQVk0ZCs5eWpqV051WENlMXJCdWNvUGIzTE9HaDFlN25rTHhyWHVoYmY2M29FQXArYS9lcnN1aHJYcWl0dENUUE04UDl0ak11N3BNQW9hd1pjaVVVUDh1bklOcEpTWWZNTzE4UEJ3aDRlSE93NGRQb3I4L0FLTUhqa0NmLzI5RVdmT3BtUE15S3RxRE1EQXhiTWoxbnBjVzRyQmFNVDVDeGNzWHdhRDZVUHdoWnljQ3R2Tlh3VUZwak9EeGNYRkZiWlhIcis4ZmtNa0Nnb0tNWHJrY010NDU4dWRsQktxcXRxNmpCYm41dWFLQ1dOSFE2OHZ4Ui8xR0dKekpXSlBzSjNZZERZQk04ck44dkJ3NTRsd0VCcHNTayswWVZVVlNaakd0TTd0ZmdNVUNFeHZOd3dMOTYrMjdHL242bSs1ZmFJd3E5bnI4ZGE1d3RQQjFITVM3T0tMZC9yTndNTDlxNjJ1S3RlU0VuUFNzRC9uSkhwNHRnVUFUQXJxajA1dXJmSDJnVFhJdWNTSHVoQmRTczZkeThLbUxmOGdOQ1FZUGJwMXdma0xGK0R1NW82MWY1bis4UGZzMFEzdmZ2QUpBTk5VWmo4dVhWN2xHQjA3dE1PUVFRTUFBTElzTUprdldNdkx5OGU5RHoxV29YMXBxZWtzeXpNdnZBcFI3c1ByZFZlUFI0L3VqUjlpY0N6NXVOWHh2bk1lZTZyR3h5MWZ1UnJMVjE1OHYrM2RLd3h2dlB5YzVmNm1MYVlaWnlhTUhXWDE4ZWZPWldITjJuWFlGNTlvR3E0aEJGcjUraUM4WHgvTW1qbTlRdHU4L0h4czJMUUZVZEd4U0UwN2ljTENJcmk2dUtCTDU0NjRlZklOQ092UnpkSjIxWnExK082SGlnc0kzWDduYk12dFY1NS9DdUg5K2xqYXRRc053WWZ2enJkYTQyTnpuMGRLNmduY2Z1c1VUSnQ2YzVYbkNHb1RpRTgrZUJzcmZ2c0Q2OVp2Uk9hNXJBcHRtNk51QUpnNjQxNlVsSlJnN3VNUFk4U3dJVlhxenN2UHg1L3JObUJ2ZEN4T256Nkw0cElTZUxpN28wdm5qcGd3YnJUVmkrbU9Ia3ZHZjU1OUdRRHczWmNmbzFSZmltVy8vb2FZdUhqazV1YkN4OGNIVncwYmpOdHVtV0oxZlBYRThXT3dadTA2Yk5xOERYZmNmcXZWbnljeEJOdU4zMDlGWTFSQW1HWGVYNTJpeFNOZHJzWncvKzc0OXRqbUNzc0EyOUwyYzRkd2E4RmdoTHI2WVpCdlozUnlhNDJqK1djaEFIUndNNFhnUW1NSnN2WDF2ekN1dXJtRnEzTzY2RHllai9zSnIvV2VDbjlIVDdocm5mRmFyMXV4K05BNmJNdTAzZkxFT2FXRmVDWGhGOHpwUEJHakE4SUFtQmI5V0JRK0V3dVNWalg3VEJSRWx3c3ZMeStFQnJmRnROdHV4b3JmL3NEeWxhc3g5L0ZIc1AvZ1lZUjE3d29mSDIvb2RBN1FhQlJFYnQxbTlSaGpSbzZ3aEdEVkVvSk5QY0ZhQnkwR0Q0eXd0RFVhVmZ5N1l4Y0FvRmRZRDdpNVhiellOelNrL29zWVdlUFhxaFh1dnZQaTJOTU5tN2JnMU9renVPUDJXK0RnNEZDbC9ZbTBrNGpjc2cwUi9mcWdWODhlbHUzbEZ3M0p5YzFGNm9rMHVMZzRvMVBIRGxXT0VSMGJoNFh2ZmdDOXZoUTZuUVA4V3JWQ2JsNGUwazZlUWtibXVTb2grS25uWHNHWnM2YjNLVjhmSDdpN3VTRTlJeFBSc1hHSTJSZVA1NTU2SElNR21INXVicTZ1YUIzZ0QzMXBLYkt6endNQUF2ejlMTDN0amsxOGNkNnlYMWRoNlM4cjRlUGpYYVhIMnhaMUorNC9nSVh2Zm9pOFBOUGZQRmRYRjNoNWV1TDhoUXZZdlRjYXUvZEdZOHpJRVhoMHpuMFZaZ3NwNy9qeFZMejc0U2NvTGk2QnA2Y0hEQVlqTWpJeThldXEzNUY4UEJVdlAvOVVsYk1YYllQYXdNZmJDMW5aMlRoek5oMkJyUVBxK0JPOHNqQUUyd205YXNCckNjdnhldS9iRU9oMDhZWGQxeXNVNzBmY2hhM3ArN0g4eE00S3d5WWF3dC9KRS8xOXFyNUpWcFpUV29namVXZXQ3dnM1ZFFlZTZYRWpBT0NPZHNQeFd1S3ZDSEwyc2N4bGV6aTNmc3NWYTh0Nld3eXkvcWUxemhibjRMbDlTL0Y2NzZrSWN2YUJWbWp3UkxmcjRPL2tnUlZwdSt0OXZLWmlrS2JGTU5LTGMzQjc2RkFBZ0svT0RmUDdUTU5iKzFjajV2eHhtOVZHWkMrMFdnMWVlT1pKdEdybGk4TkhqZ0VBZkgyOThlV1M5NUdibTQvMjdVTHcvdHR2NHFkbHYyTExQOXV4NU1OMzRPVnBHaGFWbDUrUEJ4NTVzc0x4ekNGWW96SDlhWFIyY3NLVC96Zkhzbi9uN3IyV0VEeGorbFIwYUJkYTRmRjdvMk1iL1QzNWVIdGg5TWpobHZ0eDhZazRkZm9NcnJ0NlFyVmpnaU8zYkVPUDd0MnFIUk9ja0doYWhiTm5qKzVWZ3BiUmFNVGlKVjlBcnkvRjhLR0Q4Y2lEOThMWjJSa0FrSjE5M3VxSEJ3Y0hCOXc1L1RhTUhUM0NFalJ6Y25NeC82MzNjZkR3RVh6OTNZK1dNRGwrN0NpTUh6c0srdzhld25NdnZRRUErTENacG1iTHk4L0htclhyOE54VGoyUHd3UDRBZ0lMQ2kyZlhXcnJ1VTZmUFlONkNSU2dxTGtiWExwM3d3TDEzbzJNSDA3UmxoWVZGV0xOMkhYNWV2aEtSVzdmQno2OFZwdDkyczlYanZQL3haeGd4ZEFobTNuRWJYRjFkVUZoWWhDVmZmSTF0MjNjaFpsODhvbVBpMEQraWFtOXlyNTVoMkxwdE94SVM5ek1FVjRNaDJJNmNLOG5EM0pqdjhWRG5DUmp1ZC9HMGpRS0IwUUZoR0JuUUExdlNrN0FzZFNjeVNuSWE5Qno5ZlRyVUtRVEhuaytwZHY3aFhWbEhrSnlmZ1E1dS91anIzUTQ5UE5zaXhNWFhzbjkvUGFkMzB3alRWYzROWFVZNFc1K1BGK0ordGl5YkxBRDA5Z3JGYnlmM3d0aUFZTjJVbHAzWWdjeVNYTXpwUEFFYW9TQ250QkRKVjFCUDhONm9LTXQvVkdFZWtpbUV1Y3ZmMHZVdkw1NEdrRFcwdCt5WEZVOGJ5RWExdDFKVGZkdlg0M3RvaXUrNXh2Ynk0djZMeHloN3JMWHZvYjd0alVhamxGSkNyOWNyK3BLNkw0clRVSzFhK1ZiWjV1dmpBMThmMDFtekFIOC9LR1VmcEYxY25DMUIwbWlzK241aUtOdW0xVmFkV1FFQS9pcDNRWnVxcWpBWUROQnFXK2JQNk5aL2Q4RFJ5bW52WThkVGFuMnNlY1lNYTczVldkbm5jZUdDNldWNDdkWGpMUUVZQUh4OHZISExsRWxWSHJQZzlaY3E5SUlEZ0tlSEIrNitjeHFlZmVsMXBHZGsycVQzTVRjM0Q3ZE1tV1FKd0FEZzZuTHhnME5MMS8zRFQ4dFFWRnlNb0RhQmVPUGw1eXBNVitiaTRvemJiNTBDbzlHQVgxYXN4cW8xYTNIRHRSUGg3bDUxWWFTUTRMWjQ2UDU3S2p6MjBZZnVRMnhjQXZMekN4QVZFMnMxQkxjTERjYldiYWd5WXdwZHhCQnNad3FOZWl3NitBYzJweWZobm82akt5eUxyRUJnVEVCUFhPWGZIYXZTOXVEWHROMTFtbG1nT1N3N3NRUFA5WmdNQUpqUmJnUXU2QzllcEhHZ0htTnluUlFIeTNYYVJjYUd6M2lRVTFxSUYrT1c0ZlhlVTJHVUtoWWtyYXB6QUc3dXFjUWkweE54UVYrQU9aMG40UFdFWDNHaGJGeXdWbWdzdmVDMTBXa3VuaVlWTVAzYzZzb29WWlEyOEFOR1l3a2g2blRaY24wdlZMclUycmZFYzlTMXZkVldOVHkyM3UyRmdKUVNpcUswV0VCc0t1YUwwS3pWZmZSWU11SVNraXozUC8zaVc3aTV1ZUs1dVkvRHlhbnhjN0dxMHZ4NXhmclA5dk92R3I1UVVHN1pJaHdlSHU1VjlubDVla0tyMWNCZ01DSnl5ei9vMXFXVDFlblZ5cXNjSkFIVDU2THkyN096ejl1azkvR2FpZU9xM2RlU2RSY1ZGMk5QbE9uTXdDMDNUYXAydnQ0YnI3OFd2NjVhQTcxZWozM3hDVmJIRkUrKzRkb3EyeHdkSGRHN1p4aDI3TnFEcytrWlZvOXQvbjNYdGdqTGxjeSszcUhJSXViOGNleUxTc0dvZ0RCTURSbFNZZVlEcmREZzFwQWhHTnlxQzk3ZXZ4b25pN0pidkw0OVdVZHhMRDhkSGQwQzBOMGp5Qkk0OWFvQmgvUHFQaHpDMWVIaXFhZUMwdUpHMVpSbktNSkw4Y3VnRVVxZHBoQnpVRXd2ajVib0xZNDVmeHdQN3YycVFtLzNuTTRUTEdPRzZ5UFUxUTlMaHoxV2U4TXlPODhkeHRzSDF0VDdlWWpzVFVtSkhrWEZwdmVSWWl1OTFIcTk2WDNCd1VvSVhycDhKVFFhRGZyMENrUE12bmg0ZXJnak9qWU9MNzIrQUs4OC81VFZnRlVmcFdYUHJYV28rTnlLb2tCUkJENTRaNzdWVS9IeGlmdnh4VGZmdzZHYTNtc0F5QzBiaitwcEpRVHJkQTZZZk1PMStIWFY3OWdZdVJYeENVbTRadUk0akIxMUZUdzlxLytNbXBDNEh6SDc0bkhpNUVtY1BadUI5SXhNeTBXRHdNVVBGQzNKMmNrSnJYeDlhbXpUVW5Xbm5raXpuRzNvMmFQNjJaemMzRndSMkxvMVRwMCtnN1NUcDYyMnFXNFZSRjhmMDR4TDF2NHZBN0JNalphWHh4QmNIWWJnUzB4OWVoMVZTRVNtSjJKTGVoTEd0TzZKcVNGRDRPZDQ4VTByMk1VWGIvVzdBNjhtTEs5Mi9HNWxmNTZPeFpmSE50V3phdXQrT2JIVDBodHNuZ0lzL3NLSmV2Vk90OUpkZk5OdXlNVjBsZVViNmg2a0hjdENzRUZ0bVY3U2hnNzNzR3RTZWdHQVJxTVI1Zjh0Znp2ZmZKVVNBRTFCZ1FBQXBXeGIrZmJtYlVYbDJpdEZSUlhhbDc4dHlycmNTc3J2S3ltcDB0N2NydncyZmRrMm9kZFgyMDZVNjlJck5iY3ZMYTNTdm53NzgyUHIydDU4MjFCK204RlFiYnVHdGdjQVExbW5zREFhcTIwUFFKUWFERUt2MXl1NUJRWGFDMWxaRGdEK3dDV2k4aGpneXZMeVRlOHhMaTdPRmJiSHhTY2lLbm9meG82K3l0SkxQR1A2VkxSdEc0VFZ2LytKNTE1K0E2KzkrRXlqYWpPSGM1MU9CNFBCZ05LeU1QYlVrNC9XK0xoaFF3ZGgyTkJCbG1NNDZoeFI3cjhxZ1BJWC9Gay9zM1RuOU5zUUdOZ2FTNWV0UUVibU9mejN4NS94NDlMbEdEMXlPR2JlY1Z1RmVXWnpjbk94NEowUGNPRGdZUUNtNEJrVTFBWUQrNGZEMzY4VlZxMVoyNER2dm1uVXRJQkpTOWRkZm9vNmEwTWN5ak1QMlNncXNyNTRVblZuR2l3WFNsWVRITXkvYjJ0RGY4aUVJYmlCakpWbUttam9QSytWSjJWdnlQQUZGUklienlaZ1MvcCszQkFVZ2R0RGgwSlhGdUJjTkk1NElld21QQmI5WFl0UHYxVytOOWhzZDlhUmVoMmovQ3B6bVNXNVRWWmJYVGlXRFNtdzFaQ1NoSnphUHpDNGFIVVk0WGV4bHlHbElCT0hjcTMzSmxUSGxtT1ErL2Z2MzdEQjYzUXBVOHErSEFEb1pzeTRkRmFzdXU3cThWVk9TM2ZxMk41eSszaktDUUNBYjduZVJJUEJnTSsvL2k4VVJlQ1dLWlB3Mis4WEZ3R2FOWE02aW9xS3NERnlDdzRmUFZick1JS2E1T2FhM3Q4ODNOM3g4L0pWRmFZN3E0LzMzM216eWdWNzVoQlcwMm54Y2FOSFl2UlZ3N0VuS2haL2I5aUUyTGdFYkl6Y2lvVEUvUlV1Q0Z1ODVBc2NPSGdZUVcwQzhjaERzOUd0U3hkTDZEWVlEQTBPaytiUFVlVjdaU3ZUNjJ0ZThLaTZrQTgwWDkzVktkOXJYMUJRV09NRmRlYUw5eHA3TnFHeUhQUC9LUzZXVVMyRzRBWXFORlk4L2VDc2FkaVlNQmROeFFzZENnd052NURFSUkxWWRYSVBZczhmeDhzOWI0RzN6dlNDOG5Sd3diVFFZZmpzNklZR0g3dWhscC9ZaVdmTGVvTUJJQ3JyV0wwZUgrcDZjWnFmVTRXTkg5YmhwbldxVTIrd2c5REFSV3Y2bmViVllXbmp4dXJxM2daQkx0N1lsbkhRTWo1M2Mzb1NOcWNuMWZpNHU5cVB0TnpXcXdhOHRmODNuQzFtcmlTeTV0YWJiNngyb1lqdE8zZmo4SkdqQ1BEM3E5RG1oNTkrd2FuVFp6Qmg3R2lyaTIwOGROOHNqTHBxT01LNmQyM1U3QkRwR1prUVFzRGJ5eE85ZS9hQVJxTWdKVFVOdS9aRUliaHRVSTNMUGNmR0plRFE0YU9tNmJlc0JCN3pNSWljbkpvN0VqUWFEWVlNNm84aGcvb2pabDg4NWkxY2hQU01URVJ1MllicnJoNlBnc0pDUkVYdkF3RE11dXVPS2tzdm02Y2Zhd2h6YjZkNU9yTEtEQVlqMG10WWJyb216VmwzZFlMYkJsbHU3ejl3RUZjTkgycTFYWDUrQWM2Y05aMnA3ZGlodmRVMkRWWFRXSEF5WVFodW9NSktZZFZYVi9QcGp1cDRPRnk4Y2xXaWNTSFlMS1VnRXd2My80YTMrdDVoMlRZcW9BZStPaGJaNHFmY3ZTdjlYTUk4ZzdIOTNLRTZQNzZyeDhXeFVEUGJYNFhiUW9kaVpkcWVldmNvbTczUzZ4YWMxeGRnVmRvZUhLaGhsZ3AvSjA5TEgzMXVDNFRnY2ExN1lWenJYcmk3d3loOGZXd3p0bWJzci9VeGdVNWV1RDRvM0hML2x4TTdHWUNKNnVqeHA1Nkhxa280YUxYSXlqNlA4eGRNMDB2ZVBQa0daR1ZudzlYRkZTVWxKVmo5eDEvdzhmYkMzVE9uV1QyT29naUVOWEtSREwxZWo0ek1jMmpsNndNSEJ3ZjA3aFdHM3IzQ29Lb3E1aTFjaE9qWU9HaTFXdHg2MDQxVkhydHk5Ujg0Zk9RWXZMMjg4TnBMejhESHg3dEttOVlCcHJOeHAwN1gvU3hSZU4vZUNBa093dkdVRThqTU5NMURiNTdyRm9EVjZkbzJiTnBTN2ZFY2RSYzdpdkx6QzZyMGpMWnBiZnFBVVZSY2pIdEc3NnNBQUNBQVNVUkJWSVNrQStnVlZuRWM3ZDhiTmpYNHRINXoxbDBkRHc5MzlPa1ZocmlFSkN4ZnVRYURCdzZBVGxmMWd1WGYvMXdIVlpYdzl2SkM3NTcxdndha0ppZFBtWDdmclFQOGEybDU1ZUphclExVWFOUlg2RkhzNE42d3EwbmJ1MTM4ejNtbTZIeVRoZFREZVdlUWxKTm11ZStvT0ZUb1ZXMEpBc0NrdHYwcmJKdldiaGdVNjllYlYrR29PS0NMZTZEbGZxaXJIN3E0QjhKTFYvVk5yQzUwaWhidFhmMHh3S2NqNXZlWmh0WTFMS01jV0c2SjU0Wk9OMWRYQXNBQTM0NEFBSGV0TTByck9QeGlWc2N4MEpaTkgzZWk4QngrTzdtM3VVb2tzanZGeFNXVytYR3RhZVhyaTR5TVRKdzRlUklHZ3dIZHUzWEJFNDgraEluangyQmo1RmJjZmY4ak9KdWVnZTVkdStDaCsyZFZtR3FycVIwNWRoeXFxcUpEKzNZVnRpdUtncWVlZkJTZE8zWEFqMHVYNDczRlN5empsak15eitITnQ5N0RmMy84R1VGdEFySGdqWmVxWGJDamR5OVR1SXBQM0Y5bDBhRzBrNmZ3MGFkZkl2VkVXb1h0OFFsSmxndTF6RDJVdmo3ZWx0WEpmbDYreWpMdTFXQXc0TmRWYTdCKzQrWnF2OGNBZnovTGJYTTdvOUZvR1FyUXJXc1h5M0NBSlo5L2paUlUwOUFVS1NWMjd0NkxINVl1dDdveVdsMDBaOTAxdVd2R05HaTFXcHhJTzRtWDMxaUE1SlJVeTc3Q3dpTDhzbUkxbHYzNkd3RGczcnRuV0EzSmpXR2V6YVIzdVVWVXFDTDJCRGZDMGZ4MDlQVXlqYjFxNit5RFFDZXZlaTFXNGFOelEwaTVZSHEwamhldjFkWEp3bXlFZVY1OFUzVFdOT3dOcEtFRytuYXVzTEFIQUFRNSsyQlVRQTlFbGp2Tkw2V0VXamF5di93YjlFRGZqcGF4elRtbGhaWWxrTXM3V1ppRkgxTCtBUUFrMVRMMVdoZjNRTXZZN2N5UzNCcDdUWHVXTFdsc2VvN21uVjJqbTBlUTVYc3JVVXNSbFoxYzYyUDYrM1Mwek9lc1F1S2pRK3Vzem1JUjZPU0ZvWDVkYmJvd0NGRkxPM0kwR1lzKy9BU3RXdmxXV0VXdHZCZWYvVSsxano5OTVpeUtpb3JnNHVLTUp4K2JBejhyY3hIWFpGOThJdDVidktUYTJpcUxpVFdkcXJlMjdMS3preFBtdi9ZU1B2dnFXMnphL0EvMnhTZGl4TkRCV0w5cEMvUjZQYTY3WmdMdW5uRjdqUUhScjVVdldnZjQ0Mng2QmxKUzA5QytYWWhsbjZxcTJCaTVGUnNqdDhMRHd4MmVIaDdJenkrdzlJd1BHeklRdzhzdXZITndjTUF0VTI3QVQ4dFdZRjljQXU2NjcySDQrbmpqWEZZMnBGVHgrQ01QVmZ0OXU3bTVZc2lnQWRpNWV5OStXZkViL3ZwN0l3eEdJNTUrNGhHRTkrc0RuYzRCOTh5Y2pvK1dmSW5UWjg3aXNiblB3OTNORGFxcW9xQ3dFRGZkZUQxaTlzVmJ3bkY5TkdmZE5lbllvUjJlZWZML3NHanhKemh3OERDZWVPb0Z1THU1d2RGUmgrenpGNkNxS2hSRllQWTlNekZpMk9CNmYxODF5Y2pJUkVaR0p0emQzWnBzTmNQTEVVTndJK3pQU2JPRVlBQzRQaWlpWGpNclRBenNVNkZYZE4rRjJpYzlydytQU3FHeEpTK01VeUF3dmQwd3kvM0VuRFQwTEF2a1UwT0dZbXZHQVV0bzI1VjFCRGR2VzFUbEdOZTF1WGlxZjhlNXc3Z21zT3BrNEdlTGM3QXliVStkYXVybWNYR01WbXd0SzdMMTlyNzRlMjNxRHllVkRXclYyWEk3S2p1NTlvdmhORG84MkhtODVmNnF0RDA0bWwrMXhodUQrbU42dStIUUtWcGtsZVJoU3gyR1dCRFpLL01NQ1AvZjNwM0hSVjNuZndCL2ZiNHp3eWtveUtGNDRDMktLQXg0WnBaWFdwYXJhVzZIM2RkdXRSMjJiZHZXVmx0dHRsbnRabHY5MnU3RDJvNU4welRQMU14N0FFRlJSRkVVUVE1UnVXR1krWDUrZjh6QkRBeUhDSXdNcitmak1RL2crLzNPOEprUloxN3ptZmYzL1ZtMWVoMTI3VEZBVlZYRTIwS0s5V2xXcXMzcnYzUHMrQWw0ZWVrUTBiTkhpMDUyeXoyZGg5elR6WHZlVUZVVlczN1pEZ0FZSFIvbjhoaGJHN01qUjQvaFpQWXAvUGpUZWdEQTJOSHhtRC9udW1iTmtGNDU2VEw4OTl2bDJMUjVLKzY1ODFiNzlyQ3dVTnh5NDN6czNwdUUvSUlDbk03TFIzQndFRWJIeCtIcUdkT2dqeDNwMUx2NHQvUG5vbGRFVC96dzQxcms1T1NpdEt3TUk0WkhZY0g4T1JnMmRFaURZUklBL3ZEN2V4RVEwQVdKU1Nrb0xpbEJlRmlvVS9uR3RNbFhJTEJMQUphdlhJMWpXVm1vTmhyUnAzY0VaczI4Q2xNblQwTFN2dFFtNzJkRDJuTGNqUmt6V28rMy8va3FWcTVlaTZSOXFjZ3ZLRVJWZFRYQ3cwSVJNMkk0WnMrYTZWUS8zRm8yL0x3VkFEQnA0b1FXOVRYdkxCaUNMOExQK1dtNE1iTDI0LzJaRWJIWVhYUUVxZWViZnFmYXp6OFVjL3ZVbnVoUWFxckNyd1hwTG8vdDdoMkE2SzY5OFV2Qm9XYVBMVkRuaTFpSElGZHBOdUowNWNVdHFYd2hydW81RW4zOUxMUGN4VFVWK0h2YTkxZ1N1eEM5L2JvajNLY3JwdmVJd2RyVEtRMWVmMXozd2ZaNjROektjemhVZk1wbENIWTBOREFDWGJRK1NEcDd6R1hIbUpGQnRiTWYrODdWdnVGNDU4aDYrR3E4N01zeUQrZ1NodjcrbGpLVlVsTVY4aHhtOXo4OXZoWC95OTV0YjJ6ZkdpYUVETEYvdjdNd284bmo3eHc0MlY2RG5sMVJoUCtlMk9IeU9FVW85cG4wK3daTlEzcEpEbXVHeVdObDUxaHEvSGZzMmdOL2Z6ODg5THQ3TUdHYzVUazJNTUJ5WXREeEV5ZWJEQytITTQ3aVpQWXBqSXlKYm5HM2g2dW1UY1pkdDkvaWN0OUhueTV6K3ZqOTU2M2JjS2JvTEtLR0RFYXZpTnJ5TDVQSmhDT1p4NUNVbklvOWhpVDdER2p2WGhFWU1Yd1l0bTNmaWQxN0U3SEhrSVNCQS9walZFdzBoZ3dlaUFIOUloRWFHbEl2K0Z4N3pReXNXTFVHNnpkdHdXL256N1YzalBEMThjR0NlWE93WU40Y05OZkVDZU13Y1lMcm1jc2Z2djJpd2V2NSsvdmh3ZnZ2YnZTMng0eldZOHhvdmN0OWI3NzJzc3Z0YzJmUGFuREphRWR0TmU1dnZ2aXcwZDhiRXRJZGQ5MStTNE4vRTY0TUdqaWcwVEVCd08wTGI4VHRDMitzdDcyeXFncHIxbTJBUnFQQjljMTRYRG96aHVDTFVGUmRpbDhMMGpFcHpGTEFyMERnNmVqcjhaK2pHL0Z6L29FR2UvN3FnL3JqMGFoWjBJbmFKOWdmVHUxdGNOVXVIMFdIeDRiT3d0VHdHUHlZa3dqRDJjeEcrd2tIZWZuamlXR3puY29mZHA3SmFMZVQ0dncxM3JneHNuWVdlTVdwdmFneTErRDdVM3Z3OEpDckFRRHorNDdIcHJ3REx1K3p2OVliOXd5YWF2LzUrK3pkemVxZlBMaExEOXc5Y0FxS2pHWDR2eU1iWURoYjI0bENKelQybVdBVkVxbm5hdCtvNUZZNm40MDhwM2Z0bTVNQXJRK2VqcDZMTncvL2hESlRGZktyaXBHUDFndVNnd042MkhzN0cxVlRrNlVRc2QwaU1TMDhCb0NsRzhnLzAxYzMrTy82dzZtOUdCc3lDRU1ESXVDcjhjS2pRMmZoTHlsZjJVdFBpRHpGNmJ4ODdMV3V6alZvNEFBODljZEhuSlpUam9rZWpoV3IxdUMxZi8wYnNTTmpvTk81ZnVrckw2L0F2dFFEQUlEcnJwN1I0dkZvTlpvR1Q2RFNPZ1RycXFwcWZQTDVWd0NBNitkY2k0eWptZGp5eTNZY1AzNENSNDhkc3kvZTRlV2x3OFFKNHpCMThpVEVqWXFCRUFKMzNIWVRmdG0yQTl1MjcwVGFvWFFjemF4OTd0QnF0ZWpicHplV3ZQeTh2YTl4UUpjdXVHYkdkSHovdzQ5WXNXb05icjE1UVl2dkgxM2ExcXpkZ0xLeWNsdzFkYkxMWmNXcEZrUHdSZm9nY3hOaXV2VzF0eVB6VXJSNGFNaE1YTjluTFBhZXpVUjIrUm1VbWFyaG85R2hwMjgzNklNR1lIQ0FjNXVkd3lXNVdONk1qL1JIZHV1TGtkMzZvcmltQWdlS3MzRzRKQmRGMWFVb00xVkJwMmdSNmgySXFNQUlqQTBaN0xSc2JybXBHbDlrYld2Vy9RbjFDVVJjVUwrbUQ3UTZWSnhUYi9XMTN3MmVicTl4TGFndXhwcGN5NHZUMXZ5RHVDbnlNb1I2QjZLN1Z4ZGNIUkdIbFRrR3Arc3FFRmdVZGExOXB2Tmt4UmxzemsvRGhOQ216Nzd1WWwxZHJydFhGNFI0TzdlRUdkYTF0LzFOeDVIUzB5ZzN1KzdDb1EvcWo4dERvNXkySlFRUHhCdjYyN0RrME1vR0Z4MTUvK2dtK0dtOVVIYUIzVDNHTzh3Q0o1ODdqdXBHVnJMcnF2UER3ME5ybDg5Y2x2VXJqcGU3WGk0VHNJVDlwWWQvd2ovMXQ4TkwwV0pvWUFUbTlSMkxiMC91dXFBeEVsM3FldllJUjF6c1NIUVBEc0w5ZDk5ZXU0aUFWVUo4TEc1YU1BL3JObXpDamwwTlA5Y0tJUkFhR29MNWM2NXJjRGF5TmZuNGVHUHFsWk9RZFRJYlkwZkhJNytnRU9zMi9BeVR5WVNlUGNJUk0ySTQ5TEVqRVRzcXBsNm85dlh4d1l6cFV6QmoraFNVbHBVaDdXQTYwZzZtSS9ONEZrNW1uMEo4M0toNnl6L2Z0R0FlRXBOVDhQMFBQMkxjbUFRTUhqU2d6ZThqdGE4VEo3UHgxVGZmSXp3c0ZIZmVkck83aDNQSjY3Q0ZJbk4rV1hMSlRHZjE5dy9EWDBmTXN3ZmhDM0dvSkFlTDA1YWp0SkhldGIxOGcvSHZoTHRhTkxaU1V5VmVQUEE5ampTd1ZIRTNuUjgrSHZkQWkyNGJBQjVKL0FRbks4N1lmNTRjSG0yZjdRV0F2NmN0ZDVxUnZUWkNqN3NIVGdGZ0taUDQzWjczN1NGYUFQakRrS3Z0U3dXYnBJcS9wSHlKSTZWNW1CZ2FoY2VqcmdVQS9OL1JEVmpub3BUaTdvRlRjSzIxanZpVmd5dXd1K2lvZmQ5ZEF5Ymp1bDd4QUlDdlQrNXdXVUxRM1RzQVMySVgydjhkZDU3SmdFWW9HTk45a0hVOFpueVV1UmsvbmQ3WDdNZm4zZEgzb0lkUE4yU1ZGK0t4cEUvcjdYOXZ6TDBJODdaMHFmalg0VFVOdGtiVENnVi9IVEVmSTd0WlNqcFN6NS9BYy91L2JkWVlydTh6QnJmMm0yUzlEeXIrdkc4Wk10MjRRSWFqRlpPZTZMRFBRZFFncDhVeXBKVHRVb2RsTk5hMCt0bjE3VUZWSmNvcnloSFF4ZkxHLzNqV1NZU0VCTnQvYmlrcHBjdGEwT3hUT1ZqMDVGL1JQVGdJLzFyeWNvT3JrVkhIVTFOVGc4Zi8vQ3hPNWVUaTFiOC9oMEVEMi9kTmpoQ2lHd0FqZ0JvQXF2VnlTZU5NY0NzNFhsNkFKL1o5Z2JzR1RNYjRrQ0hOZW1kUllUYml4NXhFZkh0eVY1TmxDdWVNWmRoN05oTUp3UU9iL2E1RmhjVDJ3blI4ZW13cmlscGh1ZUhtNk9zWGduc0gxcFl4N0M0NjRoU0FBV0JEM240c2lKeUFBSzBQTkVKQnBIOG9EcGZtUWljMGVDVHFHbHdXVWp2aisySG16ODFlN2htd0JIcWJNOVhPS3lNbFdGdVFBVURLdVJPb3E2dk9EeS9FTExBSDRPS2FDcng3WkFQS1RKVzR0Zjhrek8wOUJscWh3WDJEcGlFcXNCZmVQckx1b2xlU0d4b1FZUS9BSnFsaXIwTm9kNlFUR2l3YWRxMDlBSjh6bHVPTjlPYXZiclFpZXk4bWhBekZ3QzdoMEFvRkR3KzlHbzhuZmQ0NWwya21qOVVSQXpCZzZUUHNHSGdkT3pkY2pJWk9odXJUdXhlK1hmWlJxL3dPdXJUb2REb3NmWDJ4dTRmUm9UQUV0NUtpNmxJc09iUVN2ZjI2WTF6M3dZanAxZ2M5ZkxzaFFPc0xuYUpGdWFrS0pUV1ZPRmFXandQbnM3R3I2RWl6Vmk0RExJSDU1YlRsQ1BMeWh6Nm9QNFlFOWtRZnZ4RDA4T2tHZjYwM0ZLR2cwbXhFc2JFY0o4clA0SEJwTHJZWEhzYlpkZ3EvZ0tYZDI3TWo1dG5ya004YXkvQjJ4dnA2eDFXck5mamgxRjRFNm56eDdjbGRLRE5WSWRRN0VFOE8vNDNUOHNyZlplL0NXb2NaVjhmV2FmNWExek1YRWI2MVM1MDZMckhjeTlxK0RyQ2NJRmgzV2VFSTN5QThGVDBYRWRiZXdDYXA0bC9wcTFGcXNpeVM4ZG54WDVCYmNRNzNENTRPclZBd0tXd1krdnFINEpXREs1RGZ4SWxtdHNkRHVxakR2VHlzdHV4aS8vbVRxRERYWHhLMHIxOElIaG95QTRPdC9aTE5Vc1dTUXl2dG5UNjBRb0cvMWdkK0dpLzRhMzBRcVBORm9NNFhYWFYrNk9ybGgwQ2RIN3JxZk9HdjlYRzZ6WnY3WFliUGp2L1M2TmlKaUlnOEdVTndLenRWVVlUdktvcndYWGJyMTEyZU01WmpVLzRCYk1vLzBHcTNlYjZtQW5PM3ZYYlJ0L09uWWJQUjNWcUhxMExpbnc0aHNpN0huclZYaGczSHZZT213czloMldsWDVRcU9OYndUUTZPd09pZlpxWDQyTnFpZmZlR1JVdXNiRGh2SGV1SUR4ZGxPSjRhTjdUNFlEdys5MnI1OHRRcUpOOUoveEw3enpyUEZHL1AzbzZDNkJFOE8vdzM4TkY3bzV4K0tKWEczNHZWRHE1Qnl2djdNTW1EcCttQ3JqYTR5TzlmNktoQzR6S0gyZU5jWjExMGhGa1hOUXFSL2JiUDJHbW5HZzBObXdFL2pEWCt0dDczN3c0WDZUZS9SMkgzbUtBNlhObjhGS1NJaUlrL0NFRXl0NHVmOEEvYVdacDhkMjRvRHhkbU5IaC9oRzRSN0IwMXo2ck5za21iODM1RU5Ma04rWm1rK3pGS0ZSaWpvN3grRzk4ZmVoOXlLYzFBaDRhZnhRbC8vVUh1cFNHS2REZ3NUSFVLd3JSU2lxODRQZHcrY2pNdERhNWZtckZKcnNQVHdUOWpaUUNCTlBYOENUNmQ4aFdkSHpFZVFsejhDdEQ0STkrbUtMbG9mZkREMmZwVFdWS0hDWEEyamFvS2Z4dHMrc3d3QXg4dWNUMkFiRlJScEw5OVFJWjNxbHgydFBaMkMrd2ROcy8vc28ralF5MkhHdXlsRzFZU1Nta29VMTFTZ3VLWUMvZjNERU9UbER3VUNEdzJkaVVXSm56YllsWVNJaU1pVE1RUlRxMWlmbDRveDNRY2hyK284ZnFqVDhhR3VZWUc5OE1MSTMwSXJhbGZ0enE4cXhwSkRLeHM4WWF2VVZJblZ1VW1ZM2N1eURIT0ExaGREQTMzckhWZGhyc2EzSjNmYWZ3NzM2V3J2Vnd3QUtlZFBJRkRuaTdjUzdrS0FRNG5BNmFyemVDVnRoZE5KZnE1a2xSZml6L3UreFBNamI4RFBlUWV3UHMvU3ZMMjRwc0phM3h0UTd6cEcxWVRWdVVsTzI2NE1xMTBqL25CSmJvTUxtV3pKVDhPdC9TOTNtaWt2TlZXaDJGaU84elVWT0cvOVdsSlRnZlBHQ252WUxUYVdvN2ltRXBWMVNpd1NnZ2ZnNmVqckFWaFdPYnlKWlJGRVJOUkpNUVJUcS9uWDRUVW9iMGFkODZHU0hHek1TOFZNNitJWDYvTlM4Zkd4emZWS0J1cjYrTmdXNUZjVlkwcjRDSVQ1ZElWT3NiUThrMUxpbkxFY1IwcFA0N3VUdTV6Ni91WlhGV05SMG1lNHZzOFlEQXZzaFZNVlJRQ0F0Ym43Y0VQZmNWQWhzVFozSDc3STJsWXZNRGFrb0xvWWp5ZDk1blI4ZG5rUlFyMjdPcDI0YUZSTk9GaVNneSt6dHRYclJleW45WVlLQ1FVQ2V4cVlCUVlzczlQUHBuNERBWUZ6eGpJVTExVFlGL1ZvQ2NQWlk5aFRkQlJqdWcrQ0NnbHZwV09lVEVSRVJIU3hPbXg3b2t1cFJScGRPQVVDRHc2WmdVMzVCM0N3K0ZTNy9FNWZqWmM5dUNvUXVIdmdGUHljZjZCVjI0VXBFRkNzWjJVM0ZWYTc2dnd3SVdRSUVzOGVRNEhEaVh4dExjUTdBQThObVlsUGoyMXR0TTl3ZTJDTE5JL2tsaFpwUk9SZUhiRkZXb2Q5QVdJSUp1cjRHSUk5a2dDZ2dUVUVxNnFhSVlRSWMvT1lpS2dOU1NrTEZFVVpndG9RYkFZdS9lVkpsYVlQSVNJaXVtQVNnRFFhamEzWHpvYUlMa25XLytjU0hTRDRPbUlJSmlLaXRpSXJLeXNaZ29rOG5QWC9lWWNLd0FCRE1CRVJ0VDdiakpEY3ZYdjNNaWxsODg0NkphS095TGhqeDQ3UDRmRC8zczNqYVRhR1lDSWlhbTBTMWhOalpzNmNtVkZVVkxUVTNRTWlvclpSV0ZqNDZxeFpzNDZpOW1RNGhtQWlJdXFVcE1OWEZZQjU0Y0tGYjlUVTFHUzZjVXhFMUFhTVJ1T0I4ZVBIdndYTGlYQ09BYmhEQkdHR1lDSWlhbTIyajBSVkFPWjE2OVpWcHFhbS90SE5ZeUtpMW1YKzlkZGZIOG5NekRUQ09RUjNpQUFNTUFRVEVWSGJzSmRFQURBbEpDUnMxZXYxdlFvTEMyMnpSa1RVTVprTEN3dmYxdXYxZmFkT25ab013SVFPV0FvQmNNVTRJaUpxZmJZWFFoVU9nVGM1T1ZtR2hZVzlzSExseXYvcDlmcXBnWUdCOFg1K2ZucU5SdFBEUGNNa291WXdtODE1RlJVVlNTVWxKVWxKU1VrYlo4K2VuUVpMK0xWZE91Uk1NRU13RVJHMUJjY2c3TGhOblQxN2RpcUFORmcralJRT0Z5SzY5RGgyZmJDOXNhMTc2WEFCR0dBSUppS2l0bU43MGJSOTcxZ2lZWVp6Q0xaaEdDYTZOTWc2MzlmOS8ydjdhdHZlb1FJd3dCQk1SRVJ0eS9ZQ0themZLdzQvMjBJd3dQQkxkS21xMi9IRk1ReDN1TjdBampwc0NKWlM1Z3Nod3QwOURpSnFHU2xsdnJ2SFFPM0c4VVhVTVJSekZwam8wdVpxTnJodThPMlFBUmpvd0NFWVF1d0RNTVBkd3lDaUZyTDhINmJPbys2TEtjQlpZS0tPd2xYZzdiRGgxNmJqaG1DSmZSQU13VVFkbGdSRGNPZFU5MFZVd0FOZVRJazZBWS83ZjlwaFE3Q2lLQitwcXZxb0VQQjI5MWlJNkVKSm85UnBQM0QzS09pUzRIRXZyRVRVTVhUWXhUS1dYLzU0aGdCZWNmYzRpT2pDU1lublZrNVlkTlRkNHlBaW9zNnJ3NFpnQU5DRmxMOHNJUSs3ZXh4RTFIeFNJdm1IU1JXdnVuc2NSRVRVdVhYb0VQeHQ5UE5HQmJqZjNlTWdvbWFTTUF1dHZBdmllYlhwZzRtSWlOcE9odzdCQUxCODBwKzJadnNGZWdGWURNbjE2SWt1U1JKbUtmR1BiUDlBM3hXWC9Za254QkVSa2R0NVZGdWF1ZHVYakZCTmNxWVFHQ2VsR0NjRWVybDdURVNkbFpUSUVVTHVVaUYyYXpUNGFmbGxUeHh3OTVpSWlJaHNQQ29FRTEyb3ZVbEpkd2twUDBEdC80VXlLY1RjMFhyOVJuZU9pNGlJaU5wV2h5K0hJTG9Zby9YNmo2U2l6QVZRWnQzVVJVaTVibTlpNG1QdUhCY1JFUkcxTGM0RUV3RXdHQXhSRU9JbkFQMGNOaThyMWV2dm1DeUV5VjNqSWlJaW9yYkJFRXhrbFpxYUdsUmRVL09OQUtiWnRrbGdoK3JuTjN2c3NHRkY3aHdiRVJFUnRTNkdZQ0lIVWtvbE1URnhDWVJZNUxBdFd3QlhKU1FrcEx0emJFUkVSTlI2R0lLSlhFaE1UTHhGQWg4QjhMSnVLcE9LOHR2UmNYRnIzRGt1SWlJaWFoMDhNWTdJaGZqNCtHVWFSWmtJS1U5Yk4zVVJxcnA2YjJMaTAyNGRHQkVSRWJVS3pnUVROU0lsSlNYTWFETDlLSURSdG0wUzJLdFZsRnZpNHVLT3VITnNSRVJFMUhJTXdVVE5ZREFZM29jUTl6aHRsUEtSaElTRXBXNGFFaEVSRVYwRWhtQ2laa3BNVEx4ZWxmSS9Rb2p1dG0wUytFV24wZHdjR3h1YjQ4NnhFUkVSMFlWaENDYTZBTmJ5aUE4RWNKMXRtNVN5UkJIaWtmajQrRS9jT1RZaUlpSnFQb1pnb2hiWW01UjBxMURWdHlCRVY5czJDYXp5MG1ydkdUVnFWSUU3eDBaRVJFUk5Zd2dtYXFGOSsvYjFxakdiUHhYQVZOczJLV1dSSXNSOThmSHgzN3R6YkVSRVJOUTRobUNpaTJRd0dCNEFzQVJDK05rM1N2bWxScU41TUM0dTdyejdSa1pFUkVRTllRZ21hZ1Y3VTFNSG9LYm1jd0ZNY05oY0tJQm45SHI5QjBJSTFXMkRJeUlpb25vWWdvbGFpWlJTU1V4T2ZnSlN2b0RhbGVZZ3BVelRLTW9qZXIxK2t4dUhSMFJFUkE0WWdvbGFtY0ZnaUFHd0RFTEUxTm4xbzBaUkZuR1JEU0lpSXZkakNDWnFBNXVsMUhaSlN2b2RwSHplc2E4d3BLeUJFTzlBeXVjU0VoS0szVGhFSWlLaVRvMGhtS2dOR1F5R3JnRCtDaUgrQU9jU2liTkNVWjR2all0N2Q3SVFKdmVOa0lpSXFITmlDQ1pxQjlZVDUxNFZ3RHluSFZLbVM0M204ZEZ4Y1d2Y05EUWlJcUpPaVNHWXFCM3RUVTYrVEtqcW13RGlIYmRMWUpPUThxR0VoSVIwTncyTmlJaW9VMkVJSm1wblVrcVJsSlIwc3lybFlpRkVINGRkS29EdnBFYnp5dWpZMkdSM2pZK0lpS2d6WUFnbWNwUGp4NC83bkRsNzluRUIvQmxBbHpxNzEwbEZlV1YwWE53V2Q0eU5pSWpJMHpFRUU3bFpTa3BLV0UxTnpkOGh4RjBBRktlZFV1NldHczNpaE5qWWxVSUk2WjRSRXJVcHZnN1JwWUxQc1owTW4zeUlMaEdKaVltRHBKUlBRb2piNE5CSnd1b1FwUHhIYVh6OE1uYVRvQTVPdVBpZXIwWGtickxPMTdyZmt3ZmlFdy9SSmNaZ01QU0VFSXVrbFBjTElRSWM5MGtwc3dYd3VqRTgvRDhUK3ZTcGROY1lpVnJBTWZEV3ZkUTlocWk5MUEyOWRTOTFqeUVQd2ljY29rdVV3V0RvS29SNFVBS1BBQWh6M0NlbExCTEFVbzFHc3pRdUx1NjhtNFpJMUZ5T2dWZkp5c3FLQ1E4UG42SFZhc2RvTkpveFFvZ0lONCtQT2prcFphN1piTjVqTXBsMjUrZm5yKy9Ycjk5K1dNS3ZDdWRBVEI2RUlaam9FbmY4K0hHZm9xS2lPeVh3aEJDaXYrTStLV1dsQUw1VkZPVkR2VjcvaTd2R1NOUUlBVXV0dS9MS0s2LzRQZnJvbzMvMTl2WitGSURHemVNaWFvaTV1cnI2alVXTEZyM3d6anZ2Vk1NU2hHMWhtRHdJUXpCUkJ5R2wxQmlTa3hjSUtaOEVNTXJGSVVjZ3hJYzZqZWJqVWFOR0ZiVDMrSWhjc0FmZ1k4ZU94VVZHUm42aEtNcGdkdytLcURsVVZVM0p6YzI5djArZlBrbGdFUFpJRE1GRUhWQmlZdUpNRlhoS0FKUHE3cE5TbWdTd1dnanhnVjZ2LzBrSVlYYkhHS25UczVVL2FQNzk3MzhIUHZEQUEzdUVFQVBjUFNpaUN5R2xQUGJJSTQvRXZmWFdXNVVBekdCcGhFZGhDQ2Jxd0F3R1E0d1U0ajRCTEFUUXpjVWh1Ukw0QkRyZGg2TkhqanpXM3VPalRzdGUvd3RBVzFGUjhicXZyKzhEYmg0VFVZdFVWbGErNGVmbjl6UUFFMWdqN0ZFWWdvazh3SkVqUjd4TFNrcHVVSUY3QkhDRmkwTWtwTndpaFBnd01ERHd1OEdEQjFlMyt5Q3BNN0VGWUUxV1Z0YkV5TWpJRGFqYkE1dW80MUJQbmp4NVZXUms1RFpZWm9OWkZ1RWhHSUtKUE16ZTFOUUJ3bWk4VHdKM0NDSENYUnh5WGdMTE5FSjhxOWZydDdiN0FLa3pVS3dYYlhWMTlSZGVYbDd6M0QwZ29vdGhOQnFYZVh0NzM0UGEyV0RWelVPaVZzQVFUT1NoTmt1cERVaE12QmJBdlJCaUpsek54RWw1R3NCM0FMNkpqNC9memxYcHFCWFlhNEVCNkdwcWFuWnJ0ZG9SYmg0VDBVVXhtVXdHblU1M0JZQWFzRGJZWXpBRUUzVUMrL2J0NjJVeW1lNkNFSGNEaUd6Z3NCd0EzMmtVNVp1NHVMZ2Q3VGc4OGl6MldtQUFPbFZWYzRRUWdXNGVFOUZGa1ZLV0tJclNDNVlRN0ZnYlRCMFlRekJSSnlLbEZJWjkrNllKcy9sZUNIRkRJOGVkZ2hEZmFSWGxXd1ppdWtDMkVLd0RvSk5TbHJoNVBFU3R3dnBtcnNaNllRajJBQXpCUkozVTN1VGt5NkNxODRXVTEwT0l2bzBjbWdzcDF3Z2gxdmo0K0d5SWpvNHVhN2RCVWtka0s0WFFBdkNTVWhhN2VUeEVyVUlJMFJXQUVaYVpZRnRKQkhWZ0RNRkVoT1RrNU5GbXMza2VnUGtRWW1Bamh4b2xzRTBJc1VacU5LdEhqeHAxdUwzR1NCMkd2UjRZbGhETVpiM0pJd2dodXNFU2doM3JncWtEWXdnbUlpZUppWWtqcFpUekljUThBTU1iTzFaS2VReENyRkdBMVlHQmdadlplbzFRMnhtQ0laZzhTcDBRekE0UkhvQWhtSWdhWkRBWW9xQW84eUhsZkxoZXF0bE9TbGtGSWJZQTJBeU5ac3ZvMk5nOTdUTkt1c1F3QkpOSFlnajJQQXpCUk5Rc3ljbkovVlJWdlVGS09ROUNqRUVUeng5U3loSUIvQXBnczZJb1crTGk0cEs1aEhPbndCQk1Ib2toMlBNd0JCUFJCVXRLU2dxVlVrNVJnY2tDbUFKZ2NGUFhrVktXQ0NGK2daUmJBR3lPajQvZko0VGdpNGpuWVFnbWo4UVE3SGtZZ29ub29pVWxKVVhVQ2NYOW1ycU9sTElVUXV3V1V1NlNHczFPUHkrdlhkSFIwV2ZiWWJqVXRoaUN5U014QkhzZWhtQWlhblhXMG9uSktqQkZBSk1COUdyTzlhU1VHUUxZQlVYWnFRQTc0K0xpRHJDRW9zTmhDQ2FQeEJEc2VSaUNpYWpOR1F5R3ZrS0lTUktZQkNrdmh4QlJ6YnFpbE1VUUloRlM3cFdLWXRBQWUvVjYvWWsySGk1ZEhMZUU0TFNENmZqK2h4OHg2K3Fyb0k4ZDZmS1l6NVo5amZTTUkzank4WWZSTmJCMkVidFZxOWRpNXg0REhyei9idlNLNk9ueXVpZE9aaU95YjU4MkdUdDFEQXpCbmtmcjdnRVFrZWRMU0VnNENlQUw2d1c3RHgzcXJxMm91RUlGTGhkU1RwTEFLQ0dFcHQ0VkxjM3BwMENJS1VKS3FBQU1Cc01aS1lSQldJT3hsMGF6YTlTb1VRWHRlb2Zva3BPMEx3V0dwSDJZZGZWVkRSNXo0bVEyMGc2bW82Ykc1TFE5OTNRZTBnNm1vN0t5MHVYMTFtL2NqSGZmL3dnTDVzM0JUUXZtT2UxNzlzVlhrSDc0eUFXTmRlbnJpOUVqUE95Q3JrTkVyWThobUlqYTNkaGh3NG9BZkcrOXdHQXcrRUZLdlJBaVFRSUpVc29FSWNRUXVQcTBTb2dRQWN5RUVET0ZsS2d4bVdCSVRDeVV3RUVoNVVFcHhFRWhaWnEzdC9mQm1KaVkvUGE5WitRdXFmc1B3c2ZIR3pIUncxcjl0c05DcWdVbklnQUFGYzFKUkVGVVF3QUkvUGZiNWZEMzk4ZnNXVFB0KzR6VlJsUlhWMlBhNUN1YS9HejFRTm9oNU9VWFFNcUcxMWpJeVQyTngvNzBETHAyRGNUUzF4ZkQxOGVubGU1RngvZkcwbmV4ZGR0MjNIZjM3WmcxYzdxN2gwTWVnQ0dZaU53dUlTR2hBcFoyYXIvYXRxV2xwWFdwcnE2T1YxVTFRUXFSSUlBRUFBUGhPbXFFQ3VBS0NIR0ZBQUFoVUcwMFlxL0JjRllBOW1Bc0ZlV2dCamlvMSt0ejIrV09VYnNvT25zV0dVY3pFZEd6QjladjNHemZIaEhSRTRxaUlERTVCUUNRZlNvSEFQRE4vMWJBeHlGY0hqcWNBUUJZdVhvZHVuWHJDZ0NJalltR1BzN1NHanQyVkF6dXYrZDJ2UHVmai9IaEoxL0EzODhQVXlkUGNockRBL2ZmQlkybS9vY1pqdDVZK2c3eThodiswTUprTXVQMU45K0cwV2pFWTMvNEhRTndIYis3NXc0Y1BKU09qei83RWpIUnc5QzNUMjkzRDRrNk9JWmdJcm9rUlVkSGx3SFlhcjBBQUhZZE9SS29LeWxKVUlFRUFjUmJaNHdITkhRYlFvaGdBQk1GTUJGQ3dGWlNzZGRnS0lFUUdVTEtEQ0ZFaGlwRWhpSmxobGFyVFI4MWFsUjUyOTg3YWsyLzd0Z053RkxXOEorUFByTnZuemhoSENMNzlzWVBxOVk0SGI5dXc4OHViMmZydHUzMjc3MTBPbnNJQm9DWjA2Y2k5M1ErZmxpMUJpbjcwK3FGNE5idzNmS1Z5RHlXaGRtelptSjQxTkJXdi8yT3pzL1BGMzk0NEQ0OCs4SmkvSFBwdTNqajFaY2dCRTl0b3BaakNDYWlEbVBjNE1FbEFINjJYZ0FBNmVucEFXVmxaY09GRU1NbE1CeFNEcFBBY0NGRVB6VHdBYlVRSWhCQUFpemxGeEJTUWdLb01abXcxMkRJY3dySWlwS2hxR3FHbFBKb1FrSkNUWHZjVDJvK0tTWFdydCtFYnQyNjRpOVBQT2EwTHpBd0FLRWhJYmpPV3I3dzZ1dExrYlF2RmUrOHVRVEJ3VUgyNHo3NmRCbldiOXlNbDEvNEt3YjBqd1FBNkxUMVh4N3ZXSGdUb29ZTXdvUnhZMXI5ZmxSV1ZXSGw2cCtnMVdweC9aeHJXLzMyUGNXb21HaEVEUm1NOUl3ak1DVHR3K2o0T0hjUGlUb3dobUFpNnRDaW9xSktBZXkyWHV4MlpHZjc2b3FLb2hTemViZ0tEQmRTRHBmQU1BQ0RYSjZFWnlXRTZBR2dCeXpkTENCVUZkS3lROTFyTUJRS0lBZEM1RW9nUjBpWkt4VWxCMEN1SW1XT3ljOHZ4MXJ2VE8wa01Ta0Z1YWZ6Y09NTmN6RjB5Q0NYeDJpMWxuOXVSVkVBQU43ZTNrNmxCbHByR1lPM2w2N1JFZ1JGRVEwRzRKdHV2Ni9Kc2RiVU5Qd2VhdjJHbjFGZVhvSHBVNjlFVUxkdVRkN1d4VkJWUzAyeW9qUThpOXFjWXk2R2xCSlNTdnUveVlXWU4rYzYvUDNWTi9DL0Zhc1lndW1pTUFRVGtVZWEwS2RQSllCazY4V0p3V0NJRVVJTUF6Qk1TaGx0blRtT2J1SW1GU0ZFT0lCd0FIcGI3Ykd3bnVRa0FXZ3FLbUJJVEFTQUxBbmtDaWx6SUVRdWhEZ3RnVUpGeWtJcFpZSDA4aW9NOFBJcXRBWjRhaUZWbGZqc3k2K2gxV293WS9wVXQ0NWx3cmpSRUUyY0daZDJLQjM1QllVdTkyM2FzZzBBY05YVUt4dTgvdGx6NS9IOWlsWFltNWlNTTBWbjRlM3RoWUVEK3VQcXE2YTZET2N2TG40TmhxUjltREY5Q202LzVVWjg5T2t5N0RZa29yUzBEQzg5L3pSaW9vYzE2eGlibE5RRFdMOXBDOUl6anVEOCtXTG90RnFFaDRkaGRId2NycHMxdzZudG5NM3lsYXZ4eWVkZm9WZEVUN3o5cjFmeHZ4VS9ZdTM2alNnOFU0UWJiNWhyNzdaUldWV0ZEWnUyWU51dk81RlhVSURLeWlvRWRldUtZVkZEY2VkdE56bTlNUmlkRUlkdTNicmlVSG9HVHVmbG8yZVA4RVlmZDZLR01BUVRVYWVUa0pDd0g4RCt1dHYzN04vZlI1aE1mWVhaSEFrZ0VrQmZBSDBsRUNtRWlBVFFwWm0vb3A4QStzRldyeWdsQkdDYlVZYW9xVUZaVFEzMkdneFZBQW9GVUNpRktBQlFLS1FzaEtJVTJFS3pxaWhuTlZLV3FhcGFwdFBwU210cWFzcXNKeEoyZW1WbFpjZzluWWZ4WThmZzd0Lzl3V21mdjU4L2xpeitHNzc2NW4vMmJjZXlMQzJtMy8vb00zaDdlOW0zSHpsNkRBQ3c3T3YvSWFDTHYzMzcxVE9tNDVubi8rNTB1d3R2dWdGelo4K3kvendzYWdqOC9mM3c4QVAzTnpscnVtTFZHdXcvY0JEZTN0NU8yNHRMU25EaVpEYjgvSHd4YUtEckV2Y0RCdy9oNVgvOEUrVVZGUkJDSUN3MEJNVWxKVWpkbjRiVS9XbTRidFpNM0hQSHdnWi85K0lsLzhUK3RFTUlEd3VGYW5iZDNyYWhZMHdtRTVhKzg3NjlabHFqMGFCYjE2Nm9yS3BFMW9tVHlEcHhFdXMyL294bm5ueTh3ZGw0QVBqNnUrWDQ2cHZ2RVJ3YzVCUnFDd3JQNE9ublhrSkI0UmtvaWtCWWFDaDBXaDBLenhTaFlOdDJ6SjQxdytsNElRUkdqb2pHTDcvdXdQNjBnd3pCMUdJTXdVUkVWbU5pWXJJQlpBUFk3bXAvV2xwYXNORm83R3NDSW9XVWZhV1V2WVdVQTZRbExFZGFaNHFiVFFqaEE2QVBnRDZpZHFOVGFCYXFhdW5JTHdScVRDWkFDQmdTRXlHbExCRkNsRWtwUzRVUVpSSW9FMENwQk1xRWxHVlNpRkloUkNsVXRVb0tVU1drckJKQ1ZLbENWQ2xTVnF1S1VxV29hcFdpS0ZWbXM5bnlWYXV0MHBoTVZkN2UzbFdWbFpWVmwzcllEZ3dNd1B5NXMzSEY1Uk5RWFYyTlBZWWtoSVIweCtDQkErRGo0NDJ5c25MczJwUG9kQjF2YjI4a3A5Ujcvd052YjIra0hVeDMyalp0OGhYbzNTc0NBRkJSVVlHQ3dqTXcxd21RdHkrOHNkbmpuWFBkTlpoejNUWDF0dTgvY0JBQU1HTDRNSmZsQVhuNUJYanBsVGRRV1ZtSkt5NmZnSHZ2dWcwQlhicEFTb2xObTMvQjIrOTlpRldyMTJMRThDaU1HNU5RNy9wSnlTa1FRdURmLy93SCt2VHVCYlBaWEs5WGNtUEh2UGZocDlpNmJUczBHZzF1ditXM3VHcjZGSHZaeU9HTW8zajd2UTl4NG1RMlh2ckg2M2pyOVZmc0hUWWNsWmFWWWVYcXRYanFpVWZ0WXl5dnNQeDVmZlRwTWhRVW5rSHZYaEY0N3VrL1dWdlNBVlZWMWRpeTdWZDA2VkwvdmVmSUVjTXRJZmpBSVZ3MWRYTEREenBSSXhpQ2lZaWFLVG82K2l5QXN3RDJOWFRNdm4zN2VwbE1wbkNwMFhTSGxEMFZLY09sbE1FQUlpQkV1SlF5ekJxV0l5NW1MTmFUK3dKdFo4ZmJRclM5VEFNQXBLejlYZ2c0bmdSb3EzVTJxeW9nQkZRcElXcHFvTUx5MGJRdGJOdElLU3NCbUlRUUpnQW1TR21TZ01tNnpXejdXVlZWazVUU1pEUWFWV04xZFpzdmVYM2pEWE1CQUk4KzlEdmNmTWQ5aUI0MkZJc2Vmc0MrLzVzdlByeW8yMy96dFpjQkFOdDM3c0dyYnl4MTJ2ZlluNTdCeWV4VExicmRSUS8vSHBlTkh3dWd0blZiUXl2U2ZiYnNhMVJXVm1KVVREUWVmZWozOWhsbklRU21UYmtDeDQ1bllmWGFEVmkxWnAzTEVGeDRwZ2gvZStaSjlPbHRXYjFjbzlIVWErZlcwREZaSjA3YTI4NDljUDlkbG43SURvWU9HWVFYbjMwS0R6ejZCRXBLU3ZIRGp6KzVmR05RVWxLSytYTm5PNDNQMzg4UEFKQjU3RGdBWU5MRThmWUFEQUErUHQ2WTJVQ1pTMlNrNWJFNlpYM3NpRnFDSVppSXFCWEZ4c2JtQUdqV0szTnFhbXFRMFdnTUYwS0VBZ2hSaFFoV3BBeVdRZ1JCeWhBSkJBc3B1ME9JWUNsbHNBQ0NJWVJmMjk0RDE0UVF2blUyT0ZmQVduOFdRdGhQZU5LNjZMRGdEa1ZuejZLNHBQbmwxOTJEZzF6V3Q5WTFZbmdVd3NOQzYyMHZLQ3hFNXJFc1JQYnRnNGllUFZ4ZU56aW90anRGaVhWc2dZRUI5WTZycXFyR3JqMEdBTUQxdjduV1pjbEZYT3hJckY2N0FlbUhqMEJWMVhxenlUMTdoQ04yVkV5ajk2V2hZMzc1ZFNjQUlEd3NGRk92ZE4wV3JtdlhRRXk1NG5Lc1hMMFd1L2NtTmpnN2Z2V01hUzYzaDNUdmpvTENNOWkxSnhIWHpKeU9BQmN6di9WK3AvWGY1MEwrWFlucXVqU2VvWWlJT3FHUkkwZWVBM0FPUUhwVHh6cEtTa3FLTUdzMHdScXp1YnVVTXRnV25sWEFINENma05KYkN1RXRBRy9ZdnBmU3gvclZ2azlLNlMyRXNCd0RXTDYzM0VhSFVGVlZqWTgrV3diQVVyY0tBQmxITXZIT2Z6NENZR21uZGRuNHNmanUrNVZZczI1anMyLzM3anNXT3EwSzE5aHhydnkwYmlNeWozMkM2Vk91c0xkbmEweEphUmtBb0t1TEVIejh4QW1ZelpZSjlZOC8vd3FhTDcrdWQweDF0UkdBNVRFb0t5dXZGNlp0SlIyTmFlaVl6T05aQUlEbzRWR045dVFkTW5nZ0FNdUtkNjZDdUsrUEQwSzZCN3U4N3Z6clorUEZ4YS9oMlBFczNQdkFZNWcyZVJLdW1qYTUwY1V3YlBleHBKUWhtRnFPSVppSXFJT3hybmpYNXF2ZUhUOSszS2VrcEVSVFUxT2o5ZlgxMVZSWFYydFVWZFhxZERxTnFxcGFzOW1zMFdxMUdsVlZ0YXFxYWpRYWphYTZxa3BYVlZXbEs2dXM5QzQ5Zjk0SHdKb21mMUVMR1kzR2VndGZuTTdMeCtrOHkyclpYanFkdmVRQUFPNjg3V2IwQ0E5cjhQWU9wbWZVVzFpakpjb3JLZ0VBdnI2K1RSeHBvYXFXT21OWDljRGxaYlZsMlZrblRqWjVXMFlYYmRpYTAzS3RvV1BLeWl4cnh3UUUxQS9vam15bERZRGx6WW1mbi9OOWQxVW5iQk1mTndvdnYvQU1QdjcwUzJRY3pjU3FOZXV3YXMwNnhJd1lqcnR1dndVRCtrWFd1NDdHK2xqWkhqdWlsbUFJSmlJaWwvcjM3MS9WZ3FzcDFvc09nTmN0dDl6U3VvTnlFQmdZZ1A5Ky9nRUF5NGxyZDkzL01DWk9HSWVIZm44UGdQb0xYb3dZSHRWZzl3V2c4VDYrZFczYnZndjcwdzY2M0hjNDR5Z0E0SmZ0TzVGeE5MUEIyN2h4L2x3RUJ3Y2hJTUR5OGIrcmovWjlmR3M3U1h6Ni90dU5oc21HaUdiMCttM29HRjhmeSs4dkwyOThJVVhiU1c2S29zRFh0MzZ2NWFiNkFRK1BHb29saS8rR2pDTkhzVzdEWm16WnRoMzdEeHpFbi83eVBQN3gwbk1ZT0tDZjAvRzJ4eXF3aVhCTzFCaUdZQ0lpNnJCc1hRcHNMYjAwR3FYUkJTOWF5OEZENlEwdXYyeVRrbm9BS1kzc256VnpPb0tEZyt4bEVNWEZKZldPaWVqWjAvNzlzZU5aVGtzNXQ0ZStmZnRnZjlvaEhFclBhUFE0VzV1NUFmMzdYZFJTeGtNR0Q4S1F3WU93WVA0Y1BQM2NTeWc4VTRUdmxxL0VrNDgvN0hSY2NZbmxzWEpWUjAzVVhBekJSRVRra2FTVVRvSHNxV2RmaEJBTnowamFhbStiNCs0N0Z1STJGeWVBSFR4MEdDKzh2QVJhclFabXM0b1huMzBLZ3dhNW5uMzI5ckxNc3ZZSXQzVFd5OG10WCtFU0hOUU5BL3IzdzdIaldWaXhhZzNpWWtjMkdESk5Kck45ZGJ6V2N2bUVjVmo5MDNyazVKN0cxbTNiY2NYbGw5VTdwcVNrRkQ5YkYvdVlmTVhFVnZtOTRXR2hHRGQyTkZhdFhvdUN3alAxOXVma1dCNnI4UEQ2SnlZU05kZUZyMWRJUkVSMGlkdStjdy9XcnQva3RHMzgyREdZZWRYVUJpK3hvMFkwNjdaVlZjVjN5MWNoTDY4QXZqNCs5b3RXbzhGbnl5d25yajMxeDhlZzBXanczb2VmUXF2Uk9CMW51OWc2UFl5TXNTeFdtSHJnSUtSMUJVSkhOOTF3UFFBZ1pYOGFYbi96Ylp3NVU3c3l0OWxzUnNyK05Eenp0NWR4OGxUTDJyVTFabGpVRVB0cWRFdmZlUityVnE5RlZWVzFmWC9HMFV3OCsrSmlsSmFWWVVDL1NNeVlkdUU5ZS8veCtsS2s3RTl6cXU4dEtDaUVJZEd5Mk9PZ0FmM3JYU2RsZnhvQVlPU0lwaFo2SkdvWVo0S0ppTWlqYlB4NUs5NSs3d1BNbURiRmFmdnNXVE1hclFuZXRuMG5ESW11VzBDcnFtV1crUFRwUER6NTlOK1FjVFRUYVhVMGs4bUUxOTk4QjFrblR1THFHZE9RRUIrTE9kZGRnKytXcjhRTGkxL0RYNTU0dE1FVDVVSkR1cU5IZUJqeThndVFkU0liL2Z2MWRkby9aclFldDl3NEg4disreDIyYmQrRmJkdDNJYVI3TUhRNkhZck9ub1BSYU9rT1ViY0d1clU4L09COXFLcXVSbEp5Q2o3NDVBdDgvUGxYQ0FycWhzcUtTbnN0OElCK2tYam1xY2VoMCtrdStQYjNIemlJSGJ2MndNZkhHeUhkdThOb05LTHdUQkdrbE9qZEt3STMzeml2M25WUzdTRjQrTVhkT2VyVUdJS0ppS2pEczUzVXRpL2xBTFp1MjRHWTZHRVh0SnBiVTA1WlAzN2Z1SGtyQU9DcWFaTVJaUTNCQlFXRmVHUHB1emgwT0FOUlF3YmpydHNzSndQZXRPQjZITXM2Z2FUa0ZEejV6QXQ0NlBmM1lNaWdnUzV2LzhwSmwrRy8zeTdIcHMxYmNjK2R0OWJidjJEZUhJeUlIb1lmMTZ6RHdVTVpPSHZ1UEhRNkhjTERRakY4MkZETW1EYkZ2dEJGYS9QMThjR3pULzBSMjNmdXhxWXQyNUNaZVJ6bnpwMkhuNjh2WXFLSFllSmw0ekJ0OHBVdExzVzQ4N2Fic1hYYmRtVG41Q0l2UHgrQkFRR0lHam9Za3lkTnhPUXJMb2VYbDNPd1R0MmZoc0l6UllqczI2ZkJCVWFJbXFQbDFldEVSRVQxT1hXSGtGS2ViNDlmbW5ib01QN3k3SXNBZ0RFSmV2eHAwUi9zczVMdmZmQUoxcXpiaVBGakV4RFl5Q0lZZVhuNVNObWZWcTlQc01sa3hoMzNQWWpTMGpJRWRldUdoeCs4RC9yWWtTZ3VMc0hLMVd1eGN2VmFHSTFHSk9oajhjZkhIbkk2TWM5b05PS2xWMTYzZjN3L2Z1eG96SncrQlNPaWh6a3RKbEphVm9aN2Z2OElwQVErZlBkTmU4Y0lxdS9aRjE5QlN1b0IvUEhSQjNINVplUGI3ZmNLSWJvQk1BS29BYUJhTDlTQmNTYVlpSWc2dk1Ra1N4bkR4QW5qc09qaDM5ZGJGaGdBRXBOVFduUmluRmFyd2JWWHo4Q2h3eGxZOVBEdm9RZ0ZyNzd4Rm5idlRZVEpaSUsvbngvdXVQVW1YRE5qV3IyVDFyeTh2UEQ4TTMvRzZyWHI4ZG15cjdGejkxN3MzTDBYZm42K2VHM3hDK2dWWWVuK0VOQ2xDNjZaTVIzZi8vQWpWcXhhZzF0dlh0RFNoOEtqSGM0NGlwVFVBK2dWMGRPcEJ6UlJTekFFRXhGUmgzZnpiK2ZCeDhjSDgrWmM2eklBQThEaUYvN2FaRTN3YS85NjIrVytCZk4rQTBEWVQyYno5L05EWUVBWHpKZytGZGRlZlJXNmRHbDRvVDFGRWJqdW1obTRiTndZYk55OEZSczJiY0dNNlZQc0Fkam1wZ1h6a0ppY2d1OS8rQkhqeGlSZ2NBTmRKVHFyNnVwcXZQbjJlOUJxTlZqMHlBTk45aDRtYWdyTElZaUlxRFc1cFJ5aXZabk5aZ2doV2hURTZyWnVjNVI5S2dlTG52d3J1Z2NINFY5TFhvYVBqN2ZMNHpxanQ5LzdFT3MzYnNZOWQ5Nks2NjZaMGU2L24rVVFub2NobUlpSVdsT25DTUhVK1RBRWV4NStsa0JFUkVSRW5RNURNQkVSRVJGMU9nekJSRVJFUk5UcE1BUVRFUkVSVWFmREVFeEVSRVJFblE1RE1CRVJFUkYxT2d6QlJFVFVtcVRURDFJV3VHc2dSSzNGeGQreGRIa2dkU2dNd1VSRTFCWWtBR2swR2crNGV5QkVGOHY2ZHl6QjhPdFJHSUtKaUtpdHlNcktTb1pnNnZDc2Y4Y013QjZHSVppSWlGcWJiY1pNN3Q2OWU1bVUwdWp1QVJGZEJPT09IVHMraDhQZnRadkhRNjJFeXlZVEVWRnJFdGFMQnRhbGt3c0xDNThPQ1FuNW8zdUhSZFF5aFlXRkw0V0ZoYjJPMmlXVHpXQVk5Z2ljQ1NZaW90WWtIYjZxQU13TEZ5NThvNmFtSnRPTll5SnFFYVBSZUdEOCtQRnZ3Uko4VlRqL2ZWTUh4eEJNUkVTdHpUWkxwZ0l3cjF1M3JqSTFOWlV6d2RUUm1ILzk5ZGRITWpNempYQU93UXpBSG9JaG1JaUkyb0l0QktzQVRBa0pDVnYxZW4ydndzSkMyNndhMGFYS1hGaFkrTFplcis4N2RlclVaQUFtMVA0dE13QjdFTllFRXhGUlczQ3NEZFlBME5vdUsxZXVqTmJyOVZNREF3UGovZno4OUJxTnBvYzdCMHBrTnB2ektpb3Fra3BLU3BLU2twSTJ6cDQ5T3cyVzhHdTdtTUZhWUkvREVFeEVSRzFGd1BLSm80TGFNT3g0VVZBYmx2bDZSTzdpMlBWQlJXM2dkYnh3SnRnRGFkMDlBQ0lpOGxpMlVHSDczckZFd2d6bkVHekRNRXp0UmRiNXZ1N2ZwKzJyYlRzRHNJZmhrdzBSRWJVMXg5bGUyOHl3Y1BnSzhQV0kzS2R1UnhQSE1NemV3QjZNVHpwRVJOUWVITU51M1V2ZFk0amFpNnZaNExyQmx3SFlRL0VKaDRpSTJwT3IwTXZYSW5JM1Y0R1g0ZGZEOFltSGlJamNpYTlEZEtsZzZDV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nFWLzhQeGJOaXRWQ3ZsSmNBQUFBQVNVVk9SSzVDWUlJPSIsCgkiVGhlbWUiIDogIiIsCgkiVHlwZSIgOiAibWluZCIsCgkiVmVyc2lvbiIgOiAiIgp9Cg=="/>
    </extobj>
  </extobjs>
</s:customData>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11.xml>��
</file>

<file path=customXml/itemProps77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customXml/itemProps78.xml><?xml version="1.0" encoding="utf-8"?>
<ds:datastoreItem xmlns:ds="http://schemas.openxmlformats.org/officeDocument/2006/customXml" ds:itemID="{f7bc79f2-c455-434b-bca9-875aecb91bf3}">
  <ds:schemaRefs/>
</ds:datastoreItem>
</file>

<file path=customXml/itemProps79.xml><?xml version="1.0" encoding="utf-8"?>
<ds:datastoreItem xmlns:ds="http://schemas.openxmlformats.org/officeDocument/2006/customXml" ds:itemID="{3c132078-98b1-4deb-b4fd-a1bec46831f1}">
  <ds:schemaRefs/>
</ds:datastoreItem>
</file>

<file path=customXml/itemProps80.xml><?xml version="1.0" encoding="utf-8"?>
<ds:datastoreItem xmlns:ds="http://schemas.openxmlformats.org/officeDocument/2006/customXml" ds:itemID="{c5c661d3-4756-4449-af8a-01387bd7a269}">
  <ds:schemaRefs/>
</ds:datastoreItem>
</file>

<file path=customXml/itemProps81.xml><?xml version="1.0" encoding="utf-8"?>
<ds:datastoreItem xmlns:ds="http://schemas.openxmlformats.org/officeDocument/2006/customXml" ds:itemID="{58dabdbb-c60f-4057-89a4-b5f24a98f472}">
  <ds:schemaRefs/>
</ds:datastoreItem>
</file>

<file path=customXml/itemProps82.xml><?xml version="1.0" encoding="utf-8"?>
<ds:datastoreItem xmlns:ds="http://schemas.openxmlformats.org/officeDocument/2006/customXml" ds:itemID="{6ad86b82-52b5-47a8-ba6d-e9bbe075a083}">
  <ds:schemaRefs/>
</ds:datastoreItem>
</file>

<file path=customXml/itemProps83.xml><?xml version="1.0" encoding="utf-8"?>
<ds:datastoreItem xmlns:ds="http://schemas.openxmlformats.org/officeDocument/2006/customXml" ds:itemID="{8fd2a99b-51ca-42d4-8a98-ac38bf31ee8f}">
  <ds:schemaRefs/>
</ds:datastoreItem>
</file>

<file path=customXml/itemProps84.xml><?xml version="1.0" encoding="utf-8"?>
<ds:datastoreItem xmlns:ds="http://schemas.openxmlformats.org/officeDocument/2006/customXml" ds:itemID="{667e9340-f440-47f7-819a-cdc7dab5fa96}">
  <ds:schemaRefs/>
</ds:datastoreItem>
</file>

<file path=customXml/itemProps85.xml><?xml version="1.0" encoding="utf-8"?>
<ds:datastoreItem xmlns:ds="http://schemas.openxmlformats.org/officeDocument/2006/customXml" ds:itemID="{ae649005-3b55-4298-8017-458659bde268}">
  <ds:schemaRefs/>
</ds:datastoreItem>
</file>

<file path=customXml/itemProps86.xml><?xml version="1.0" encoding="utf-8"?>
<ds:datastoreItem xmlns:ds="http://schemas.openxmlformats.org/officeDocument/2006/customXml" ds:itemID="{eb8fafd0-aa01-4764-b4e6-708160bc6a19}">
  <ds:schemaRefs/>
</ds:datastoreItem>
</file>

<file path=customXml/itemProps87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2534</Words>
  <Application>WPS 演示</Application>
  <PresentationFormat/>
  <Paragraphs>270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3" baseType="lpstr">
      <vt:lpstr>Arial</vt:lpstr>
      <vt:lpstr>宋体</vt:lpstr>
      <vt:lpstr>Wingdings</vt:lpstr>
      <vt:lpstr>FZYanSongS-EB-GB</vt:lpstr>
      <vt:lpstr>Segoe Print</vt:lpstr>
      <vt:lpstr>Gill Sans</vt:lpstr>
      <vt:lpstr>OPlusSans 3.0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素材集市康康体</vt:lpstr>
      <vt:lpstr>微软雅黑</vt:lpstr>
      <vt:lpstr>Arial Unicode MS</vt:lpstr>
      <vt:lpstr>Helvetica</vt:lpstr>
      <vt:lpstr>1_New_Template7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1221</cp:revision>
  <dcterms:created xsi:type="dcterms:W3CDTF">2019-02-26T11:09:00Z</dcterms:created>
  <dcterms:modified xsi:type="dcterms:W3CDTF">2024-09-27T06:37:21Z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