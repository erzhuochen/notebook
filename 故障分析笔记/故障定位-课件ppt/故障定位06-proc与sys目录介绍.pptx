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406" r:id="rId3"/>
    <p:sldId id="360" r:id="rId4"/>
    <p:sldId id="519" r:id="rId5"/>
    <p:sldId id="470" r:id="rId6"/>
    <p:sldId id="507" r:id="rId7"/>
    <p:sldId id="508" r:id="rId8"/>
    <p:sldId id="509" r:id="rId9"/>
    <p:sldId id="426" r:id="rId10"/>
    <p:sldId id="510" r:id="rId11"/>
    <p:sldId id="516" r:id="rId12"/>
    <p:sldId id="513" r:id="rId13"/>
    <p:sldId id="517" r:id="rId14"/>
    <p:sldId id="515" r:id="rId15"/>
    <p:sldId id="514" r:id="rId16"/>
    <p:sldId id="511" r:id="rId17"/>
    <p:sldId id="539" r:id="rId18"/>
    <p:sldId id="512" r:id="rId19"/>
    <p:sldId id="518" r:id="rId20"/>
    <p:sldId id="520" r:id="rId21"/>
    <p:sldId id="521" r:id="rId22"/>
    <p:sldId id="537" r:id="rId23"/>
    <p:sldId id="522" r:id="rId24"/>
  </p:sldIdLst>
  <p:sldSz cx="12192000" cy="6858000"/>
  <p:notesSz cx="6858000" cy="9144000"/>
  <p:custDataLst>
    <p:tags r:id="rId4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77.xml"/><Relationship Id="rId4" Type="http://schemas.openxmlformats.org/officeDocument/2006/relationships/slide" Target="slides/slide2.xml"/><Relationship Id="rId39" Type="http://schemas.openxmlformats.org/officeDocument/2006/relationships/customXml" Target="../customXml/item10.xml"/><Relationship Id="rId38" Type="http://schemas.openxmlformats.org/officeDocument/2006/relationships/customXml" Target="../customXml/item9.xml"/><Relationship Id="rId37" Type="http://schemas.openxmlformats.org/officeDocument/2006/relationships/customXml" Target="../customXml/item8.xml"/><Relationship Id="rId36" Type="http://schemas.openxmlformats.org/officeDocument/2006/relationships/customXml" Target="../customXml/item7.xml"/><Relationship Id="rId35" Type="http://schemas.openxmlformats.org/officeDocument/2006/relationships/customXml" Target="../customXml/item6.xml"/><Relationship Id="rId34" Type="http://schemas.openxmlformats.org/officeDocument/2006/relationships/customXml" Target="../customXml/item5.xml"/><Relationship Id="rId33" Type="http://schemas.openxmlformats.org/officeDocument/2006/relationships/customXml" Target="../customXml/item4.xml"/><Relationship Id="rId32" Type="http://schemas.openxmlformats.org/officeDocument/2006/relationships/customXml" Target="../customXml/item3.xml"/><Relationship Id="rId31" Type="http://schemas.openxmlformats.org/officeDocument/2006/relationships/customXml" Target="../customXml/item2.xml"/><Relationship Id="rId30" Type="http://schemas.openxmlformats.org/officeDocument/2006/relationships/customXml" Target="../customXml/item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image" Target="../media/image7.pn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2.xml"/><Relationship Id="rId6" Type="http://schemas.openxmlformats.org/officeDocument/2006/relationships/image" Target="../media/image10.png"/><Relationship Id="rId5" Type="http://schemas.openxmlformats.org/officeDocument/2006/relationships/tags" Target="../tags/tag51.xml"/><Relationship Id="rId4" Type="http://schemas.openxmlformats.org/officeDocument/2006/relationships/image" Target="../media/image9.png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12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proc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sys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67715" y="256476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8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素材集市康康体" panose="02010600010101010101" charset="-122"/>
                <a:sym typeface="Helvetica Neue Medium"/>
              </a:rPr>
              <a:t>/proc</a:t>
            </a:r>
            <a:r>
              <a:rPr kumimoji="0" lang="zh-CN" altLang="en-US" sz="88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素材集市康康体" panose="02010600010101010101" charset="-122"/>
                <a:sym typeface="Helvetica Neue Medium"/>
              </a:rPr>
              <a:t>目录</a:t>
            </a:r>
            <a:endParaRPr kumimoji="0" lang="zh-CN" altLang="en-US" sz="88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素材集市康康体" panose="02010600010101010101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978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372553"/>
            <a:ext cx="1015492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目录是由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虚拟出来的一个目录，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通过此目录向外输出内核统计信息，比如通过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/proc/meminfo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伪文件，可以查看内存情况：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27985" y="2421255"/>
            <a:ext cx="4343400" cy="3829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331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372553"/>
            <a:ext cx="1015492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而且，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中很多观测命令，也是从这些文件中获取数据的，如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命令就读取了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/proc/meminfo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，可通过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strace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确认。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91995" y="2277110"/>
            <a:ext cx="7421245" cy="406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918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37680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/proc/stat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使用率相关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/proc/cpuinfo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lscpu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/proc/loadavg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系统负载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uptime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/proc/schedstat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线程调度器运行数据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/proc/interrupts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硬中断信息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irqtop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/proc/softirqs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软中断信息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irqtop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中常用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582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42494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2735"/>
                <a:gridCol w="4873602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638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/proc/meminfo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物理内存信息</a:t>
                      </a:r>
                      <a:endParaRPr 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free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/proc/vmstat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内存相关统计信息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041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/proc/slabinfo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slab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内存使用信息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slabtop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041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/proc/swaps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swap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使用情况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/proc/zoneinfo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zone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/proc/pagetypeinfo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内存页面类型统计信息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/proc/buddyinfo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内存伙伴分配器统计信息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中常用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内存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061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48450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/proc/diskstats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磁盘使用统计信息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/proc/mounts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文件系统挂载信息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mount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/proc/net/*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网络相关信息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中常用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磁盘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639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26911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/proc/sys/*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内核参数，可通过这些文件读写内核参数，如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/proc/sys/vm/swappiness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对应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vm.</a:t>
                      </a:r>
                      <a:r>
                        <a:rPr lang="zh-CN" altLang="en-US" sz="18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swappiness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内核参数，对应</a:t>
                      </a:r>
                      <a:r>
                        <a:rPr lang="zh-CN" altLang="en-US" sz="18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sysctl vm.swappiness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命令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sysctl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/proc/uptime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系统启动时间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uptime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/proc/version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内核版本信息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uname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/proc/kallsyms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内核符号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中常用</a:t>
            </a:r>
            <a:r>
              <a:rPr 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其它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464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/proc/&lt;pid&gt;/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目录中，存放了进程相关信息，如下：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7715" y="2204720"/>
            <a:ext cx="10732135" cy="3274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055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43065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61360"/>
                <a:gridCol w="4444977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/proc/&lt;pid&gt;/status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进程基本信息扩展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pidstat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/proc/&lt;pid&gt;/cmdline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进程启动时的命令行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ps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/proc/&lt;pid&gt;/cwd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进程工作目录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pwdx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/proc/&lt;pid&gt;/environ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进程环境变量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/proc/&lt;pid&gt;/limits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进程运行的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ulimit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资源限制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prlimit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/proc/&lt;pid&gt;/cgroup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进程运行的</a:t>
                      </a: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cgroup</a:t>
                      </a: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资源限制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进程基本信息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88595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1702435"/>
          <a:ext cx="9948545" cy="39306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460240"/>
                <a:gridCol w="3935730"/>
                <a:gridCol w="1552575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/proc/&lt;pid&gt;/stat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进程基本信息，如</a:t>
                      </a:r>
                      <a:r>
                        <a:rPr lang="en-US" alt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、内存等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prtstat/ps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/proc/&lt;pid&gt;/sched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/proc/&lt;pid&gt;/schedstat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进程调度相关信息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/proc/&lt;pid&gt;/task/*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进程的线程信息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ps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/proc/&lt;pid&gt;/task/&lt;tid&gt;/syscall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线程当前执行的系统调用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/proc/&lt;pid&gt;/task/&lt;tid&gt;/wchan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线程当前阻塞在什么内核函数上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/proc/&lt;pid&gt;/task/&lt;tid&gt;/stack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线程当前阻塞的内核栈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12680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进程运行信息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378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31788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43020"/>
                <a:gridCol w="4405630"/>
                <a:gridCol w="1699895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/proc/&lt;pid&gt;/mem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进程虚拟内存伪文件，可使用此文件读写进程内存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/proc/&lt;pid&gt;/maps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/proc/&lt;pid&gt;/smaps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进程虚拟内存段信息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pmap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/proc/&lt;pid&gt;/statm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进程虚拟内存信息，如代码段、栈段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/proc/&lt;pid&gt;/oom_score_adj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/proc/&lt;pid&gt;/oom_score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</a:t>
                      </a: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oom</a:t>
                      </a: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优先级配置与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当前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oom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得分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choom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/proc/&lt;pid&gt;/*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进程内存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963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204720"/>
          <a:ext cx="9948545" cy="27825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  <a:gridCol w="2242208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相应命令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/proc/&lt;pid&gt;/fd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/proc/&lt;pid&gt;/fdinfo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进程打开的文件描述符信息</a:t>
                      </a:r>
                      <a:endParaRPr lang="zh-CN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lsof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/proc/&lt;pid&gt;/io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进程的磁盘</a:t>
                      </a:r>
                      <a:r>
                        <a:rPr lang="en-US" alt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io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情况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pidstat -d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/proc/&lt;pid&gt;/net/*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进程网络相关信息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55370" y="1557338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/proc/&lt;pid&gt;/*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进程相关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伪文件，如下：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0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99515" y="1772603"/>
            <a:ext cx="3201035" cy="1209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关于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目录各个文件的详细说明，可以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man 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84065" y="1052830"/>
            <a:ext cx="5881370" cy="378904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271905" y="5085080"/>
            <a:ext cx="929894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实际上，熟悉这些文件后，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你可以编写自己的命令，比如我曾经使用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python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读取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/proc/&lt;pid&gt;/schedstat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以获取进程调度延迟情况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0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案例：替代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99515" y="1196658"/>
            <a:ext cx="962152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有时，我们会遇到没有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lsof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命令，但又不能安装的情况，这时可以通过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目录代替。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053" y="2276793"/>
            <a:ext cx="9972675" cy="3457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67715" y="256476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8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素材集市康康体" panose="02010600010101010101" charset="-122"/>
                <a:sym typeface="Helvetica Neue Medium"/>
              </a:rPr>
              <a:t>/sys</a:t>
            </a:r>
            <a:r>
              <a:rPr kumimoji="0" lang="zh-CN" altLang="en-US" sz="88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素材集市康康体" panose="02010600010101010101" charset="-122"/>
                <a:sym typeface="Helvetica Neue Medium"/>
              </a:rPr>
              <a:t>目录</a:t>
            </a:r>
            <a:endParaRPr kumimoji="0" lang="zh-CN" altLang="en-US" sz="88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素材集市康康体" panose="02010600010101010101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88595"/>
            <a:ext cx="10640060" cy="9575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/sys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1085533"/>
            <a:ext cx="1015492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目录也是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内核虚拟的一个目录，主要存放和设备相关的配置参数，以及统计数据，也包含一些内核参数与统计信息。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1990090"/>
            <a:ext cx="5492750" cy="9944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760" y="3574415"/>
            <a:ext cx="8108950" cy="268605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08075" y="3028633"/>
            <a:ext cx="1015492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如查看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ens33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网卡相关配置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423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/sys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01395" y="2100580"/>
          <a:ext cx="7706360" cy="33312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/sys/devices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系统中的所有设备的配置与统计信息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/sys/class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也是设备信息，按分类组织，如网络设备放在</a:t>
                      </a:r>
                      <a:r>
                        <a:rPr lang="en-US" alt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子目录，块设备放在</a:t>
                      </a:r>
                      <a:r>
                        <a:rPr lang="en-US" alt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block</a:t>
                      </a: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子目录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/sys/block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也是设备信息，只包含块设备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/sys/bus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也是设备信息，只是以总线拓扑组织。</a:t>
                      </a:r>
                      <a:endParaRPr lang="zh-CN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/sys/dev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也是设备信息，只包含块设备与字符设备</a:t>
                      </a:r>
                      <a:endParaRPr lang="zh-CN" altLang="en-US" sz="18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055370" y="1557655"/>
            <a:ext cx="750824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设备信息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相关子目录如下：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001395" y="5548313"/>
            <a:ext cx="869061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比如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命令读取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sda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磁盘，就是访问的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/sys/block/sda/stat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文件获取的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274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/sys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127760" y="2061210"/>
          <a:ext cx="7706360" cy="78016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51430"/>
                <a:gridCol w="5154907"/>
              </a:tblGrid>
              <a:tr h="537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文件名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/sys/fs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文件系统相关的配置和状态信息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/sys/fs/cgroup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控制组（cgroup）的配置，用于资源管理和隔离。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/sys/kernel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内核的配置与统计信息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/sys/module</a:t>
                      </a:r>
                      <a:endParaRPr lang="en-US" altLang="zh-CN" sz="20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内核模块的配置与统计信息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055370" y="1557655"/>
            <a:ext cx="750824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内核信息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相关子目录如下：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127760" y="5013325"/>
            <a:ext cx="6156960" cy="9321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常用的容器相关信息在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/sys/fs/cgroup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中，如：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/sys/fs/cgroup/cpu.stat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包含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使用情况，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/sys/fs/cgroup/memory.stat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包含内存使用情况。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64425" y="3717290"/>
            <a:ext cx="3787775" cy="2482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442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/sys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目录介绍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99515" y="2132965"/>
            <a:ext cx="9773285" cy="398970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55370" y="1557655"/>
            <a:ext cx="895413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关于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目录各个子目录详细介绍，可以通过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man 5 sysfs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105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99515" y="1700848"/>
            <a:ext cx="8738235" cy="2255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都是内核提供的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虚拟目录文件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，用于提供内核相关信息。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主要提供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内核及进程运行信息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，部分文件可以写入数据，以动态修改内核配置。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主要提供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设备配置与运行信息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，同样部分文件可以写入，以动态修改设备配置。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等命令都是通过读取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/sys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相关文件实现的，如有必要，也可基于它们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实现自己的观测命令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TABLE_ENDDRAG_ORIGIN_RECT" val="783*238"/>
  <p:tag name="TABLE_ENDDRAG_RECT" val="77*159*783*238"/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67.xml><?xml version="1.0" encoding="utf-8"?>
<ds:datastoreItem xmlns:ds="http://schemas.openxmlformats.org/officeDocument/2006/customXml" ds:itemID="{f7bc79f2-c455-434b-bca9-875aecb91bf3}">
  <ds:schemaRefs/>
</ds:datastoreItem>
</file>

<file path=customXml/itemProps68.xml><?xml version="1.0" encoding="utf-8"?>
<ds:datastoreItem xmlns:ds="http://schemas.openxmlformats.org/officeDocument/2006/customXml" ds:itemID="{3c132078-98b1-4deb-b4fd-a1bec46831f1}">
  <ds:schemaRefs/>
</ds:datastoreItem>
</file>

<file path=customXml/itemProps69.xml><?xml version="1.0" encoding="utf-8"?>
<ds:datastoreItem xmlns:ds="http://schemas.openxmlformats.org/officeDocument/2006/customXml" ds:itemID="{c5c661d3-4756-4449-af8a-01387bd7a269}">
  <ds:schemaRefs/>
</ds:datastoreItem>
</file>

<file path=customXml/itemProps70.xml><?xml version="1.0" encoding="utf-8"?>
<ds:datastoreItem xmlns:ds="http://schemas.openxmlformats.org/officeDocument/2006/customXml" ds:itemID="{58dabdbb-c60f-4057-89a4-b5f24a98f472}">
  <ds:schemaRefs/>
</ds:datastoreItem>
</file>

<file path=customXml/itemProps71.xml><?xml version="1.0" encoding="utf-8"?>
<ds:datastoreItem xmlns:ds="http://schemas.openxmlformats.org/officeDocument/2006/customXml" ds:itemID="{6ad86b82-52b5-47a8-ba6d-e9bbe075a083}">
  <ds:schemaRefs/>
</ds:datastoreItem>
</file>

<file path=customXml/itemProps72.xml><?xml version="1.0" encoding="utf-8"?>
<ds:datastoreItem xmlns:ds="http://schemas.openxmlformats.org/officeDocument/2006/customXml" ds:itemID="{8fd2a99b-51ca-42d4-8a98-ac38bf31ee8f}">
  <ds:schemaRefs/>
</ds:datastoreItem>
</file>

<file path=customXml/itemProps73.xml><?xml version="1.0" encoding="utf-8"?>
<ds:datastoreItem xmlns:ds="http://schemas.openxmlformats.org/officeDocument/2006/customXml" ds:itemID="{667e9340-f440-47f7-819a-cdc7dab5fa96}">
  <ds:schemaRefs/>
</ds:datastoreItem>
</file>

<file path=customXml/itemProps74.xml><?xml version="1.0" encoding="utf-8"?>
<ds:datastoreItem xmlns:ds="http://schemas.openxmlformats.org/officeDocument/2006/customXml" ds:itemID="{ae649005-3b55-4298-8017-458659bde268}">
  <ds:schemaRefs/>
</ds:datastoreItem>
</file>

<file path=customXml/itemProps75.xml><?xml version="1.0" encoding="utf-8"?>
<ds:datastoreItem xmlns:ds="http://schemas.openxmlformats.org/officeDocument/2006/customXml" ds:itemID="{eb8fafd0-aa01-4764-b4e6-708160bc6a19}">
  <ds:schemaRefs/>
</ds:datastoreItem>
</file>

<file path=customXml/itemProps76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WPS 演示</Application>
  <PresentationFormat/>
  <Paragraphs>397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宋体</vt:lpstr>
      <vt:lpstr>Wingdings</vt:lpstr>
      <vt:lpstr>FZYanSongS-EB-GB</vt:lpstr>
      <vt:lpstr>Segoe Print</vt:lpstr>
      <vt:lpstr>Gill Sans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微软雅黑</vt:lpstr>
      <vt:lpstr>星夜浪漫宇宙温柔</vt:lpstr>
      <vt:lpstr>幼圆</vt:lpstr>
      <vt:lpstr>Arial Unicode MS</vt:lpstr>
      <vt:lpstr>Helvetica</vt:lpstr>
      <vt:lpstr>OPlusSans 3.0</vt:lpstr>
      <vt:lpstr>MS Gothic</vt:lpstr>
      <vt:lpstr>素材集市康康体</vt:lpstr>
      <vt:lpstr>MingLiU-ExtB</vt:lpstr>
      <vt:lpstr>Malgun Gothic Semilight</vt:lpstr>
      <vt:lpstr>Microsoft YaHei UI Light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1320</cp:revision>
  <dcterms:created xsi:type="dcterms:W3CDTF">2019-02-26T11:09:00Z</dcterms:created>
  <dcterms:modified xsi:type="dcterms:W3CDTF">2024-09-20T08:01:01Z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